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256" r:id="rId2"/>
    <p:sldId id="257" r:id="rId3"/>
    <p:sldId id="283" r:id="rId4"/>
    <p:sldId id="284" r:id="rId5"/>
    <p:sldId id="285" r:id="rId6"/>
    <p:sldId id="286" r:id="rId7"/>
    <p:sldId id="287" r:id="rId8"/>
    <p:sldId id="288" r:id="rId9"/>
    <p:sldId id="289" r:id="rId10"/>
    <p:sldId id="290" r:id="rId11"/>
    <p:sldId id="291" r:id="rId12"/>
    <p:sldId id="292" r:id="rId13"/>
    <p:sldId id="293" r:id="rId14"/>
    <p:sldId id="294" r:id="rId15"/>
    <p:sldId id="295" r:id="rId16"/>
    <p:sldId id="296" r:id="rId17"/>
    <p:sldId id="269" r:id="rId18"/>
    <p:sldId id="268" r:id="rId19"/>
    <p:sldId id="258" r:id="rId20"/>
    <p:sldId id="308" r:id="rId21"/>
    <p:sldId id="309" r:id="rId22"/>
    <p:sldId id="310" r:id="rId23"/>
    <p:sldId id="311" r:id="rId24"/>
    <p:sldId id="259" r:id="rId25"/>
    <p:sldId id="260" r:id="rId26"/>
    <p:sldId id="262" r:id="rId27"/>
    <p:sldId id="263" r:id="rId28"/>
    <p:sldId id="271" r:id="rId29"/>
    <p:sldId id="270" r:id="rId30"/>
    <p:sldId id="272" r:id="rId31"/>
    <p:sldId id="273" r:id="rId32"/>
    <p:sldId id="274" r:id="rId33"/>
    <p:sldId id="275" r:id="rId34"/>
    <p:sldId id="265" r:id="rId35"/>
    <p:sldId id="264" r:id="rId36"/>
    <p:sldId id="276" r:id="rId37"/>
    <p:sldId id="282" r:id="rId38"/>
    <p:sldId id="306" r:id="rId39"/>
    <p:sldId id="312" r:id="rId40"/>
    <p:sldId id="307" r:id="rId41"/>
    <p:sldId id="266" r:id="rId42"/>
    <p:sldId id="267" r:id="rId43"/>
    <p:sldId id="277" r:id="rId44"/>
    <p:sldId id="278" r:id="rId45"/>
    <p:sldId id="279" r:id="rId46"/>
    <p:sldId id="280" r:id="rId47"/>
    <p:sldId id="281" r:id="rId48"/>
    <p:sldId id="297" r:id="rId49"/>
    <p:sldId id="298" r:id="rId50"/>
    <p:sldId id="299" r:id="rId51"/>
    <p:sldId id="300" r:id="rId52"/>
    <p:sldId id="301" r:id="rId53"/>
    <p:sldId id="302" r:id="rId54"/>
    <p:sldId id="303" r:id="rId55"/>
    <p:sldId id="304" r:id="rId56"/>
    <p:sldId id="305"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8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diagrams/_rels/data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ata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ata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4" Type="http://schemas.openxmlformats.org/officeDocument/2006/relationships/image" Target="../media/image27.svg"/></Relationships>
</file>

<file path=ppt/diagrams/_rels/data11.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ata12.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s>
</file>

<file path=ppt/diagrams/_rels/data1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svg"/><Relationship Id="rId1" Type="http://schemas.openxmlformats.org/officeDocument/2006/relationships/image" Target="../media/image44.png"/><Relationship Id="rId4" Type="http://schemas.openxmlformats.org/officeDocument/2006/relationships/image" Target="../media/image47.svg"/></Relationships>
</file>

<file path=ppt/diagrams/_rels/data1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53.svg"/><Relationship Id="rId5" Type="http://schemas.openxmlformats.org/officeDocument/2006/relationships/image" Target="../media/image52.png"/><Relationship Id="rId4" Type="http://schemas.openxmlformats.org/officeDocument/2006/relationships/image" Target="../media/image51.svg"/></Relationships>
</file>

<file path=ppt/diagrams/_rels/data1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svg"/><Relationship Id="rId1" Type="http://schemas.openxmlformats.org/officeDocument/2006/relationships/image" Target="../media/image54.png"/><Relationship Id="rId4" Type="http://schemas.openxmlformats.org/officeDocument/2006/relationships/image" Target="../media/image57.svg"/></Relationships>
</file>

<file path=ppt/diagrams/_rels/data21.xml.rels><?xml version="1.0" encoding="UTF-8" standalone="yes"?>
<Relationships xmlns="http://schemas.openxmlformats.org/package/2006/relationships"><Relationship Id="rId8" Type="http://schemas.openxmlformats.org/officeDocument/2006/relationships/image" Target="../media/image65.sv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svg"/><Relationship Id="rId1" Type="http://schemas.openxmlformats.org/officeDocument/2006/relationships/image" Target="../media/image58.png"/><Relationship Id="rId6" Type="http://schemas.openxmlformats.org/officeDocument/2006/relationships/image" Target="../media/image63.svg"/><Relationship Id="rId5" Type="http://schemas.openxmlformats.org/officeDocument/2006/relationships/image" Target="../media/image62.png"/><Relationship Id="rId10" Type="http://schemas.openxmlformats.org/officeDocument/2006/relationships/image" Target="../media/image67.svg"/><Relationship Id="rId4" Type="http://schemas.openxmlformats.org/officeDocument/2006/relationships/image" Target="../media/image61.svg"/><Relationship Id="rId9" Type="http://schemas.openxmlformats.org/officeDocument/2006/relationships/image" Target="../media/image66.png"/></Relationships>
</file>

<file path=ppt/diagrams/_rels/data23.xml.rels><?xml version="1.0" encoding="UTF-8" standalone="yes"?>
<Relationships xmlns="http://schemas.openxmlformats.org/package/2006/relationships"><Relationship Id="rId8" Type="http://schemas.openxmlformats.org/officeDocument/2006/relationships/image" Target="../media/image76.svg"/><Relationship Id="rId3" Type="http://schemas.openxmlformats.org/officeDocument/2006/relationships/image" Target="../media/image71.png"/><Relationship Id="rId7" Type="http://schemas.openxmlformats.org/officeDocument/2006/relationships/image" Target="../media/image75.png"/><Relationship Id="rId2" Type="http://schemas.openxmlformats.org/officeDocument/2006/relationships/image" Target="../media/image70.svg"/><Relationship Id="rId1" Type="http://schemas.openxmlformats.org/officeDocument/2006/relationships/image" Target="../media/image69.png"/><Relationship Id="rId6" Type="http://schemas.openxmlformats.org/officeDocument/2006/relationships/image" Target="../media/image74.svg"/><Relationship Id="rId5" Type="http://schemas.openxmlformats.org/officeDocument/2006/relationships/image" Target="../media/image73.png"/><Relationship Id="rId10" Type="http://schemas.openxmlformats.org/officeDocument/2006/relationships/image" Target="../media/image78.svg"/><Relationship Id="rId4" Type="http://schemas.openxmlformats.org/officeDocument/2006/relationships/image" Target="../media/image72.svg"/><Relationship Id="rId9" Type="http://schemas.openxmlformats.org/officeDocument/2006/relationships/image" Target="../media/image77.png"/></Relationships>
</file>

<file path=ppt/diagrams/_rels/data2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svg"/><Relationship Id="rId1" Type="http://schemas.openxmlformats.org/officeDocument/2006/relationships/image" Target="../media/image79.png"/><Relationship Id="rId4" Type="http://schemas.openxmlformats.org/officeDocument/2006/relationships/image" Target="../media/image82.svg"/></Relationships>
</file>

<file path=ppt/diagrams/_rels/data28.xml.rels><?xml version="1.0" encoding="UTF-8" standalone="yes"?>
<Relationships xmlns="http://schemas.openxmlformats.org/package/2006/relationships"><Relationship Id="rId8" Type="http://schemas.openxmlformats.org/officeDocument/2006/relationships/image" Target="../media/image92.svg"/><Relationship Id="rId3" Type="http://schemas.openxmlformats.org/officeDocument/2006/relationships/image" Target="../media/image89.png"/><Relationship Id="rId7" Type="http://schemas.openxmlformats.org/officeDocument/2006/relationships/image" Target="../media/image91.png"/><Relationship Id="rId2" Type="http://schemas.openxmlformats.org/officeDocument/2006/relationships/image" Target="../media/image88.svg"/><Relationship Id="rId1" Type="http://schemas.openxmlformats.org/officeDocument/2006/relationships/image" Target="../media/image87.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90.svg"/></Relationships>
</file>

<file path=ppt/diagrams/_rels/drawing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rawing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4" Type="http://schemas.openxmlformats.org/officeDocument/2006/relationships/image" Target="../media/image27.svg"/></Relationships>
</file>

<file path=ppt/diagrams/_rels/drawing11.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rawing12.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svg"/><Relationship Id="rId1" Type="http://schemas.openxmlformats.org/officeDocument/2006/relationships/image" Target="../media/image44.png"/><Relationship Id="rId4" Type="http://schemas.openxmlformats.org/officeDocument/2006/relationships/image" Target="../media/image47.svg"/></Relationships>
</file>

<file path=ppt/diagrams/_rels/drawing1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53.svg"/><Relationship Id="rId5" Type="http://schemas.openxmlformats.org/officeDocument/2006/relationships/image" Target="../media/image52.png"/><Relationship Id="rId4" Type="http://schemas.openxmlformats.org/officeDocument/2006/relationships/image" Target="../media/image51.svg"/></Relationships>
</file>

<file path=ppt/diagrams/_rels/drawing1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svg"/><Relationship Id="rId1" Type="http://schemas.openxmlformats.org/officeDocument/2006/relationships/image" Target="../media/image54.png"/><Relationship Id="rId4" Type="http://schemas.openxmlformats.org/officeDocument/2006/relationships/image" Target="../media/image57.svg"/></Relationships>
</file>

<file path=ppt/diagrams/_rels/drawing21.xml.rels><?xml version="1.0" encoding="UTF-8" standalone="yes"?>
<Relationships xmlns="http://schemas.openxmlformats.org/package/2006/relationships"><Relationship Id="rId8" Type="http://schemas.openxmlformats.org/officeDocument/2006/relationships/image" Target="../media/image65.sv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svg"/><Relationship Id="rId1" Type="http://schemas.openxmlformats.org/officeDocument/2006/relationships/image" Target="../media/image58.png"/><Relationship Id="rId6" Type="http://schemas.openxmlformats.org/officeDocument/2006/relationships/image" Target="../media/image63.svg"/><Relationship Id="rId5" Type="http://schemas.openxmlformats.org/officeDocument/2006/relationships/image" Target="../media/image62.png"/><Relationship Id="rId10" Type="http://schemas.openxmlformats.org/officeDocument/2006/relationships/image" Target="../media/image67.svg"/><Relationship Id="rId4" Type="http://schemas.openxmlformats.org/officeDocument/2006/relationships/image" Target="../media/image61.svg"/><Relationship Id="rId9" Type="http://schemas.openxmlformats.org/officeDocument/2006/relationships/image" Target="../media/image66.png"/></Relationships>
</file>

<file path=ppt/diagrams/_rels/drawing23.xml.rels><?xml version="1.0" encoding="UTF-8" standalone="yes"?>
<Relationships xmlns="http://schemas.openxmlformats.org/package/2006/relationships"><Relationship Id="rId8" Type="http://schemas.openxmlformats.org/officeDocument/2006/relationships/image" Target="../media/image76.svg"/><Relationship Id="rId3" Type="http://schemas.openxmlformats.org/officeDocument/2006/relationships/image" Target="../media/image71.png"/><Relationship Id="rId7" Type="http://schemas.openxmlformats.org/officeDocument/2006/relationships/image" Target="../media/image75.png"/><Relationship Id="rId2" Type="http://schemas.openxmlformats.org/officeDocument/2006/relationships/image" Target="../media/image70.svg"/><Relationship Id="rId1" Type="http://schemas.openxmlformats.org/officeDocument/2006/relationships/image" Target="../media/image69.png"/><Relationship Id="rId6" Type="http://schemas.openxmlformats.org/officeDocument/2006/relationships/image" Target="../media/image74.svg"/><Relationship Id="rId5" Type="http://schemas.openxmlformats.org/officeDocument/2006/relationships/image" Target="../media/image73.png"/><Relationship Id="rId10" Type="http://schemas.openxmlformats.org/officeDocument/2006/relationships/image" Target="../media/image78.svg"/><Relationship Id="rId4" Type="http://schemas.openxmlformats.org/officeDocument/2006/relationships/image" Target="../media/image72.svg"/><Relationship Id="rId9" Type="http://schemas.openxmlformats.org/officeDocument/2006/relationships/image" Target="../media/image77.png"/></Relationships>
</file>

<file path=ppt/diagrams/_rels/drawing2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svg"/><Relationship Id="rId1" Type="http://schemas.openxmlformats.org/officeDocument/2006/relationships/image" Target="../media/image79.png"/><Relationship Id="rId4" Type="http://schemas.openxmlformats.org/officeDocument/2006/relationships/image" Target="../media/image82.svg"/></Relationships>
</file>

<file path=ppt/diagrams/_rels/drawing28.xml.rels><?xml version="1.0" encoding="UTF-8" standalone="yes"?>
<Relationships xmlns="http://schemas.openxmlformats.org/package/2006/relationships"><Relationship Id="rId8" Type="http://schemas.openxmlformats.org/officeDocument/2006/relationships/image" Target="../media/image92.svg"/><Relationship Id="rId3" Type="http://schemas.openxmlformats.org/officeDocument/2006/relationships/image" Target="../media/image89.png"/><Relationship Id="rId7" Type="http://schemas.openxmlformats.org/officeDocument/2006/relationships/image" Target="../media/image91.png"/><Relationship Id="rId2" Type="http://schemas.openxmlformats.org/officeDocument/2006/relationships/image" Target="../media/image88.svg"/><Relationship Id="rId1" Type="http://schemas.openxmlformats.org/officeDocument/2006/relationships/image" Target="../media/image87.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90.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18/5/colors/Iconchunking_neutralicontext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E3502B-1779-4A50-8398-DDC58E02DB2C}"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US"/>
        </a:p>
      </dgm:t>
    </dgm:pt>
    <dgm:pt modelId="{1843170B-92F3-4958-B466-8205F99FE779}">
      <dgm:prSet/>
      <dgm:spPr/>
      <dgm:t>
        <a:bodyPr/>
        <a:lstStyle/>
        <a:p>
          <a:r>
            <a:rPr lang="en-US" dirty="0"/>
            <a:t>Traditional ML pipelines</a:t>
          </a:r>
        </a:p>
      </dgm:t>
    </dgm:pt>
    <dgm:pt modelId="{B7AB09B5-CD1A-4DE4-9737-A14B1A65703C}" type="parTrans" cxnId="{19ABBFF1-B833-4510-BD72-AE6785AF3AE1}">
      <dgm:prSet/>
      <dgm:spPr/>
      <dgm:t>
        <a:bodyPr/>
        <a:lstStyle/>
        <a:p>
          <a:endParaRPr lang="en-US"/>
        </a:p>
      </dgm:t>
    </dgm:pt>
    <dgm:pt modelId="{35209DBD-60D7-4632-AA3B-032944E7EE84}" type="sibTrans" cxnId="{19ABBFF1-B833-4510-BD72-AE6785AF3AE1}">
      <dgm:prSet/>
      <dgm:spPr/>
      <dgm:t>
        <a:bodyPr/>
        <a:lstStyle/>
        <a:p>
          <a:endParaRPr lang="en-US"/>
        </a:p>
      </dgm:t>
    </dgm:pt>
    <dgm:pt modelId="{20762897-E529-4675-BC5E-91FD48902D7E}">
      <dgm:prSet/>
      <dgm:spPr/>
      <dgm:t>
        <a:bodyPr/>
        <a:lstStyle/>
        <a:p>
          <a:r>
            <a:rPr lang="en-US" dirty="0"/>
            <a:t>Designed and trained for a single, specific task</a:t>
          </a:r>
        </a:p>
      </dgm:t>
    </dgm:pt>
    <dgm:pt modelId="{C9D203B9-F7B3-443E-B44E-57122F38C639}" type="parTrans" cxnId="{00F7F290-6B10-42A0-8E9A-670CC74FE229}">
      <dgm:prSet/>
      <dgm:spPr/>
      <dgm:t>
        <a:bodyPr/>
        <a:lstStyle/>
        <a:p>
          <a:endParaRPr lang="en-US"/>
        </a:p>
      </dgm:t>
    </dgm:pt>
    <dgm:pt modelId="{F46E2AE3-58CC-48FB-B23B-8EE33CE33A35}" type="sibTrans" cxnId="{00F7F290-6B10-42A0-8E9A-670CC74FE229}">
      <dgm:prSet/>
      <dgm:spPr/>
      <dgm:t>
        <a:bodyPr/>
        <a:lstStyle/>
        <a:p>
          <a:endParaRPr lang="en-US"/>
        </a:p>
      </dgm:t>
    </dgm:pt>
    <dgm:pt modelId="{21B34B87-F160-4233-9BA8-4E174DA4DCC2}">
      <dgm:prSet/>
      <dgm:spPr/>
      <dgm:t>
        <a:bodyPr/>
        <a:lstStyle/>
        <a:p>
          <a:r>
            <a:rPr lang="en-US" dirty="0"/>
            <a:t>Identifying spam</a:t>
          </a:r>
        </a:p>
      </dgm:t>
    </dgm:pt>
    <dgm:pt modelId="{C2B0AB92-C3FE-4ECB-8DB8-F1A5CE24C362}" type="parTrans" cxnId="{56652BE7-52E5-41DC-BDEB-E92A3809A545}">
      <dgm:prSet/>
      <dgm:spPr/>
      <dgm:t>
        <a:bodyPr/>
        <a:lstStyle/>
        <a:p>
          <a:endParaRPr lang="en-US"/>
        </a:p>
      </dgm:t>
    </dgm:pt>
    <dgm:pt modelId="{9C23535C-6620-48A9-AA2C-DA47CFAE3E6D}" type="sibTrans" cxnId="{56652BE7-52E5-41DC-BDEB-E92A3809A545}">
      <dgm:prSet/>
      <dgm:spPr/>
      <dgm:t>
        <a:bodyPr/>
        <a:lstStyle/>
        <a:p>
          <a:endParaRPr lang="en-US"/>
        </a:p>
      </dgm:t>
    </dgm:pt>
    <dgm:pt modelId="{8391D681-60EA-4373-8952-FAFE9C769872}">
      <dgm:prSet/>
      <dgm:spPr/>
      <dgm:t>
        <a:bodyPr/>
        <a:lstStyle/>
        <a:p>
          <a:r>
            <a:rPr lang="en-US" dirty="0"/>
            <a:t>Predicting house prices</a:t>
          </a:r>
        </a:p>
      </dgm:t>
    </dgm:pt>
    <dgm:pt modelId="{E66654F4-A972-420A-82B0-BEE781C0A900}" type="parTrans" cxnId="{CD3333DC-AB01-4188-A7CE-77AC442C0711}">
      <dgm:prSet/>
      <dgm:spPr/>
      <dgm:t>
        <a:bodyPr/>
        <a:lstStyle/>
        <a:p>
          <a:endParaRPr lang="en-US"/>
        </a:p>
      </dgm:t>
    </dgm:pt>
    <dgm:pt modelId="{EB5F065F-D5E2-489A-BF6A-4BAEB422DF52}" type="sibTrans" cxnId="{CD3333DC-AB01-4188-A7CE-77AC442C0711}">
      <dgm:prSet/>
      <dgm:spPr/>
      <dgm:t>
        <a:bodyPr/>
        <a:lstStyle/>
        <a:p>
          <a:endParaRPr lang="en-US"/>
        </a:p>
      </dgm:t>
    </dgm:pt>
    <dgm:pt modelId="{840AFC2A-2839-475F-BE7F-14CABBACD296}">
      <dgm:prSet/>
      <dgm:spPr/>
      <dgm:t>
        <a:bodyPr/>
        <a:lstStyle/>
        <a:p>
          <a:r>
            <a:rPr lang="en-US"/>
            <a:t>GenAI models</a:t>
          </a:r>
        </a:p>
      </dgm:t>
    </dgm:pt>
    <dgm:pt modelId="{1925C5CD-F8E2-4A75-AE97-24A414B4AF4C}" type="parTrans" cxnId="{FB586549-3FA6-4C93-8D4C-529084268E0C}">
      <dgm:prSet/>
      <dgm:spPr/>
      <dgm:t>
        <a:bodyPr/>
        <a:lstStyle/>
        <a:p>
          <a:endParaRPr lang="en-US"/>
        </a:p>
      </dgm:t>
    </dgm:pt>
    <dgm:pt modelId="{9C1F5045-4FFF-4405-AF61-EEA1F87A9903}" type="sibTrans" cxnId="{FB586549-3FA6-4C93-8D4C-529084268E0C}">
      <dgm:prSet/>
      <dgm:spPr/>
      <dgm:t>
        <a:bodyPr/>
        <a:lstStyle/>
        <a:p>
          <a:endParaRPr lang="en-US"/>
        </a:p>
      </dgm:t>
    </dgm:pt>
    <dgm:pt modelId="{AB54DCD2-8886-48B6-A969-6180889761D3}">
      <dgm:prSet/>
      <dgm:spPr/>
      <dgm:t>
        <a:bodyPr/>
        <a:lstStyle/>
        <a:p>
          <a:r>
            <a:rPr lang="en-US"/>
            <a:t>Large Language Models (LLMs)</a:t>
          </a:r>
        </a:p>
      </dgm:t>
    </dgm:pt>
    <dgm:pt modelId="{A6E95905-D253-42FA-B35A-079764C68F78}" type="parTrans" cxnId="{93654379-B937-4E7E-A4EC-4B093687E9B9}">
      <dgm:prSet/>
      <dgm:spPr/>
      <dgm:t>
        <a:bodyPr/>
        <a:lstStyle/>
        <a:p>
          <a:endParaRPr lang="en-US"/>
        </a:p>
      </dgm:t>
    </dgm:pt>
    <dgm:pt modelId="{B3B4D401-9AF2-47F5-A314-44AB1889A08F}" type="sibTrans" cxnId="{93654379-B937-4E7E-A4EC-4B093687E9B9}">
      <dgm:prSet/>
      <dgm:spPr/>
      <dgm:t>
        <a:bodyPr/>
        <a:lstStyle/>
        <a:p>
          <a:endParaRPr lang="en-US"/>
        </a:p>
      </dgm:t>
    </dgm:pt>
    <dgm:pt modelId="{0882837E-7A35-43E6-93E8-9823F2DB7B85}">
      <dgm:prSet/>
      <dgm:spPr/>
      <dgm:t>
        <a:bodyPr/>
        <a:lstStyle/>
        <a:p>
          <a:r>
            <a:rPr lang="en-US"/>
            <a:t>Act as programmable reasoning components</a:t>
          </a:r>
        </a:p>
      </dgm:t>
    </dgm:pt>
    <dgm:pt modelId="{9ADA578C-957E-457D-B333-CFEB14CAA647}" type="parTrans" cxnId="{DCD15082-CF52-4934-A48C-83522D427AB3}">
      <dgm:prSet/>
      <dgm:spPr/>
      <dgm:t>
        <a:bodyPr/>
        <a:lstStyle/>
        <a:p>
          <a:endParaRPr lang="en-US"/>
        </a:p>
      </dgm:t>
    </dgm:pt>
    <dgm:pt modelId="{0FF6CB17-BF9B-455C-A710-45120909E964}" type="sibTrans" cxnId="{DCD15082-CF52-4934-A48C-83522D427AB3}">
      <dgm:prSet/>
      <dgm:spPr/>
      <dgm:t>
        <a:bodyPr/>
        <a:lstStyle/>
        <a:p>
          <a:endParaRPr lang="en-US"/>
        </a:p>
      </dgm:t>
    </dgm:pt>
    <dgm:pt modelId="{A3C8064A-1B35-4935-BDE5-D1EC8045827C}">
      <dgm:prSet/>
      <dgm:spPr/>
      <dgm:t>
        <a:bodyPr/>
        <a:lstStyle/>
        <a:p>
          <a:r>
            <a:rPr lang="en-US"/>
            <a:t>Adapted to many different tasks through natural language</a:t>
          </a:r>
        </a:p>
      </dgm:t>
    </dgm:pt>
    <dgm:pt modelId="{FBEBF2D1-5DD9-4542-895F-BECEBA4CCF2F}" type="parTrans" cxnId="{1122B6E1-E848-40ED-87C8-3152DFB96F0D}">
      <dgm:prSet/>
      <dgm:spPr/>
      <dgm:t>
        <a:bodyPr/>
        <a:lstStyle/>
        <a:p>
          <a:endParaRPr lang="en-US"/>
        </a:p>
      </dgm:t>
    </dgm:pt>
    <dgm:pt modelId="{158373DA-0FF2-4F63-9941-5BCCF13F35B5}" type="sibTrans" cxnId="{1122B6E1-E848-40ED-87C8-3152DFB96F0D}">
      <dgm:prSet/>
      <dgm:spPr/>
      <dgm:t>
        <a:bodyPr/>
        <a:lstStyle/>
        <a:p>
          <a:endParaRPr lang="en-US"/>
        </a:p>
      </dgm:t>
    </dgm:pt>
    <dgm:pt modelId="{54F5FB3C-05B9-491A-8FE5-CDA034AD019B}" type="pres">
      <dgm:prSet presAssocID="{C0E3502B-1779-4A50-8398-DDC58E02DB2C}" presName="linear" presStyleCnt="0">
        <dgm:presLayoutVars>
          <dgm:dir/>
          <dgm:animLvl val="lvl"/>
          <dgm:resizeHandles val="exact"/>
        </dgm:presLayoutVars>
      </dgm:prSet>
      <dgm:spPr/>
    </dgm:pt>
    <dgm:pt modelId="{15CF1C4F-325B-4A74-A741-B1382E764ADE}" type="pres">
      <dgm:prSet presAssocID="{1843170B-92F3-4958-B466-8205F99FE779}" presName="parentLin" presStyleCnt="0"/>
      <dgm:spPr/>
    </dgm:pt>
    <dgm:pt modelId="{8324418C-6759-4357-96ED-6FC58F0D053A}" type="pres">
      <dgm:prSet presAssocID="{1843170B-92F3-4958-B466-8205F99FE779}" presName="parentLeftMargin" presStyleLbl="node1" presStyleIdx="0" presStyleCnt="2"/>
      <dgm:spPr/>
    </dgm:pt>
    <dgm:pt modelId="{5FD6CCED-3404-4A95-B8B5-EBC4566E3B86}" type="pres">
      <dgm:prSet presAssocID="{1843170B-92F3-4958-B466-8205F99FE779}" presName="parentText" presStyleLbl="node1" presStyleIdx="0" presStyleCnt="2">
        <dgm:presLayoutVars>
          <dgm:chMax val="0"/>
          <dgm:bulletEnabled val="1"/>
        </dgm:presLayoutVars>
      </dgm:prSet>
      <dgm:spPr/>
    </dgm:pt>
    <dgm:pt modelId="{77B8AC6B-C27E-4E88-A4A5-EE719CC6711E}" type="pres">
      <dgm:prSet presAssocID="{1843170B-92F3-4958-B466-8205F99FE779}" presName="negativeSpace" presStyleCnt="0"/>
      <dgm:spPr/>
    </dgm:pt>
    <dgm:pt modelId="{F2DEDDD4-E687-4ED3-A2F4-DF148FFBA6D2}" type="pres">
      <dgm:prSet presAssocID="{1843170B-92F3-4958-B466-8205F99FE779}" presName="childText" presStyleLbl="conFgAcc1" presStyleIdx="0" presStyleCnt="2">
        <dgm:presLayoutVars>
          <dgm:bulletEnabled val="1"/>
        </dgm:presLayoutVars>
      </dgm:prSet>
      <dgm:spPr/>
    </dgm:pt>
    <dgm:pt modelId="{A6AE67C1-A40B-419A-B780-66FAFB3E7EF5}" type="pres">
      <dgm:prSet presAssocID="{35209DBD-60D7-4632-AA3B-032944E7EE84}" presName="spaceBetweenRectangles" presStyleCnt="0"/>
      <dgm:spPr/>
    </dgm:pt>
    <dgm:pt modelId="{B0832DED-03EF-41C1-8FBD-8F3C36D0C59E}" type="pres">
      <dgm:prSet presAssocID="{840AFC2A-2839-475F-BE7F-14CABBACD296}" presName="parentLin" presStyleCnt="0"/>
      <dgm:spPr/>
    </dgm:pt>
    <dgm:pt modelId="{6477B1D2-681D-48E6-B4FF-6CA390235BCE}" type="pres">
      <dgm:prSet presAssocID="{840AFC2A-2839-475F-BE7F-14CABBACD296}" presName="parentLeftMargin" presStyleLbl="node1" presStyleIdx="0" presStyleCnt="2"/>
      <dgm:spPr/>
    </dgm:pt>
    <dgm:pt modelId="{80C7138A-52C4-4347-BDBE-4061DFC3405E}" type="pres">
      <dgm:prSet presAssocID="{840AFC2A-2839-475F-BE7F-14CABBACD296}" presName="parentText" presStyleLbl="node1" presStyleIdx="1" presStyleCnt="2">
        <dgm:presLayoutVars>
          <dgm:chMax val="0"/>
          <dgm:bulletEnabled val="1"/>
        </dgm:presLayoutVars>
      </dgm:prSet>
      <dgm:spPr/>
    </dgm:pt>
    <dgm:pt modelId="{32D265A0-94B5-4616-A9BD-DB6833674762}" type="pres">
      <dgm:prSet presAssocID="{840AFC2A-2839-475F-BE7F-14CABBACD296}" presName="negativeSpace" presStyleCnt="0"/>
      <dgm:spPr/>
    </dgm:pt>
    <dgm:pt modelId="{801A7A88-9031-4B5D-92DC-9EB2BBD03985}" type="pres">
      <dgm:prSet presAssocID="{840AFC2A-2839-475F-BE7F-14CABBACD296}" presName="childText" presStyleLbl="conFgAcc1" presStyleIdx="1" presStyleCnt="2">
        <dgm:presLayoutVars>
          <dgm:bulletEnabled val="1"/>
        </dgm:presLayoutVars>
      </dgm:prSet>
      <dgm:spPr/>
    </dgm:pt>
  </dgm:ptLst>
  <dgm:cxnLst>
    <dgm:cxn modelId="{DC9D680B-42EE-4256-899A-9C69D4228BD5}" type="presOf" srcId="{0882837E-7A35-43E6-93E8-9823F2DB7B85}" destId="{801A7A88-9031-4B5D-92DC-9EB2BBD03985}" srcOrd="0" destOrd="1" presId="urn:microsoft.com/office/officeart/2005/8/layout/list1"/>
    <dgm:cxn modelId="{3DA5D929-434E-4210-9608-7DB76249B46F}" type="presOf" srcId="{8391D681-60EA-4373-8952-FAFE9C769872}" destId="{F2DEDDD4-E687-4ED3-A2F4-DF148FFBA6D2}" srcOrd="0" destOrd="2" presId="urn:microsoft.com/office/officeart/2005/8/layout/list1"/>
    <dgm:cxn modelId="{FB586549-3FA6-4C93-8D4C-529084268E0C}" srcId="{C0E3502B-1779-4A50-8398-DDC58E02DB2C}" destId="{840AFC2A-2839-475F-BE7F-14CABBACD296}" srcOrd="1" destOrd="0" parTransId="{1925C5CD-F8E2-4A75-AE97-24A414B4AF4C}" sibTransId="{9C1F5045-4FFF-4405-AF61-EEA1F87A9903}"/>
    <dgm:cxn modelId="{18271C56-0661-45BF-B583-E7F7FC2F7540}" type="presOf" srcId="{C0E3502B-1779-4A50-8398-DDC58E02DB2C}" destId="{54F5FB3C-05B9-491A-8FE5-CDA034AD019B}" srcOrd="0" destOrd="0" presId="urn:microsoft.com/office/officeart/2005/8/layout/list1"/>
    <dgm:cxn modelId="{93654379-B937-4E7E-A4EC-4B093687E9B9}" srcId="{840AFC2A-2839-475F-BE7F-14CABBACD296}" destId="{AB54DCD2-8886-48B6-A969-6180889761D3}" srcOrd="0" destOrd="0" parTransId="{A6E95905-D253-42FA-B35A-079764C68F78}" sibTransId="{B3B4D401-9AF2-47F5-A314-44AB1889A08F}"/>
    <dgm:cxn modelId="{17B7807F-C22F-4246-B4FC-B527CC25F377}" type="presOf" srcId="{AB54DCD2-8886-48B6-A969-6180889761D3}" destId="{801A7A88-9031-4B5D-92DC-9EB2BBD03985}" srcOrd="0" destOrd="0" presId="urn:microsoft.com/office/officeart/2005/8/layout/list1"/>
    <dgm:cxn modelId="{DCD15082-CF52-4934-A48C-83522D427AB3}" srcId="{840AFC2A-2839-475F-BE7F-14CABBACD296}" destId="{0882837E-7A35-43E6-93E8-9823F2DB7B85}" srcOrd="1" destOrd="0" parTransId="{9ADA578C-957E-457D-B333-CFEB14CAA647}" sibTransId="{0FF6CB17-BF9B-455C-A710-45120909E964}"/>
    <dgm:cxn modelId="{00F7F290-6B10-42A0-8E9A-670CC74FE229}" srcId="{1843170B-92F3-4958-B466-8205F99FE779}" destId="{20762897-E529-4675-BC5E-91FD48902D7E}" srcOrd="0" destOrd="0" parTransId="{C9D203B9-F7B3-443E-B44E-57122F38C639}" sibTransId="{F46E2AE3-58CC-48FB-B23B-8EE33CE33A35}"/>
    <dgm:cxn modelId="{050DB596-B6D1-4C01-A33F-6C4F2805B640}" type="presOf" srcId="{21B34B87-F160-4233-9BA8-4E174DA4DCC2}" destId="{F2DEDDD4-E687-4ED3-A2F4-DF148FFBA6D2}" srcOrd="0" destOrd="1" presId="urn:microsoft.com/office/officeart/2005/8/layout/list1"/>
    <dgm:cxn modelId="{D83E799B-B223-4928-B902-B5830F1813F2}" type="presOf" srcId="{840AFC2A-2839-475F-BE7F-14CABBACD296}" destId="{6477B1D2-681D-48E6-B4FF-6CA390235BCE}" srcOrd="0" destOrd="0" presId="urn:microsoft.com/office/officeart/2005/8/layout/list1"/>
    <dgm:cxn modelId="{C99D299E-7577-4615-B8C0-B1E7D4FD284D}" type="presOf" srcId="{840AFC2A-2839-475F-BE7F-14CABBACD296}" destId="{80C7138A-52C4-4347-BDBE-4061DFC3405E}" srcOrd="1" destOrd="0" presId="urn:microsoft.com/office/officeart/2005/8/layout/list1"/>
    <dgm:cxn modelId="{C17A69BB-E3D4-4F45-BA79-9053C085ABF6}" type="presOf" srcId="{20762897-E529-4675-BC5E-91FD48902D7E}" destId="{F2DEDDD4-E687-4ED3-A2F4-DF148FFBA6D2}" srcOrd="0" destOrd="0" presId="urn:microsoft.com/office/officeart/2005/8/layout/list1"/>
    <dgm:cxn modelId="{EEAB01BF-CFEE-455B-A495-695C44248434}" type="presOf" srcId="{1843170B-92F3-4958-B466-8205F99FE779}" destId="{5FD6CCED-3404-4A95-B8B5-EBC4566E3B86}" srcOrd="1" destOrd="0" presId="urn:microsoft.com/office/officeart/2005/8/layout/list1"/>
    <dgm:cxn modelId="{CD3333DC-AB01-4188-A7CE-77AC442C0711}" srcId="{20762897-E529-4675-BC5E-91FD48902D7E}" destId="{8391D681-60EA-4373-8952-FAFE9C769872}" srcOrd="1" destOrd="0" parTransId="{E66654F4-A972-420A-82B0-BEE781C0A900}" sibTransId="{EB5F065F-D5E2-489A-BF6A-4BAEB422DF52}"/>
    <dgm:cxn modelId="{1122B6E1-E848-40ED-87C8-3152DFB96F0D}" srcId="{840AFC2A-2839-475F-BE7F-14CABBACD296}" destId="{A3C8064A-1B35-4935-BDE5-D1EC8045827C}" srcOrd="2" destOrd="0" parTransId="{FBEBF2D1-5DD9-4542-895F-BECEBA4CCF2F}" sibTransId="{158373DA-0FF2-4F63-9941-5BCCF13F35B5}"/>
    <dgm:cxn modelId="{56652BE7-52E5-41DC-BDEB-E92A3809A545}" srcId="{20762897-E529-4675-BC5E-91FD48902D7E}" destId="{21B34B87-F160-4233-9BA8-4E174DA4DCC2}" srcOrd="0" destOrd="0" parTransId="{C2B0AB92-C3FE-4ECB-8DB8-F1A5CE24C362}" sibTransId="{9C23535C-6620-48A9-AA2C-DA47CFAE3E6D}"/>
    <dgm:cxn modelId="{19ABBFF1-B833-4510-BD72-AE6785AF3AE1}" srcId="{C0E3502B-1779-4A50-8398-DDC58E02DB2C}" destId="{1843170B-92F3-4958-B466-8205F99FE779}" srcOrd="0" destOrd="0" parTransId="{B7AB09B5-CD1A-4DE4-9737-A14B1A65703C}" sibTransId="{35209DBD-60D7-4632-AA3B-032944E7EE84}"/>
    <dgm:cxn modelId="{797270F2-E827-4344-B342-4A5B99CFE4DA}" type="presOf" srcId="{A3C8064A-1B35-4935-BDE5-D1EC8045827C}" destId="{801A7A88-9031-4B5D-92DC-9EB2BBD03985}" srcOrd="0" destOrd="2" presId="urn:microsoft.com/office/officeart/2005/8/layout/list1"/>
    <dgm:cxn modelId="{5EEF95F2-7862-41AD-A01A-A4197FB5409D}" type="presOf" srcId="{1843170B-92F3-4958-B466-8205F99FE779}" destId="{8324418C-6759-4357-96ED-6FC58F0D053A}" srcOrd="0" destOrd="0" presId="urn:microsoft.com/office/officeart/2005/8/layout/list1"/>
    <dgm:cxn modelId="{D8AA117C-6288-4FBD-89E1-1FA6F4AC4442}" type="presParOf" srcId="{54F5FB3C-05B9-491A-8FE5-CDA034AD019B}" destId="{15CF1C4F-325B-4A74-A741-B1382E764ADE}" srcOrd="0" destOrd="0" presId="urn:microsoft.com/office/officeart/2005/8/layout/list1"/>
    <dgm:cxn modelId="{D7442160-730E-4ED9-A520-824824D23A30}" type="presParOf" srcId="{15CF1C4F-325B-4A74-A741-B1382E764ADE}" destId="{8324418C-6759-4357-96ED-6FC58F0D053A}" srcOrd="0" destOrd="0" presId="urn:microsoft.com/office/officeart/2005/8/layout/list1"/>
    <dgm:cxn modelId="{74DFB4D4-B4B8-4E49-B743-02E063830F4B}" type="presParOf" srcId="{15CF1C4F-325B-4A74-A741-B1382E764ADE}" destId="{5FD6CCED-3404-4A95-B8B5-EBC4566E3B86}" srcOrd="1" destOrd="0" presId="urn:microsoft.com/office/officeart/2005/8/layout/list1"/>
    <dgm:cxn modelId="{0AEB1AB7-F219-4470-92C8-1ED48CA97CA7}" type="presParOf" srcId="{54F5FB3C-05B9-491A-8FE5-CDA034AD019B}" destId="{77B8AC6B-C27E-4E88-A4A5-EE719CC6711E}" srcOrd="1" destOrd="0" presId="urn:microsoft.com/office/officeart/2005/8/layout/list1"/>
    <dgm:cxn modelId="{5CE36868-B3F7-41D9-8F3B-338C49CDB4D0}" type="presParOf" srcId="{54F5FB3C-05B9-491A-8FE5-CDA034AD019B}" destId="{F2DEDDD4-E687-4ED3-A2F4-DF148FFBA6D2}" srcOrd="2" destOrd="0" presId="urn:microsoft.com/office/officeart/2005/8/layout/list1"/>
    <dgm:cxn modelId="{9E1470D2-02DC-4F6E-90C1-A52E6C700DA8}" type="presParOf" srcId="{54F5FB3C-05B9-491A-8FE5-CDA034AD019B}" destId="{A6AE67C1-A40B-419A-B780-66FAFB3E7EF5}" srcOrd="3" destOrd="0" presId="urn:microsoft.com/office/officeart/2005/8/layout/list1"/>
    <dgm:cxn modelId="{98779876-FA5C-452B-B7BC-91DA5D1DF531}" type="presParOf" srcId="{54F5FB3C-05B9-491A-8FE5-CDA034AD019B}" destId="{B0832DED-03EF-41C1-8FBD-8F3C36D0C59E}" srcOrd="4" destOrd="0" presId="urn:microsoft.com/office/officeart/2005/8/layout/list1"/>
    <dgm:cxn modelId="{814279FD-F59D-489B-AE68-6E8A59AC5A86}" type="presParOf" srcId="{B0832DED-03EF-41C1-8FBD-8F3C36D0C59E}" destId="{6477B1D2-681D-48E6-B4FF-6CA390235BCE}" srcOrd="0" destOrd="0" presId="urn:microsoft.com/office/officeart/2005/8/layout/list1"/>
    <dgm:cxn modelId="{8DAC7F9E-CE7D-4B1E-A85A-7ED491BD48CB}" type="presParOf" srcId="{B0832DED-03EF-41C1-8FBD-8F3C36D0C59E}" destId="{80C7138A-52C4-4347-BDBE-4061DFC3405E}" srcOrd="1" destOrd="0" presId="urn:microsoft.com/office/officeart/2005/8/layout/list1"/>
    <dgm:cxn modelId="{07F79871-F9F8-4E16-BDBB-F69422880060}" type="presParOf" srcId="{54F5FB3C-05B9-491A-8FE5-CDA034AD019B}" destId="{32D265A0-94B5-4616-A9BD-DB6833674762}" srcOrd="5" destOrd="0" presId="urn:microsoft.com/office/officeart/2005/8/layout/list1"/>
    <dgm:cxn modelId="{E5DAA6DA-EBA6-4B83-A491-F4503848F39D}" type="presParOf" srcId="{54F5FB3C-05B9-491A-8FE5-CDA034AD019B}" destId="{801A7A88-9031-4B5D-92DC-9EB2BBD03985}"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FBE9DE0-23BF-4967-89E6-5209C334B4A0}" type="doc">
      <dgm:prSet loTypeId="urn:microsoft.com/office/officeart/2005/8/layout/list1" loCatId="list" qsTypeId="urn:microsoft.com/office/officeart/2005/8/quickstyle/simple4" qsCatId="simple" csTypeId="urn:microsoft.com/office/officeart/2005/8/colors/colorful2" csCatId="colorful"/>
      <dgm:spPr/>
      <dgm:t>
        <a:bodyPr/>
        <a:lstStyle/>
        <a:p>
          <a:endParaRPr lang="en-US"/>
        </a:p>
      </dgm:t>
    </dgm:pt>
    <dgm:pt modelId="{0AEF0619-19A8-4C1C-B948-CD777CAC16DB}">
      <dgm:prSet/>
      <dgm:spPr/>
      <dgm:t>
        <a:bodyPr/>
        <a:lstStyle/>
        <a:p>
          <a:r>
            <a:rPr lang="en-US"/>
            <a:t>Its job is to classify or predict a label.</a:t>
          </a:r>
        </a:p>
      </dgm:t>
    </dgm:pt>
    <dgm:pt modelId="{57B570B5-E39B-4DA0-B285-5EC39648C4F4}" type="parTrans" cxnId="{C38A0FF9-0D59-4712-8597-04D55732B056}">
      <dgm:prSet/>
      <dgm:spPr/>
      <dgm:t>
        <a:bodyPr/>
        <a:lstStyle/>
        <a:p>
          <a:endParaRPr lang="en-US"/>
        </a:p>
      </dgm:t>
    </dgm:pt>
    <dgm:pt modelId="{B01D574B-4E79-49FF-A1DD-47DA7D9FBFC4}" type="sibTrans" cxnId="{C38A0FF9-0D59-4712-8597-04D55732B056}">
      <dgm:prSet/>
      <dgm:spPr/>
      <dgm:t>
        <a:bodyPr/>
        <a:lstStyle/>
        <a:p>
          <a:endParaRPr lang="en-US"/>
        </a:p>
      </dgm:t>
    </dgm:pt>
    <dgm:pt modelId="{FAF7B16A-100E-408F-B1F5-D68BE6A81E9C}">
      <dgm:prSet/>
      <dgm:spPr/>
      <dgm:t>
        <a:bodyPr/>
        <a:lstStyle/>
        <a:p>
          <a:r>
            <a:rPr lang="en-US"/>
            <a:t>Input</a:t>
          </a:r>
        </a:p>
      </dgm:t>
    </dgm:pt>
    <dgm:pt modelId="{64A6A94E-EF4B-4C0F-A1A1-FBB2C3AF3105}" type="parTrans" cxnId="{FEA8C5ED-6A1B-4239-9D75-5A85B2A6FC43}">
      <dgm:prSet/>
      <dgm:spPr/>
      <dgm:t>
        <a:bodyPr/>
        <a:lstStyle/>
        <a:p>
          <a:endParaRPr lang="en-US"/>
        </a:p>
      </dgm:t>
    </dgm:pt>
    <dgm:pt modelId="{0C0C0CD4-4F06-4BA5-BF02-905C323E08E6}" type="sibTrans" cxnId="{FEA8C5ED-6A1B-4239-9D75-5A85B2A6FC43}">
      <dgm:prSet/>
      <dgm:spPr/>
      <dgm:t>
        <a:bodyPr/>
        <a:lstStyle/>
        <a:p>
          <a:endParaRPr lang="en-US"/>
        </a:p>
      </dgm:t>
    </dgm:pt>
    <dgm:pt modelId="{071B91EA-3EF8-461C-8DCD-C317231F64EB}">
      <dgm:prSet/>
      <dgm:spPr/>
      <dgm:t>
        <a:bodyPr/>
        <a:lstStyle/>
        <a:p>
          <a:r>
            <a:rPr lang="en-US"/>
            <a:t>An image of a dog</a:t>
          </a:r>
        </a:p>
      </dgm:t>
    </dgm:pt>
    <dgm:pt modelId="{7C1F2FD7-9B85-4F75-90B1-BD51477456E0}" type="parTrans" cxnId="{7187A63A-9E1B-47FD-BC72-9D2C8C86BE2F}">
      <dgm:prSet/>
      <dgm:spPr/>
      <dgm:t>
        <a:bodyPr/>
        <a:lstStyle/>
        <a:p>
          <a:endParaRPr lang="en-US"/>
        </a:p>
      </dgm:t>
    </dgm:pt>
    <dgm:pt modelId="{E7B5F242-CF3A-453E-B200-1946F2C71774}" type="sibTrans" cxnId="{7187A63A-9E1B-47FD-BC72-9D2C8C86BE2F}">
      <dgm:prSet/>
      <dgm:spPr/>
      <dgm:t>
        <a:bodyPr/>
        <a:lstStyle/>
        <a:p>
          <a:endParaRPr lang="en-US"/>
        </a:p>
      </dgm:t>
    </dgm:pt>
    <dgm:pt modelId="{CDFA7F44-A76F-435F-AA53-CEC8C31DD4D6}">
      <dgm:prSet/>
      <dgm:spPr/>
      <dgm:t>
        <a:bodyPr/>
        <a:lstStyle/>
        <a:p>
          <a:r>
            <a:rPr lang="en-US"/>
            <a:t>Output</a:t>
          </a:r>
        </a:p>
      </dgm:t>
    </dgm:pt>
    <dgm:pt modelId="{8FA2DEA5-0EA4-47B0-80FE-7C9D06F33049}" type="parTrans" cxnId="{D09D3AC0-2BAD-49CC-BB40-3361CFFFAEC4}">
      <dgm:prSet/>
      <dgm:spPr/>
      <dgm:t>
        <a:bodyPr/>
        <a:lstStyle/>
        <a:p>
          <a:endParaRPr lang="en-US"/>
        </a:p>
      </dgm:t>
    </dgm:pt>
    <dgm:pt modelId="{F9121E71-F07D-41F3-83F1-617A9A33B019}" type="sibTrans" cxnId="{D09D3AC0-2BAD-49CC-BB40-3361CFFFAEC4}">
      <dgm:prSet/>
      <dgm:spPr/>
      <dgm:t>
        <a:bodyPr/>
        <a:lstStyle/>
        <a:p>
          <a:endParaRPr lang="en-US"/>
        </a:p>
      </dgm:t>
    </dgm:pt>
    <dgm:pt modelId="{99730C14-1AFF-4358-9C09-3F7CD50B9DCC}">
      <dgm:prSet/>
      <dgm:spPr/>
      <dgm:t>
        <a:bodyPr/>
        <a:lstStyle/>
        <a:p>
          <a:r>
            <a:rPr lang="en-US"/>
            <a:t>Label "Dog"</a:t>
          </a:r>
        </a:p>
      </dgm:t>
    </dgm:pt>
    <dgm:pt modelId="{223ECD34-76E8-4CFE-9AA7-AB1C7BCC701C}" type="parTrans" cxnId="{DA6DACB0-2619-4789-8051-26B17D8A7FA0}">
      <dgm:prSet/>
      <dgm:spPr/>
      <dgm:t>
        <a:bodyPr/>
        <a:lstStyle/>
        <a:p>
          <a:endParaRPr lang="en-US"/>
        </a:p>
      </dgm:t>
    </dgm:pt>
    <dgm:pt modelId="{933EC728-78C1-4449-AC4F-50D245726A22}" type="sibTrans" cxnId="{DA6DACB0-2619-4789-8051-26B17D8A7FA0}">
      <dgm:prSet/>
      <dgm:spPr/>
      <dgm:t>
        <a:bodyPr/>
        <a:lstStyle/>
        <a:p>
          <a:endParaRPr lang="en-US"/>
        </a:p>
      </dgm:t>
    </dgm:pt>
    <dgm:pt modelId="{3F0A46FF-2699-4723-8377-3C0ABCAA8A00}">
      <dgm:prSet/>
      <dgm:spPr/>
      <dgm:t>
        <a:bodyPr/>
        <a:lstStyle/>
        <a:p>
          <a:r>
            <a:rPr lang="en-US"/>
            <a:t>Math</a:t>
          </a:r>
        </a:p>
      </dgm:t>
    </dgm:pt>
    <dgm:pt modelId="{9B3B240E-586E-4410-8C54-5ACBEA38B59D}" type="parTrans" cxnId="{2F5FA4C1-4D1A-474F-A5A4-043000F12A07}">
      <dgm:prSet/>
      <dgm:spPr/>
      <dgm:t>
        <a:bodyPr/>
        <a:lstStyle/>
        <a:p>
          <a:endParaRPr lang="en-US"/>
        </a:p>
      </dgm:t>
    </dgm:pt>
    <dgm:pt modelId="{0D362C0C-B9F6-4C1A-A9BD-1A81F38793FF}" type="sibTrans" cxnId="{2F5FA4C1-4D1A-474F-A5A4-043000F12A07}">
      <dgm:prSet/>
      <dgm:spPr/>
      <dgm:t>
        <a:bodyPr/>
        <a:lstStyle/>
        <a:p>
          <a:endParaRPr lang="en-US"/>
        </a:p>
      </dgm:t>
    </dgm:pt>
    <dgm:pt modelId="{E69A2968-DDB0-4567-B199-447211A8E661}">
      <dgm:prSet/>
      <dgm:spPr/>
      <dgm:t>
        <a:bodyPr/>
        <a:lstStyle/>
        <a:p>
          <a:r>
            <a:rPr lang="en-US" dirty="0"/>
            <a:t>It models the Conditional Probability P(</a:t>
          </a:r>
          <a:r>
            <a:rPr lang="en-US" dirty="0" err="1"/>
            <a:t>y|x</a:t>
          </a:r>
          <a:r>
            <a:rPr lang="en-US" dirty="0"/>
            <a:t>) (Probability of label y given input x )</a:t>
          </a:r>
        </a:p>
      </dgm:t>
    </dgm:pt>
    <dgm:pt modelId="{84ECF872-6C75-4792-A2A9-F8EA9AAC8AFF}" type="parTrans" cxnId="{81D301C9-1DD3-404B-9C6E-0737B1364D91}">
      <dgm:prSet/>
      <dgm:spPr/>
      <dgm:t>
        <a:bodyPr/>
        <a:lstStyle/>
        <a:p>
          <a:endParaRPr lang="en-US"/>
        </a:p>
      </dgm:t>
    </dgm:pt>
    <dgm:pt modelId="{AA48C8E1-533B-45A7-8F1C-3350B44D9994}" type="sibTrans" cxnId="{81D301C9-1DD3-404B-9C6E-0737B1364D91}">
      <dgm:prSet/>
      <dgm:spPr/>
      <dgm:t>
        <a:bodyPr/>
        <a:lstStyle/>
        <a:p>
          <a:endParaRPr lang="en-US"/>
        </a:p>
      </dgm:t>
    </dgm:pt>
    <dgm:pt modelId="{1B9C670E-A035-40A7-B80F-BC2937B33841}">
      <dgm:prSet/>
      <dgm:spPr/>
      <dgm:t>
        <a:bodyPr/>
        <a:lstStyle/>
        <a:p>
          <a:r>
            <a:rPr lang="en-US" dirty="0"/>
            <a:t>It draws a line (boundary) between classes.</a:t>
          </a:r>
        </a:p>
      </dgm:t>
    </dgm:pt>
    <dgm:pt modelId="{75BF682C-AE21-482A-B209-188B6F945182}" type="parTrans" cxnId="{CB004147-F393-4716-93DF-B3DE5531D5AC}">
      <dgm:prSet/>
      <dgm:spPr/>
      <dgm:t>
        <a:bodyPr/>
        <a:lstStyle/>
        <a:p>
          <a:endParaRPr lang="en-US"/>
        </a:p>
      </dgm:t>
    </dgm:pt>
    <dgm:pt modelId="{70FBB826-5226-4ACF-B9BA-39371D21D988}" type="sibTrans" cxnId="{CB004147-F393-4716-93DF-B3DE5531D5AC}">
      <dgm:prSet/>
      <dgm:spPr/>
      <dgm:t>
        <a:bodyPr/>
        <a:lstStyle/>
        <a:p>
          <a:endParaRPr lang="en-US"/>
        </a:p>
      </dgm:t>
    </dgm:pt>
    <dgm:pt modelId="{F2024908-BF4C-4CDB-B805-81E128CF41B1}" type="pres">
      <dgm:prSet presAssocID="{3FBE9DE0-23BF-4967-89E6-5209C334B4A0}" presName="linear" presStyleCnt="0">
        <dgm:presLayoutVars>
          <dgm:dir/>
          <dgm:animLvl val="lvl"/>
          <dgm:resizeHandles val="exact"/>
        </dgm:presLayoutVars>
      </dgm:prSet>
      <dgm:spPr/>
    </dgm:pt>
    <dgm:pt modelId="{BE130D93-6648-45B9-A4AD-ECF007A36C5F}" type="pres">
      <dgm:prSet presAssocID="{0AEF0619-19A8-4C1C-B948-CD777CAC16DB}" presName="parentLin" presStyleCnt="0"/>
      <dgm:spPr/>
    </dgm:pt>
    <dgm:pt modelId="{3089846C-6CBE-487E-A7DC-5F27CC897EE7}" type="pres">
      <dgm:prSet presAssocID="{0AEF0619-19A8-4C1C-B948-CD777CAC16DB}" presName="parentLeftMargin" presStyleLbl="node1" presStyleIdx="0" presStyleCnt="4"/>
      <dgm:spPr/>
    </dgm:pt>
    <dgm:pt modelId="{6298C967-1C9F-4353-9959-02FE4D80E195}" type="pres">
      <dgm:prSet presAssocID="{0AEF0619-19A8-4C1C-B948-CD777CAC16DB}" presName="parentText" presStyleLbl="node1" presStyleIdx="0" presStyleCnt="4">
        <dgm:presLayoutVars>
          <dgm:chMax val="0"/>
          <dgm:bulletEnabled val="1"/>
        </dgm:presLayoutVars>
      </dgm:prSet>
      <dgm:spPr/>
    </dgm:pt>
    <dgm:pt modelId="{308B5769-DA59-4AC9-8B79-567CCC018A8A}" type="pres">
      <dgm:prSet presAssocID="{0AEF0619-19A8-4C1C-B948-CD777CAC16DB}" presName="negativeSpace" presStyleCnt="0"/>
      <dgm:spPr/>
    </dgm:pt>
    <dgm:pt modelId="{915721D7-C0A0-4E23-BFC2-DB9E0FB14742}" type="pres">
      <dgm:prSet presAssocID="{0AEF0619-19A8-4C1C-B948-CD777CAC16DB}" presName="childText" presStyleLbl="conFgAcc1" presStyleIdx="0" presStyleCnt="4">
        <dgm:presLayoutVars>
          <dgm:bulletEnabled val="1"/>
        </dgm:presLayoutVars>
      </dgm:prSet>
      <dgm:spPr/>
    </dgm:pt>
    <dgm:pt modelId="{8F6582D0-C0FA-409D-80FD-6181F51B1280}" type="pres">
      <dgm:prSet presAssocID="{B01D574B-4E79-49FF-A1DD-47DA7D9FBFC4}" presName="spaceBetweenRectangles" presStyleCnt="0"/>
      <dgm:spPr/>
    </dgm:pt>
    <dgm:pt modelId="{1F2C4EAF-CBC0-478A-9F3E-2D1E5772A960}" type="pres">
      <dgm:prSet presAssocID="{FAF7B16A-100E-408F-B1F5-D68BE6A81E9C}" presName="parentLin" presStyleCnt="0"/>
      <dgm:spPr/>
    </dgm:pt>
    <dgm:pt modelId="{6E4D2A3D-EC0B-458C-B59C-E4E790AD7D20}" type="pres">
      <dgm:prSet presAssocID="{FAF7B16A-100E-408F-B1F5-D68BE6A81E9C}" presName="parentLeftMargin" presStyleLbl="node1" presStyleIdx="0" presStyleCnt="4"/>
      <dgm:spPr/>
    </dgm:pt>
    <dgm:pt modelId="{775B10A9-1C07-4267-A7DF-301584A7D179}" type="pres">
      <dgm:prSet presAssocID="{FAF7B16A-100E-408F-B1F5-D68BE6A81E9C}" presName="parentText" presStyleLbl="node1" presStyleIdx="1" presStyleCnt="4">
        <dgm:presLayoutVars>
          <dgm:chMax val="0"/>
          <dgm:bulletEnabled val="1"/>
        </dgm:presLayoutVars>
      </dgm:prSet>
      <dgm:spPr/>
    </dgm:pt>
    <dgm:pt modelId="{D1E73C35-649F-47C4-A0AE-8E2BD365722F}" type="pres">
      <dgm:prSet presAssocID="{FAF7B16A-100E-408F-B1F5-D68BE6A81E9C}" presName="negativeSpace" presStyleCnt="0"/>
      <dgm:spPr/>
    </dgm:pt>
    <dgm:pt modelId="{37EFC95A-8FA8-4E72-8ACB-77B84C8F0837}" type="pres">
      <dgm:prSet presAssocID="{FAF7B16A-100E-408F-B1F5-D68BE6A81E9C}" presName="childText" presStyleLbl="conFgAcc1" presStyleIdx="1" presStyleCnt="4">
        <dgm:presLayoutVars>
          <dgm:bulletEnabled val="1"/>
        </dgm:presLayoutVars>
      </dgm:prSet>
      <dgm:spPr/>
    </dgm:pt>
    <dgm:pt modelId="{305068B6-3FFC-41FF-A917-0520BBEB120A}" type="pres">
      <dgm:prSet presAssocID="{0C0C0CD4-4F06-4BA5-BF02-905C323E08E6}" presName="spaceBetweenRectangles" presStyleCnt="0"/>
      <dgm:spPr/>
    </dgm:pt>
    <dgm:pt modelId="{E5A71E76-FAA7-4916-B418-9669DB0E6E12}" type="pres">
      <dgm:prSet presAssocID="{CDFA7F44-A76F-435F-AA53-CEC8C31DD4D6}" presName="parentLin" presStyleCnt="0"/>
      <dgm:spPr/>
    </dgm:pt>
    <dgm:pt modelId="{53EA3236-AC02-4E9B-85AD-812B99A61E0C}" type="pres">
      <dgm:prSet presAssocID="{CDFA7F44-A76F-435F-AA53-CEC8C31DD4D6}" presName="parentLeftMargin" presStyleLbl="node1" presStyleIdx="1" presStyleCnt="4"/>
      <dgm:spPr/>
    </dgm:pt>
    <dgm:pt modelId="{5949A602-60B5-46C9-B32A-85286D157290}" type="pres">
      <dgm:prSet presAssocID="{CDFA7F44-A76F-435F-AA53-CEC8C31DD4D6}" presName="parentText" presStyleLbl="node1" presStyleIdx="2" presStyleCnt="4">
        <dgm:presLayoutVars>
          <dgm:chMax val="0"/>
          <dgm:bulletEnabled val="1"/>
        </dgm:presLayoutVars>
      </dgm:prSet>
      <dgm:spPr/>
    </dgm:pt>
    <dgm:pt modelId="{9F3AA9EC-10A2-4DDA-A21B-C0D59E1B5F1A}" type="pres">
      <dgm:prSet presAssocID="{CDFA7F44-A76F-435F-AA53-CEC8C31DD4D6}" presName="negativeSpace" presStyleCnt="0"/>
      <dgm:spPr/>
    </dgm:pt>
    <dgm:pt modelId="{1A893639-1E01-48B7-BB64-856DA502F098}" type="pres">
      <dgm:prSet presAssocID="{CDFA7F44-A76F-435F-AA53-CEC8C31DD4D6}" presName="childText" presStyleLbl="conFgAcc1" presStyleIdx="2" presStyleCnt="4">
        <dgm:presLayoutVars>
          <dgm:bulletEnabled val="1"/>
        </dgm:presLayoutVars>
      </dgm:prSet>
      <dgm:spPr/>
    </dgm:pt>
    <dgm:pt modelId="{858E7F9D-4986-484E-8647-1F98FA85D46A}" type="pres">
      <dgm:prSet presAssocID="{F9121E71-F07D-41F3-83F1-617A9A33B019}" presName="spaceBetweenRectangles" presStyleCnt="0"/>
      <dgm:spPr/>
    </dgm:pt>
    <dgm:pt modelId="{72F64662-1D7C-438E-A416-481B71963022}" type="pres">
      <dgm:prSet presAssocID="{3F0A46FF-2699-4723-8377-3C0ABCAA8A00}" presName="parentLin" presStyleCnt="0"/>
      <dgm:spPr/>
    </dgm:pt>
    <dgm:pt modelId="{EC463C0C-A6DD-41AF-8FD2-0011C573D2AA}" type="pres">
      <dgm:prSet presAssocID="{3F0A46FF-2699-4723-8377-3C0ABCAA8A00}" presName="parentLeftMargin" presStyleLbl="node1" presStyleIdx="2" presStyleCnt="4"/>
      <dgm:spPr/>
    </dgm:pt>
    <dgm:pt modelId="{59702B92-6AE8-4A01-9830-500928E5F5CF}" type="pres">
      <dgm:prSet presAssocID="{3F0A46FF-2699-4723-8377-3C0ABCAA8A00}" presName="parentText" presStyleLbl="node1" presStyleIdx="3" presStyleCnt="4">
        <dgm:presLayoutVars>
          <dgm:chMax val="0"/>
          <dgm:bulletEnabled val="1"/>
        </dgm:presLayoutVars>
      </dgm:prSet>
      <dgm:spPr/>
    </dgm:pt>
    <dgm:pt modelId="{3EFDEB4C-728F-4AC6-9E49-29F4757A8743}" type="pres">
      <dgm:prSet presAssocID="{3F0A46FF-2699-4723-8377-3C0ABCAA8A00}" presName="negativeSpace" presStyleCnt="0"/>
      <dgm:spPr/>
    </dgm:pt>
    <dgm:pt modelId="{DA64E2D4-93D0-4FE7-80C5-814A10B0A457}" type="pres">
      <dgm:prSet presAssocID="{3F0A46FF-2699-4723-8377-3C0ABCAA8A00}" presName="childText" presStyleLbl="conFgAcc1" presStyleIdx="3" presStyleCnt="4">
        <dgm:presLayoutVars>
          <dgm:bulletEnabled val="1"/>
        </dgm:presLayoutVars>
      </dgm:prSet>
      <dgm:spPr/>
    </dgm:pt>
  </dgm:ptLst>
  <dgm:cxnLst>
    <dgm:cxn modelId="{3F0E5A2D-6D14-43A5-9035-9C6E6E063BD2}" type="presOf" srcId="{CDFA7F44-A76F-435F-AA53-CEC8C31DD4D6}" destId="{5949A602-60B5-46C9-B32A-85286D157290}" srcOrd="1" destOrd="0" presId="urn:microsoft.com/office/officeart/2005/8/layout/list1"/>
    <dgm:cxn modelId="{7187A63A-9E1B-47FD-BC72-9D2C8C86BE2F}" srcId="{FAF7B16A-100E-408F-B1F5-D68BE6A81E9C}" destId="{071B91EA-3EF8-461C-8DCD-C317231F64EB}" srcOrd="0" destOrd="0" parTransId="{7C1F2FD7-9B85-4F75-90B1-BD51477456E0}" sibTransId="{E7B5F242-CF3A-453E-B200-1946F2C71774}"/>
    <dgm:cxn modelId="{CB004147-F393-4716-93DF-B3DE5531D5AC}" srcId="{3F0A46FF-2699-4723-8377-3C0ABCAA8A00}" destId="{1B9C670E-A035-40A7-B80F-BC2937B33841}" srcOrd="1" destOrd="0" parTransId="{75BF682C-AE21-482A-B209-188B6F945182}" sibTransId="{70FBB826-5226-4ACF-B9BA-39371D21D988}"/>
    <dgm:cxn modelId="{6DEE4C4B-E941-4D3B-808C-8CFD4CD25173}" type="presOf" srcId="{0AEF0619-19A8-4C1C-B948-CD777CAC16DB}" destId="{3089846C-6CBE-487E-A7DC-5F27CC897EE7}" srcOrd="0" destOrd="0" presId="urn:microsoft.com/office/officeart/2005/8/layout/list1"/>
    <dgm:cxn modelId="{15D1F676-D7BF-4057-BF53-ABCD9FB98E31}" type="presOf" srcId="{071B91EA-3EF8-461C-8DCD-C317231F64EB}" destId="{37EFC95A-8FA8-4E72-8ACB-77B84C8F0837}" srcOrd="0" destOrd="0" presId="urn:microsoft.com/office/officeart/2005/8/layout/list1"/>
    <dgm:cxn modelId="{26E40457-24FD-495B-BEA1-0C9DDCBDEA82}" type="presOf" srcId="{FAF7B16A-100E-408F-B1F5-D68BE6A81E9C}" destId="{6E4D2A3D-EC0B-458C-B59C-E4E790AD7D20}" srcOrd="0" destOrd="0" presId="urn:microsoft.com/office/officeart/2005/8/layout/list1"/>
    <dgm:cxn modelId="{BF001B8E-67C0-4914-83F3-C95F624E4D13}" type="presOf" srcId="{1B9C670E-A035-40A7-B80F-BC2937B33841}" destId="{DA64E2D4-93D0-4FE7-80C5-814A10B0A457}" srcOrd="0" destOrd="1" presId="urn:microsoft.com/office/officeart/2005/8/layout/list1"/>
    <dgm:cxn modelId="{5AE7E791-2AB5-4568-ABE7-52CB89F95490}" type="presOf" srcId="{CDFA7F44-A76F-435F-AA53-CEC8C31DD4D6}" destId="{53EA3236-AC02-4E9B-85AD-812B99A61E0C}" srcOrd="0" destOrd="0" presId="urn:microsoft.com/office/officeart/2005/8/layout/list1"/>
    <dgm:cxn modelId="{7488799B-459B-4F1D-8CC6-EC9DE5B38630}" type="presOf" srcId="{3F0A46FF-2699-4723-8377-3C0ABCAA8A00}" destId="{59702B92-6AE8-4A01-9830-500928E5F5CF}" srcOrd="1" destOrd="0" presId="urn:microsoft.com/office/officeart/2005/8/layout/list1"/>
    <dgm:cxn modelId="{039331A8-83F4-42E8-BAE3-587FCDD89AE0}" type="presOf" srcId="{0AEF0619-19A8-4C1C-B948-CD777CAC16DB}" destId="{6298C967-1C9F-4353-9959-02FE4D80E195}" srcOrd="1" destOrd="0" presId="urn:microsoft.com/office/officeart/2005/8/layout/list1"/>
    <dgm:cxn modelId="{DA6DACB0-2619-4789-8051-26B17D8A7FA0}" srcId="{CDFA7F44-A76F-435F-AA53-CEC8C31DD4D6}" destId="{99730C14-1AFF-4358-9C09-3F7CD50B9DCC}" srcOrd="0" destOrd="0" parTransId="{223ECD34-76E8-4CFE-9AA7-AB1C7BCC701C}" sibTransId="{933EC728-78C1-4449-AC4F-50D245726A22}"/>
    <dgm:cxn modelId="{196C7BB1-8DEE-4A38-89D8-11A8C50A85A3}" type="presOf" srcId="{3FBE9DE0-23BF-4967-89E6-5209C334B4A0}" destId="{F2024908-BF4C-4CDB-B805-81E128CF41B1}" srcOrd="0" destOrd="0" presId="urn:microsoft.com/office/officeart/2005/8/layout/list1"/>
    <dgm:cxn modelId="{841348B4-C884-4FDF-8E19-CA49F763E4DA}" type="presOf" srcId="{99730C14-1AFF-4358-9C09-3F7CD50B9DCC}" destId="{1A893639-1E01-48B7-BB64-856DA502F098}" srcOrd="0" destOrd="0" presId="urn:microsoft.com/office/officeart/2005/8/layout/list1"/>
    <dgm:cxn modelId="{D09D3AC0-2BAD-49CC-BB40-3361CFFFAEC4}" srcId="{3FBE9DE0-23BF-4967-89E6-5209C334B4A0}" destId="{CDFA7F44-A76F-435F-AA53-CEC8C31DD4D6}" srcOrd="2" destOrd="0" parTransId="{8FA2DEA5-0EA4-47B0-80FE-7C9D06F33049}" sibTransId="{F9121E71-F07D-41F3-83F1-617A9A33B019}"/>
    <dgm:cxn modelId="{2F5FA4C1-4D1A-474F-A5A4-043000F12A07}" srcId="{3FBE9DE0-23BF-4967-89E6-5209C334B4A0}" destId="{3F0A46FF-2699-4723-8377-3C0ABCAA8A00}" srcOrd="3" destOrd="0" parTransId="{9B3B240E-586E-4410-8C54-5ACBEA38B59D}" sibTransId="{0D362C0C-B9F6-4C1A-A9BD-1A81F38793FF}"/>
    <dgm:cxn modelId="{81D301C9-1DD3-404B-9C6E-0737B1364D91}" srcId="{3F0A46FF-2699-4723-8377-3C0ABCAA8A00}" destId="{E69A2968-DDB0-4567-B199-447211A8E661}" srcOrd="0" destOrd="0" parTransId="{84ECF872-6C75-4792-A2A9-F8EA9AAC8AFF}" sibTransId="{AA48C8E1-533B-45A7-8F1C-3350B44D9994}"/>
    <dgm:cxn modelId="{9727D0DB-4D83-46B1-99BA-D567E89C2371}" type="presOf" srcId="{E69A2968-DDB0-4567-B199-447211A8E661}" destId="{DA64E2D4-93D0-4FE7-80C5-814A10B0A457}" srcOrd="0" destOrd="0" presId="urn:microsoft.com/office/officeart/2005/8/layout/list1"/>
    <dgm:cxn modelId="{D7F6C2E7-A9DE-41B3-ACA7-C707CD1DAACB}" type="presOf" srcId="{3F0A46FF-2699-4723-8377-3C0ABCAA8A00}" destId="{EC463C0C-A6DD-41AF-8FD2-0011C573D2AA}" srcOrd="0" destOrd="0" presId="urn:microsoft.com/office/officeart/2005/8/layout/list1"/>
    <dgm:cxn modelId="{FEA8C5ED-6A1B-4239-9D75-5A85B2A6FC43}" srcId="{3FBE9DE0-23BF-4967-89E6-5209C334B4A0}" destId="{FAF7B16A-100E-408F-B1F5-D68BE6A81E9C}" srcOrd="1" destOrd="0" parTransId="{64A6A94E-EF4B-4C0F-A1A1-FBB2C3AF3105}" sibTransId="{0C0C0CD4-4F06-4BA5-BF02-905C323E08E6}"/>
    <dgm:cxn modelId="{CA769CF3-F4EF-4E8B-81E1-D95A46E64535}" type="presOf" srcId="{FAF7B16A-100E-408F-B1F5-D68BE6A81E9C}" destId="{775B10A9-1C07-4267-A7DF-301584A7D179}" srcOrd="1" destOrd="0" presId="urn:microsoft.com/office/officeart/2005/8/layout/list1"/>
    <dgm:cxn modelId="{C38A0FF9-0D59-4712-8597-04D55732B056}" srcId="{3FBE9DE0-23BF-4967-89E6-5209C334B4A0}" destId="{0AEF0619-19A8-4C1C-B948-CD777CAC16DB}" srcOrd="0" destOrd="0" parTransId="{57B570B5-E39B-4DA0-B285-5EC39648C4F4}" sibTransId="{B01D574B-4E79-49FF-A1DD-47DA7D9FBFC4}"/>
    <dgm:cxn modelId="{962FA835-4B2F-4E2C-9301-925D9BC263E2}" type="presParOf" srcId="{F2024908-BF4C-4CDB-B805-81E128CF41B1}" destId="{BE130D93-6648-45B9-A4AD-ECF007A36C5F}" srcOrd="0" destOrd="0" presId="urn:microsoft.com/office/officeart/2005/8/layout/list1"/>
    <dgm:cxn modelId="{C163FE85-1BC3-4AF5-8948-69F9E0C40A0C}" type="presParOf" srcId="{BE130D93-6648-45B9-A4AD-ECF007A36C5F}" destId="{3089846C-6CBE-487E-A7DC-5F27CC897EE7}" srcOrd="0" destOrd="0" presId="urn:microsoft.com/office/officeart/2005/8/layout/list1"/>
    <dgm:cxn modelId="{E8099009-FC46-42C1-90D4-3C7D32603370}" type="presParOf" srcId="{BE130D93-6648-45B9-A4AD-ECF007A36C5F}" destId="{6298C967-1C9F-4353-9959-02FE4D80E195}" srcOrd="1" destOrd="0" presId="urn:microsoft.com/office/officeart/2005/8/layout/list1"/>
    <dgm:cxn modelId="{50D839E4-48C4-4A9F-91C9-55DAF7784E4C}" type="presParOf" srcId="{F2024908-BF4C-4CDB-B805-81E128CF41B1}" destId="{308B5769-DA59-4AC9-8B79-567CCC018A8A}" srcOrd="1" destOrd="0" presId="urn:microsoft.com/office/officeart/2005/8/layout/list1"/>
    <dgm:cxn modelId="{93ADB8E9-4E76-425E-92B2-B2E58D71928C}" type="presParOf" srcId="{F2024908-BF4C-4CDB-B805-81E128CF41B1}" destId="{915721D7-C0A0-4E23-BFC2-DB9E0FB14742}" srcOrd="2" destOrd="0" presId="urn:microsoft.com/office/officeart/2005/8/layout/list1"/>
    <dgm:cxn modelId="{8158664B-4F77-46A1-AB5B-EEDE9E4C565B}" type="presParOf" srcId="{F2024908-BF4C-4CDB-B805-81E128CF41B1}" destId="{8F6582D0-C0FA-409D-80FD-6181F51B1280}" srcOrd="3" destOrd="0" presId="urn:microsoft.com/office/officeart/2005/8/layout/list1"/>
    <dgm:cxn modelId="{F1C72CB5-9875-4DEE-A6E8-D51707F1665F}" type="presParOf" srcId="{F2024908-BF4C-4CDB-B805-81E128CF41B1}" destId="{1F2C4EAF-CBC0-478A-9F3E-2D1E5772A960}" srcOrd="4" destOrd="0" presId="urn:microsoft.com/office/officeart/2005/8/layout/list1"/>
    <dgm:cxn modelId="{5246AAA7-3EF4-4522-AFC0-83D9792D1E5F}" type="presParOf" srcId="{1F2C4EAF-CBC0-478A-9F3E-2D1E5772A960}" destId="{6E4D2A3D-EC0B-458C-B59C-E4E790AD7D20}" srcOrd="0" destOrd="0" presId="urn:microsoft.com/office/officeart/2005/8/layout/list1"/>
    <dgm:cxn modelId="{AF5A493B-97CB-44AA-BDE9-FC69AE7088E6}" type="presParOf" srcId="{1F2C4EAF-CBC0-478A-9F3E-2D1E5772A960}" destId="{775B10A9-1C07-4267-A7DF-301584A7D179}" srcOrd="1" destOrd="0" presId="urn:microsoft.com/office/officeart/2005/8/layout/list1"/>
    <dgm:cxn modelId="{3132AB59-AC76-46B6-A0F6-2F659EE900D7}" type="presParOf" srcId="{F2024908-BF4C-4CDB-B805-81E128CF41B1}" destId="{D1E73C35-649F-47C4-A0AE-8E2BD365722F}" srcOrd="5" destOrd="0" presId="urn:microsoft.com/office/officeart/2005/8/layout/list1"/>
    <dgm:cxn modelId="{D2C6C83A-31F8-4BD1-9BE1-C3A30C7F293E}" type="presParOf" srcId="{F2024908-BF4C-4CDB-B805-81E128CF41B1}" destId="{37EFC95A-8FA8-4E72-8ACB-77B84C8F0837}" srcOrd="6" destOrd="0" presId="urn:microsoft.com/office/officeart/2005/8/layout/list1"/>
    <dgm:cxn modelId="{589F5BD8-3495-4838-84C1-18439380CBA1}" type="presParOf" srcId="{F2024908-BF4C-4CDB-B805-81E128CF41B1}" destId="{305068B6-3FFC-41FF-A917-0520BBEB120A}" srcOrd="7" destOrd="0" presId="urn:microsoft.com/office/officeart/2005/8/layout/list1"/>
    <dgm:cxn modelId="{031E0D93-98FE-44A6-9C4A-FE3AC7094764}" type="presParOf" srcId="{F2024908-BF4C-4CDB-B805-81E128CF41B1}" destId="{E5A71E76-FAA7-4916-B418-9669DB0E6E12}" srcOrd="8" destOrd="0" presId="urn:microsoft.com/office/officeart/2005/8/layout/list1"/>
    <dgm:cxn modelId="{2C55C14D-1C59-422B-9C73-570548B10445}" type="presParOf" srcId="{E5A71E76-FAA7-4916-B418-9669DB0E6E12}" destId="{53EA3236-AC02-4E9B-85AD-812B99A61E0C}" srcOrd="0" destOrd="0" presId="urn:microsoft.com/office/officeart/2005/8/layout/list1"/>
    <dgm:cxn modelId="{3948DB8F-E6C8-4D0C-895F-8024F85BA37C}" type="presParOf" srcId="{E5A71E76-FAA7-4916-B418-9669DB0E6E12}" destId="{5949A602-60B5-46C9-B32A-85286D157290}" srcOrd="1" destOrd="0" presId="urn:microsoft.com/office/officeart/2005/8/layout/list1"/>
    <dgm:cxn modelId="{18A65D2D-626D-44B3-8DDA-EE331FF9A33A}" type="presParOf" srcId="{F2024908-BF4C-4CDB-B805-81E128CF41B1}" destId="{9F3AA9EC-10A2-4DDA-A21B-C0D59E1B5F1A}" srcOrd="9" destOrd="0" presId="urn:microsoft.com/office/officeart/2005/8/layout/list1"/>
    <dgm:cxn modelId="{1F784BEE-4E0B-45A5-ABFD-E64DCE3D8638}" type="presParOf" srcId="{F2024908-BF4C-4CDB-B805-81E128CF41B1}" destId="{1A893639-1E01-48B7-BB64-856DA502F098}" srcOrd="10" destOrd="0" presId="urn:microsoft.com/office/officeart/2005/8/layout/list1"/>
    <dgm:cxn modelId="{B788BC10-E70C-46E8-94D2-B84AD1D3FD9E}" type="presParOf" srcId="{F2024908-BF4C-4CDB-B805-81E128CF41B1}" destId="{858E7F9D-4986-484E-8647-1F98FA85D46A}" srcOrd="11" destOrd="0" presId="urn:microsoft.com/office/officeart/2005/8/layout/list1"/>
    <dgm:cxn modelId="{F82D1C93-0399-4E45-ABE0-2194191C9F2C}" type="presParOf" srcId="{F2024908-BF4C-4CDB-B805-81E128CF41B1}" destId="{72F64662-1D7C-438E-A416-481B71963022}" srcOrd="12" destOrd="0" presId="urn:microsoft.com/office/officeart/2005/8/layout/list1"/>
    <dgm:cxn modelId="{A05CAA21-1CAC-4222-966D-58011AD60ED8}" type="presParOf" srcId="{72F64662-1D7C-438E-A416-481B71963022}" destId="{EC463C0C-A6DD-41AF-8FD2-0011C573D2AA}" srcOrd="0" destOrd="0" presId="urn:microsoft.com/office/officeart/2005/8/layout/list1"/>
    <dgm:cxn modelId="{8DC0D981-48B5-48E5-83C6-DD155C1E8EBC}" type="presParOf" srcId="{72F64662-1D7C-438E-A416-481B71963022}" destId="{59702B92-6AE8-4A01-9830-500928E5F5CF}" srcOrd="1" destOrd="0" presId="urn:microsoft.com/office/officeart/2005/8/layout/list1"/>
    <dgm:cxn modelId="{3E065726-4E60-4714-8B52-DC7293F6180C}" type="presParOf" srcId="{F2024908-BF4C-4CDB-B805-81E128CF41B1}" destId="{3EFDEB4C-728F-4AC6-9E49-29F4757A8743}" srcOrd="13" destOrd="0" presId="urn:microsoft.com/office/officeart/2005/8/layout/list1"/>
    <dgm:cxn modelId="{3791F979-BAAB-4231-B632-63B31DFEE5B9}" type="presParOf" srcId="{F2024908-BF4C-4CDB-B805-81E128CF41B1}" destId="{DA64E2D4-93D0-4FE7-80C5-814A10B0A457}"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D1E1F73-528B-4304-8A01-F94F206F2594}" type="doc">
      <dgm:prSet loTypeId="urn:microsoft.com/office/officeart/2018/5/layout/CenteredIconLabelDescriptionList" loCatId="icon" qsTypeId="urn:microsoft.com/office/officeart/2005/8/quickstyle/simple1" qsCatId="simple" csTypeId="urn:microsoft.com/office/officeart/2018/5/colors/Iconchunking_neutralbg_colorful5" csCatId="colorful" phldr="1"/>
      <dgm:spPr/>
      <dgm:t>
        <a:bodyPr/>
        <a:lstStyle/>
        <a:p>
          <a:endParaRPr lang="en-US"/>
        </a:p>
      </dgm:t>
    </dgm:pt>
    <dgm:pt modelId="{617A53BF-4A77-4C2C-9CFC-840417214224}">
      <dgm:prSet/>
      <dgm:spPr/>
      <dgm:t>
        <a:bodyPr/>
        <a:lstStyle/>
        <a:p>
          <a:pPr>
            <a:lnSpc>
              <a:spcPct val="100000"/>
            </a:lnSpc>
            <a:defRPr b="1"/>
          </a:pPr>
          <a:r>
            <a:rPr lang="en-US"/>
            <a:t>Its job is to create new data instances that look like the training data.</a:t>
          </a:r>
        </a:p>
      </dgm:t>
    </dgm:pt>
    <dgm:pt modelId="{3AD3CBE5-D7DF-4302-9008-4E985940B5A1}" type="parTrans" cxnId="{5EC05AD9-F110-4C7E-9BA1-C777A3DB76D6}">
      <dgm:prSet/>
      <dgm:spPr/>
      <dgm:t>
        <a:bodyPr/>
        <a:lstStyle/>
        <a:p>
          <a:endParaRPr lang="en-US"/>
        </a:p>
      </dgm:t>
    </dgm:pt>
    <dgm:pt modelId="{FA955034-5E35-43A0-9285-49AEE23EFAAC}" type="sibTrans" cxnId="{5EC05AD9-F110-4C7E-9BA1-C777A3DB76D6}">
      <dgm:prSet/>
      <dgm:spPr/>
      <dgm:t>
        <a:bodyPr/>
        <a:lstStyle/>
        <a:p>
          <a:endParaRPr lang="en-US"/>
        </a:p>
      </dgm:t>
    </dgm:pt>
    <dgm:pt modelId="{3C554141-FCC0-4BD2-BEB7-E1E23CD90BD3}">
      <dgm:prSet/>
      <dgm:spPr/>
      <dgm:t>
        <a:bodyPr/>
        <a:lstStyle/>
        <a:p>
          <a:pPr>
            <a:lnSpc>
              <a:spcPct val="100000"/>
            </a:lnSpc>
            <a:defRPr b="1"/>
          </a:pPr>
          <a:r>
            <a:rPr lang="en-US"/>
            <a:t>Input</a:t>
          </a:r>
        </a:p>
      </dgm:t>
    </dgm:pt>
    <dgm:pt modelId="{669C0D2B-A433-4E64-B348-0F2F37899088}" type="parTrans" cxnId="{23086ECA-D990-4853-9723-3A60D5CB8082}">
      <dgm:prSet/>
      <dgm:spPr/>
      <dgm:t>
        <a:bodyPr/>
        <a:lstStyle/>
        <a:p>
          <a:endParaRPr lang="en-US"/>
        </a:p>
      </dgm:t>
    </dgm:pt>
    <dgm:pt modelId="{193AD15D-4E34-443D-837E-203FEB768C86}" type="sibTrans" cxnId="{23086ECA-D990-4853-9723-3A60D5CB8082}">
      <dgm:prSet/>
      <dgm:spPr/>
      <dgm:t>
        <a:bodyPr/>
        <a:lstStyle/>
        <a:p>
          <a:endParaRPr lang="en-US"/>
        </a:p>
      </dgm:t>
    </dgm:pt>
    <dgm:pt modelId="{7A8EF01B-44EA-4D47-A93D-8B42CE2B38E8}">
      <dgm:prSet/>
      <dgm:spPr/>
      <dgm:t>
        <a:bodyPr/>
        <a:lstStyle/>
        <a:p>
          <a:pPr>
            <a:lnSpc>
              <a:spcPct val="100000"/>
            </a:lnSpc>
          </a:pPr>
          <a:r>
            <a:rPr lang="en-US"/>
            <a:t>Random noise or a text prompt.</a:t>
          </a:r>
        </a:p>
      </dgm:t>
    </dgm:pt>
    <dgm:pt modelId="{A8B4A071-37E0-42F5-BB24-22A1EF94BD16}" type="parTrans" cxnId="{875EEB6F-BF62-411B-A1D7-7137DF85F002}">
      <dgm:prSet/>
      <dgm:spPr/>
      <dgm:t>
        <a:bodyPr/>
        <a:lstStyle/>
        <a:p>
          <a:endParaRPr lang="en-US"/>
        </a:p>
      </dgm:t>
    </dgm:pt>
    <dgm:pt modelId="{68E3C638-5243-4554-B39D-D4E5A9E3F70B}" type="sibTrans" cxnId="{875EEB6F-BF62-411B-A1D7-7137DF85F002}">
      <dgm:prSet/>
      <dgm:spPr/>
      <dgm:t>
        <a:bodyPr/>
        <a:lstStyle/>
        <a:p>
          <a:endParaRPr lang="en-US"/>
        </a:p>
      </dgm:t>
    </dgm:pt>
    <dgm:pt modelId="{38C5B5BF-6365-4642-8AE9-68D5ECB6F58B}">
      <dgm:prSet/>
      <dgm:spPr/>
      <dgm:t>
        <a:bodyPr/>
        <a:lstStyle/>
        <a:p>
          <a:pPr>
            <a:lnSpc>
              <a:spcPct val="100000"/>
            </a:lnSpc>
            <a:defRPr b="1"/>
          </a:pPr>
          <a:r>
            <a:rPr lang="en-US"/>
            <a:t>Output</a:t>
          </a:r>
        </a:p>
      </dgm:t>
    </dgm:pt>
    <dgm:pt modelId="{D181B27B-FCE2-4948-AFAC-DC00A4C6B174}" type="parTrans" cxnId="{9FE87D99-1E97-4EDF-9759-CCF2A3A027C1}">
      <dgm:prSet/>
      <dgm:spPr/>
      <dgm:t>
        <a:bodyPr/>
        <a:lstStyle/>
        <a:p>
          <a:endParaRPr lang="en-US"/>
        </a:p>
      </dgm:t>
    </dgm:pt>
    <dgm:pt modelId="{9EA7B66B-5D2E-437E-BB34-38BFDD693AD7}" type="sibTrans" cxnId="{9FE87D99-1E97-4EDF-9759-CCF2A3A027C1}">
      <dgm:prSet/>
      <dgm:spPr/>
      <dgm:t>
        <a:bodyPr/>
        <a:lstStyle/>
        <a:p>
          <a:endParaRPr lang="en-US"/>
        </a:p>
      </dgm:t>
    </dgm:pt>
    <dgm:pt modelId="{36B9BADD-3A07-4224-8864-2EA6D129ECB4}">
      <dgm:prSet/>
      <dgm:spPr/>
      <dgm:t>
        <a:bodyPr/>
        <a:lstStyle/>
        <a:p>
          <a:pPr>
            <a:lnSpc>
              <a:spcPct val="100000"/>
            </a:lnSpc>
          </a:pPr>
          <a:r>
            <a:rPr lang="en-US" dirty="0"/>
            <a:t>A brand-new image of a dog that has never existed before.</a:t>
          </a:r>
        </a:p>
      </dgm:t>
    </dgm:pt>
    <dgm:pt modelId="{339DB077-B35F-4655-BE1C-D0AA1E066374}" type="parTrans" cxnId="{F9DBDD61-6225-4204-A067-0E32DFA3F106}">
      <dgm:prSet/>
      <dgm:spPr/>
      <dgm:t>
        <a:bodyPr/>
        <a:lstStyle/>
        <a:p>
          <a:endParaRPr lang="en-US"/>
        </a:p>
      </dgm:t>
    </dgm:pt>
    <dgm:pt modelId="{24A5ABEC-A014-4692-B8FA-BD3CAA5008C6}" type="sibTrans" cxnId="{F9DBDD61-6225-4204-A067-0E32DFA3F106}">
      <dgm:prSet/>
      <dgm:spPr/>
      <dgm:t>
        <a:bodyPr/>
        <a:lstStyle/>
        <a:p>
          <a:endParaRPr lang="en-US"/>
        </a:p>
      </dgm:t>
    </dgm:pt>
    <dgm:pt modelId="{0334CA67-458B-4358-8685-730BCCAD9EC6}">
      <dgm:prSet/>
      <dgm:spPr/>
      <dgm:t>
        <a:bodyPr/>
        <a:lstStyle/>
        <a:p>
          <a:pPr>
            <a:lnSpc>
              <a:spcPct val="100000"/>
            </a:lnSpc>
            <a:defRPr b="1"/>
          </a:pPr>
          <a:r>
            <a:rPr lang="en-US"/>
            <a:t>Math</a:t>
          </a:r>
        </a:p>
      </dgm:t>
    </dgm:pt>
    <dgm:pt modelId="{4580FBC1-6A1A-4880-89E9-20869FE23163}" type="parTrans" cxnId="{16CC65F1-1589-415D-B2DB-F4588813B8BE}">
      <dgm:prSet/>
      <dgm:spPr/>
      <dgm:t>
        <a:bodyPr/>
        <a:lstStyle/>
        <a:p>
          <a:endParaRPr lang="en-US"/>
        </a:p>
      </dgm:t>
    </dgm:pt>
    <dgm:pt modelId="{EB7FF175-2D37-4919-B557-265224C0A8E3}" type="sibTrans" cxnId="{16CC65F1-1589-415D-B2DB-F4588813B8BE}">
      <dgm:prSet/>
      <dgm:spPr/>
      <dgm:t>
        <a:bodyPr/>
        <a:lstStyle/>
        <a:p>
          <a:endParaRPr lang="en-US"/>
        </a:p>
      </dgm:t>
    </dgm:pt>
    <dgm:pt modelId="{C52C0EA7-0690-4B5F-B5D3-D6ABD3121C3D}">
      <dgm:prSet/>
      <dgm:spPr/>
      <dgm:t>
        <a:bodyPr/>
        <a:lstStyle/>
        <a:p>
          <a:pPr>
            <a:lnSpc>
              <a:spcPct val="100000"/>
            </a:lnSpc>
          </a:pPr>
          <a:r>
            <a:rPr lang="en-US"/>
            <a:t>It models the Joint Probability or just the distribution of the data.</a:t>
          </a:r>
        </a:p>
      </dgm:t>
    </dgm:pt>
    <dgm:pt modelId="{22FFEC40-19AE-4C74-8BD1-951AD7B3F32E}" type="parTrans" cxnId="{414C8262-51B2-4E3C-9B82-AE5E2D3B3690}">
      <dgm:prSet/>
      <dgm:spPr/>
      <dgm:t>
        <a:bodyPr/>
        <a:lstStyle/>
        <a:p>
          <a:endParaRPr lang="en-US"/>
        </a:p>
      </dgm:t>
    </dgm:pt>
    <dgm:pt modelId="{62476BC9-9691-4707-8C06-30A964DCE6D3}" type="sibTrans" cxnId="{414C8262-51B2-4E3C-9B82-AE5E2D3B3690}">
      <dgm:prSet/>
      <dgm:spPr/>
      <dgm:t>
        <a:bodyPr/>
        <a:lstStyle/>
        <a:p>
          <a:endParaRPr lang="en-US"/>
        </a:p>
      </dgm:t>
    </dgm:pt>
    <dgm:pt modelId="{BC0A4304-D905-467E-9150-D8D3910C2C9C}">
      <dgm:prSet/>
      <dgm:spPr/>
      <dgm:t>
        <a:bodyPr/>
        <a:lstStyle/>
        <a:p>
          <a:pPr>
            <a:lnSpc>
              <a:spcPct val="100000"/>
            </a:lnSpc>
          </a:pPr>
          <a:r>
            <a:rPr lang="en-US"/>
            <a:t>It tries to understand how the data was created so it can make more of it.</a:t>
          </a:r>
        </a:p>
      </dgm:t>
    </dgm:pt>
    <dgm:pt modelId="{D7CA52CE-D664-43BC-BB87-5CAE595482AE}" type="parTrans" cxnId="{A48CB980-E63A-4C47-8FBB-DFA2767E5E65}">
      <dgm:prSet/>
      <dgm:spPr/>
      <dgm:t>
        <a:bodyPr/>
        <a:lstStyle/>
        <a:p>
          <a:endParaRPr lang="en-US"/>
        </a:p>
      </dgm:t>
    </dgm:pt>
    <dgm:pt modelId="{79476F9E-1E17-4A27-84F4-4C60B85F11DE}" type="sibTrans" cxnId="{A48CB980-E63A-4C47-8FBB-DFA2767E5E65}">
      <dgm:prSet/>
      <dgm:spPr/>
      <dgm:t>
        <a:bodyPr/>
        <a:lstStyle/>
        <a:p>
          <a:endParaRPr lang="en-US"/>
        </a:p>
      </dgm:t>
    </dgm:pt>
    <dgm:pt modelId="{FBFE6AEE-6202-44AB-851B-72B5C66A9024}" type="pres">
      <dgm:prSet presAssocID="{FD1E1F73-528B-4304-8A01-F94F206F2594}" presName="root" presStyleCnt="0">
        <dgm:presLayoutVars>
          <dgm:dir/>
          <dgm:resizeHandles val="exact"/>
        </dgm:presLayoutVars>
      </dgm:prSet>
      <dgm:spPr/>
    </dgm:pt>
    <dgm:pt modelId="{A03A8D68-E240-465E-BF24-251A79C6EC1D}" type="pres">
      <dgm:prSet presAssocID="{617A53BF-4A77-4C2C-9CFC-840417214224}" presName="compNode" presStyleCnt="0"/>
      <dgm:spPr/>
    </dgm:pt>
    <dgm:pt modelId="{06D36B48-A08B-4702-82B4-C22DE0239FC7}" type="pres">
      <dgm:prSet presAssocID="{617A53BF-4A77-4C2C-9CFC-84041721422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5EAEF902-DF89-41D0-82E9-83EEC78C2B2B}" type="pres">
      <dgm:prSet presAssocID="{617A53BF-4A77-4C2C-9CFC-840417214224}" presName="iconSpace" presStyleCnt="0"/>
      <dgm:spPr/>
    </dgm:pt>
    <dgm:pt modelId="{94636BE3-3A80-4353-94CA-630E6218E37F}" type="pres">
      <dgm:prSet presAssocID="{617A53BF-4A77-4C2C-9CFC-840417214224}" presName="parTx" presStyleLbl="revTx" presStyleIdx="0" presStyleCnt="8">
        <dgm:presLayoutVars>
          <dgm:chMax val="0"/>
          <dgm:chPref val="0"/>
        </dgm:presLayoutVars>
      </dgm:prSet>
      <dgm:spPr/>
    </dgm:pt>
    <dgm:pt modelId="{3E0FC071-97F9-4A65-BF5E-86CD7315C21D}" type="pres">
      <dgm:prSet presAssocID="{617A53BF-4A77-4C2C-9CFC-840417214224}" presName="txSpace" presStyleCnt="0"/>
      <dgm:spPr/>
    </dgm:pt>
    <dgm:pt modelId="{ABEBFD2A-EFAD-497A-8B8D-F87DAF2AC1BC}" type="pres">
      <dgm:prSet presAssocID="{617A53BF-4A77-4C2C-9CFC-840417214224}" presName="desTx" presStyleLbl="revTx" presStyleIdx="1" presStyleCnt="8">
        <dgm:presLayoutVars/>
      </dgm:prSet>
      <dgm:spPr/>
    </dgm:pt>
    <dgm:pt modelId="{B099C01D-151E-4D21-B01B-46A70E9E88C0}" type="pres">
      <dgm:prSet presAssocID="{FA955034-5E35-43A0-9285-49AEE23EFAAC}" presName="sibTrans" presStyleCnt="0"/>
      <dgm:spPr/>
    </dgm:pt>
    <dgm:pt modelId="{66EE9533-4A1F-460E-807C-12785F7B2202}" type="pres">
      <dgm:prSet presAssocID="{3C554141-FCC0-4BD2-BEB7-E1E23CD90BD3}" presName="compNode" presStyleCnt="0"/>
      <dgm:spPr/>
    </dgm:pt>
    <dgm:pt modelId="{D1CDD75A-BEFC-4115-874A-6AAAB811996C}" type="pres">
      <dgm:prSet presAssocID="{3C554141-FCC0-4BD2-BEB7-E1E23CD90BD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ubtitles"/>
        </a:ext>
      </dgm:extLst>
    </dgm:pt>
    <dgm:pt modelId="{97543E39-1505-43B9-ABBF-29B5F27AFFAB}" type="pres">
      <dgm:prSet presAssocID="{3C554141-FCC0-4BD2-BEB7-E1E23CD90BD3}" presName="iconSpace" presStyleCnt="0"/>
      <dgm:spPr/>
    </dgm:pt>
    <dgm:pt modelId="{2B7164F0-EAD5-4F78-B8D0-95ABC59B13E5}" type="pres">
      <dgm:prSet presAssocID="{3C554141-FCC0-4BD2-BEB7-E1E23CD90BD3}" presName="parTx" presStyleLbl="revTx" presStyleIdx="2" presStyleCnt="8">
        <dgm:presLayoutVars>
          <dgm:chMax val="0"/>
          <dgm:chPref val="0"/>
        </dgm:presLayoutVars>
      </dgm:prSet>
      <dgm:spPr/>
    </dgm:pt>
    <dgm:pt modelId="{B3977AE2-037C-4E7F-9B1C-614BDE2A583E}" type="pres">
      <dgm:prSet presAssocID="{3C554141-FCC0-4BD2-BEB7-E1E23CD90BD3}" presName="txSpace" presStyleCnt="0"/>
      <dgm:spPr/>
    </dgm:pt>
    <dgm:pt modelId="{2726C9A5-098D-4846-9E3C-7A122331A3F7}" type="pres">
      <dgm:prSet presAssocID="{3C554141-FCC0-4BD2-BEB7-E1E23CD90BD3}" presName="desTx" presStyleLbl="revTx" presStyleIdx="3" presStyleCnt="8">
        <dgm:presLayoutVars/>
      </dgm:prSet>
      <dgm:spPr/>
    </dgm:pt>
    <dgm:pt modelId="{D41C30D4-F6C0-4A64-8229-C739439F6EC2}" type="pres">
      <dgm:prSet presAssocID="{193AD15D-4E34-443D-837E-203FEB768C86}" presName="sibTrans" presStyleCnt="0"/>
      <dgm:spPr/>
    </dgm:pt>
    <dgm:pt modelId="{27AACF79-B8B0-4A5F-A470-412F26A12007}" type="pres">
      <dgm:prSet presAssocID="{38C5B5BF-6365-4642-8AE9-68D5ECB6F58B}" presName="compNode" presStyleCnt="0"/>
      <dgm:spPr/>
    </dgm:pt>
    <dgm:pt modelId="{56F8E49C-9742-498D-AB70-6F1DA722B952}" type="pres">
      <dgm:prSet presAssocID="{38C5B5BF-6365-4642-8AE9-68D5ECB6F58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g"/>
        </a:ext>
      </dgm:extLst>
    </dgm:pt>
    <dgm:pt modelId="{6ADCE3E3-11E0-47D1-8512-E79B8DC43121}" type="pres">
      <dgm:prSet presAssocID="{38C5B5BF-6365-4642-8AE9-68D5ECB6F58B}" presName="iconSpace" presStyleCnt="0"/>
      <dgm:spPr/>
    </dgm:pt>
    <dgm:pt modelId="{7EEE5FCE-B26A-4CC3-B397-9579AFE5F096}" type="pres">
      <dgm:prSet presAssocID="{38C5B5BF-6365-4642-8AE9-68D5ECB6F58B}" presName="parTx" presStyleLbl="revTx" presStyleIdx="4" presStyleCnt="8">
        <dgm:presLayoutVars>
          <dgm:chMax val="0"/>
          <dgm:chPref val="0"/>
        </dgm:presLayoutVars>
      </dgm:prSet>
      <dgm:spPr/>
    </dgm:pt>
    <dgm:pt modelId="{580F3979-EDBC-49B1-801B-8E9470BA7C06}" type="pres">
      <dgm:prSet presAssocID="{38C5B5BF-6365-4642-8AE9-68D5ECB6F58B}" presName="txSpace" presStyleCnt="0"/>
      <dgm:spPr/>
    </dgm:pt>
    <dgm:pt modelId="{DCE1297E-5262-4A0E-938B-49D53214BDFB}" type="pres">
      <dgm:prSet presAssocID="{38C5B5BF-6365-4642-8AE9-68D5ECB6F58B}" presName="desTx" presStyleLbl="revTx" presStyleIdx="5" presStyleCnt="8">
        <dgm:presLayoutVars/>
      </dgm:prSet>
      <dgm:spPr/>
    </dgm:pt>
    <dgm:pt modelId="{55515054-3089-41A0-9144-7D6BC25ED311}" type="pres">
      <dgm:prSet presAssocID="{9EA7B66B-5D2E-437E-BB34-38BFDD693AD7}" presName="sibTrans" presStyleCnt="0"/>
      <dgm:spPr/>
    </dgm:pt>
    <dgm:pt modelId="{7568FDD6-0792-4CA7-A423-FBC2D51B4441}" type="pres">
      <dgm:prSet presAssocID="{0334CA67-458B-4358-8685-730BCCAD9EC6}" presName="compNode" presStyleCnt="0"/>
      <dgm:spPr/>
    </dgm:pt>
    <dgm:pt modelId="{CE7C1FD4-F728-4063-9DD3-1F38396F183A}" type="pres">
      <dgm:prSet presAssocID="{0334CA67-458B-4358-8685-730BCCAD9EC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tatistics"/>
        </a:ext>
      </dgm:extLst>
    </dgm:pt>
    <dgm:pt modelId="{066FE9E0-7603-4DBB-804A-BEC0A423D14D}" type="pres">
      <dgm:prSet presAssocID="{0334CA67-458B-4358-8685-730BCCAD9EC6}" presName="iconSpace" presStyleCnt="0"/>
      <dgm:spPr/>
    </dgm:pt>
    <dgm:pt modelId="{4EF3DA52-30F8-4C12-8ED4-68F4CD436947}" type="pres">
      <dgm:prSet presAssocID="{0334CA67-458B-4358-8685-730BCCAD9EC6}" presName="parTx" presStyleLbl="revTx" presStyleIdx="6" presStyleCnt="8">
        <dgm:presLayoutVars>
          <dgm:chMax val="0"/>
          <dgm:chPref val="0"/>
        </dgm:presLayoutVars>
      </dgm:prSet>
      <dgm:spPr/>
    </dgm:pt>
    <dgm:pt modelId="{DF2D0295-B31A-48A7-B041-C5C89C0CB1DE}" type="pres">
      <dgm:prSet presAssocID="{0334CA67-458B-4358-8685-730BCCAD9EC6}" presName="txSpace" presStyleCnt="0"/>
      <dgm:spPr/>
    </dgm:pt>
    <dgm:pt modelId="{85C1CC7B-D09D-45B6-989E-F7E029210C5D}" type="pres">
      <dgm:prSet presAssocID="{0334CA67-458B-4358-8685-730BCCAD9EC6}" presName="desTx" presStyleLbl="revTx" presStyleIdx="7" presStyleCnt="8">
        <dgm:presLayoutVars/>
      </dgm:prSet>
      <dgm:spPr/>
    </dgm:pt>
  </dgm:ptLst>
  <dgm:cxnLst>
    <dgm:cxn modelId="{FFE0AD2C-B152-4C48-AA78-40A0F1F8C6A1}" type="presOf" srcId="{FD1E1F73-528B-4304-8A01-F94F206F2594}" destId="{FBFE6AEE-6202-44AB-851B-72B5C66A9024}" srcOrd="0" destOrd="0" presId="urn:microsoft.com/office/officeart/2018/5/layout/CenteredIconLabelDescriptionList"/>
    <dgm:cxn modelId="{8FAC873F-B2B0-472C-B0C9-823CA8E2A238}" type="presOf" srcId="{0334CA67-458B-4358-8685-730BCCAD9EC6}" destId="{4EF3DA52-30F8-4C12-8ED4-68F4CD436947}" srcOrd="0" destOrd="0" presId="urn:microsoft.com/office/officeart/2018/5/layout/CenteredIconLabelDescriptionList"/>
    <dgm:cxn modelId="{F9DBDD61-6225-4204-A067-0E32DFA3F106}" srcId="{38C5B5BF-6365-4642-8AE9-68D5ECB6F58B}" destId="{36B9BADD-3A07-4224-8864-2EA6D129ECB4}" srcOrd="0" destOrd="0" parTransId="{339DB077-B35F-4655-BE1C-D0AA1E066374}" sibTransId="{24A5ABEC-A014-4692-B8FA-BD3CAA5008C6}"/>
    <dgm:cxn modelId="{414C8262-51B2-4E3C-9B82-AE5E2D3B3690}" srcId="{0334CA67-458B-4358-8685-730BCCAD9EC6}" destId="{C52C0EA7-0690-4B5F-B5D3-D6ABD3121C3D}" srcOrd="0" destOrd="0" parTransId="{22FFEC40-19AE-4C74-8BD1-951AD7B3F32E}" sibTransId="{62476BC9-9691-4707-8C06-30A964DCE6D3}"/>
    <dgm:cxn modelId="{BD5C404E-F73D-4E35-92CE-31B46470F841}" type="presOf" srcId="{38C5B5BF-6365-4642-8AE9-68D5ECB6F58B}" destId="{7EEE5FCE-B26A-4CC3-B397-9579AFE5F096}" srcOrd="0" destOrd="0" presId="urn:microsoft.com/office/officeart/2018/5/layout/CenteredIconLabelDescriptionList"/>
    <dgm:cxn modelId="{875EEB6F-BF62-411B-A1D7-7137DF85F002}" srcId="{3C554141-FCC0-4BD2-BEB7-E1E23CD90BD3}" destId="{7A8EF01B-44EA-4D47-A93D-8B42CE2B38E8}" srcOrd="0" destOrd="0" parTransId="{A8B4A071-37E0-42F5-BB24-22A1EF94BD16}" sibTransId="{68E3C638-5243-4554-B39D-D4E5A9E3F70B}"/>
    <dgm:cxn modelId="{A48CB980-E63A-4C47-8FBB-DFA2767E5E65}" srcId="{0334CA67-458B-4358-8685-730BCCAD9EC6}" destId="{BC0A4304-D905-467E-9150-D8D3910C2C9C}" srcOrd="1" destOrd="0" parTransId="{D7CA52CE-D664-43BC-BB87-5CAE595482AE}" sibTransId="{79476F9E-1E17-4A27-84F4-4C60B85F11DE}"/>
    <dgm:cxn modelId="{4C14CD8A-BA3F-4A61-9234-B559503F3EE1}" type="presOf" srcId="{C52C0EA7-0690-4B5F-B5D3-D6ABD3121C3D}" destId="{85C1CC7B-D09D-45B6-989E-F7E029210C5D}" srcOrd="0" destOrd="0" presId="urn:microsoft.com/office/officeart/2018/5/layout/CenteredIconLabelDescriptionList"/>
    <dgm:cxn modelId="{9FE87D99-1E97-4EDF-9759-CCF2A3A027C1}" srcId="{FD1E1F73-528B-4304-8A01-F94F206F2594}" destId="{38C5B5BF-6365-4642-8AE9-68D5ECB6F58B}" srcOrd="2" destOrd="0" parTransId="{D181B27B-FCE2-4948-AFAC-DC00A4C6B174}" sibTransId="{9EA7B66B-5D2E-437E-BB34-38BFDD693AD7}"/>
    <dgm:cxn modelId="{C3ADF5C1-0FB8-498F-81A1-C5E994CD1078}" type="presOf" srcId="{36B9BADD-3A07-4224-8864-2EA6D129ECB4}" destId="{DCE1297E-5262-4A0E-938B-49D53214BDFB}" srcOrd="0" destOrd="0" presId="urn:microsoft.com/office/officeart/2018/5/layout/CenteredIconLabelDescriptionList"/>
    <dgm:cxn modelId="{CE9B83C2-E80C-4C40-A39F-24AB819F4EEA}" type="presOf" srcId="{BC0A4304-D905-467E-9150-D8D3910C2C9C}" destId="{85C1CC7B-D09D-45B6-989E-F7E029210C5D}" srcOrd="0" destOrd="1" presId="urn:microsoft.com/office/officeart/2018/5/layout/CenteredIconLabelDescriptionList"/>
    <dgm:cxn modelId="{23086ECA-D990-4853-9723-3A60D5CB8082}" srcId="{FD1E1F73-528B-4304-8A01-F94F206F2594}" destId="{3C554141-FCC0-4BD2-BEB7-E1E23CD90BD3}" srcOrd="1" destOrd="0" parTransId="{669C0D2B-A433-4E64-B348-0F2F37899088}" sibTransId="{193AD15D-4E34-443D-837E-203FEB768C86}"/>
    <dgm:cxn modelId="{B131B1CE-B54F-41B6-AC0E-9E3923AD7292}" type="presOf" srcId="{3C554141-FCC0-4BD2-BEB7-E1E23CD90BD3}" destId="{2B7164F0-EAD5-4F78-B8D0-95ABC59B13E5}" srcOrd="0" destOrd="0" presId="urn:microsoft.com/office/officeart/2018/5/layout/CenteredIconLabelDescriptionList"/>
    <dgm:cxn modelId="{5EC05AD9-F110-4C7E-9BA1-C777A3DB76D6}" srcId="{FD1E1F73-528B-4304-8A01-F94F206F2594}" destId="{617A53BF-4A77-4C2C-9CFC-840417214224}" srcOrd="0" destOrd="0" parTransId="{3AD3CBE5-D7DF-4302-9008-4E985940B5A1}" sibTransId="{FA955034-5E35-43A0-9285-49AEE23EFAAC}"/>
    <dgm:cxn modelId="{7122E7E7-B912-4738-A281-CC7682208F6C}" type="presOf" srcId="{7A8EF01B-44EA-4D47-A93D-8B42CE2B38E8}" destId="{2726C9A5-098D-4846-9E3C-7A122331A3F7}" srcOrd="0" destOrd="0" presId="urn:microsoft.com/office/officeart/2018/5/layout/CenteredIconLabelDescriptionList"/>
    <dgm:cxn modelId="{16CC65F1-1589-415D-B2DB-F4588813B8BE}" srcId="{FD1E1F73-528B-4304-8A01-F94F206F2594}" destId="{0334CA67-458B-4358-8685-730BCCAD9EC6}" srcOrd="3" destOrd="0" parTransId="{4580FBC1-6A1A-4880-89E9-20869FE23163}" sibTransId="{EB7FF175-2D37-4919-B557-265224C0A8E3}"/>
    <dgm:cxn modelId="{B484D3F9-C1B8-44A4-9930-7E882B5B3B27}" type="presOf" srcId="{617A53BF-4A77-4C2C-9CFC-840417214224}" destId="{94636BE3-3A80-4353-94CA-630E6218E37F}" srcOrd="0" destOrd="0" presId="urn:microsoft.com/office/officeart/2018/5/layout/CenteredIconLabelDescriptionList"/>
    <dgm:cxn modelId="{5835C791-9236-4F8A-A16C-8DF443EF61EE}" type="presParOf" srcId="{FBFE6AEE-6202-44AB-851B-72B5C66A9024}" destId="{A03A8D68-E240-465E-BF24-251A79C6EC1D}" srcOrd="0" destOrd="0" presId="urn:microsoft.com/office/officeart/2018/5/layout/CenteredIconLabelDescriptionList"/>
    <dgm:cxn modelId="{58D75C73-734E-47D5-AFF3-CF3C06788237}" type="presParOf" srcId="{A03A8D68-E240-465E-BF24-251A79C6EC1D}" destId="{06D36B48-A08B-4702-82B4-C22DE0239FC7}" srcOrd="0" destOrd="0" presId="urn:microsoft.com/office/officeart/2018/5/layout/CenteredIconLabelDescriptionList"/>
    <dgm:cxn modelId="{54C15A59-5130-45D3-A759-167F5CDE75B7}" type="presParOf" srcId="{A03A8D68-E240-465E-BF24-251A79C6EC1D}" destId="{5EAEF902-DF89-41D0-82E9-83EEC78C2B2B}" srcOrd="1" destOrd="0" presId="urn:microsoft.com/office/officeart/2018/5/layout/CenteredIconLabelDescriptionList"/>
    <dgm:cxn modelId="{427B8FD7-E068-463A-9EB7-087A5E3E4326}" type="presParOf" srcId="{A03A8D68-E240-465E-BF24-251A79C6EC1D}" destId="{94636BE3-3A80-4353-94CA-630E6218E37F}" srcOrd="2" destOrd="0" presId="urn:microsoft.com/office/officeart/2018/5/layout/CenteredIconLabelDescriptionList"/>
    <dgm:cxn modelId="{21336AF8-2EDC-417C-B67B-C9438DBBCA42}" type="presParOf" srcId="{A03A8D68-E240-465E-BF24-251A79C6EC1D}" destId="{3E0FC071-97F9-4A65-BF5E-86CD7315C21D}" srcOrd="3" destOrd="0" presId="urn:microsoft.com/office/officeart/2018/5/layout/CenteredIconLabelDescriptionList"/>
    <dgm:cxn modelId="{ADCD13B5-3198-4FD0-BEDF-8DD154FF73A7}" type="presParOf" srcId="{A03A8D68-E240-465E-BF24-251A79C6EC1D}" destId="{ABEBFD2A-EFAD-497A-8B8D-F87DAF2AC1BC}" srcOrd="4" destOrd="0" presId="urn:microsoft.com/office/officeart/2018/5/layout/CenteredIconLabelDescriptionList"/>
    <dgm:cxn modelId="{94CB1C63-31BE-4EEB-8C39-1AE3B190DD88}" type="presParOf" srcId="{FBFE6AEE-6202-44AB-851B-72B5C66A9024}" destId="{B099C01D-151E-4D21-B01B-46A70E9E88C0}" srcOrd="1" destOrd="0" presId="urn:microsoft.com/office/officeart/2018/5/layout/CenteredIconLabelDescriptionList"/>
    <dgm:cxn modelId="{27B4BF4E-649C-48AB-80C2-36EFF5B6D18C}" type="presParOf" srcId="{FBFE6AEE-6202-44AB-851B-72B5C66A9024}" destId="{66EE9533-4A1F-460E-807C-12785F7B2202}" srcOrd="2" destOrd="0" presId="urn:microsoft.com/office/officeart/2018/5/layout/CenteredIconLabelDescriptionList"/>
    <dgm:cxn modelId="{AB07B027-91A9-47FC-8D84-AD857A1FB45C}" type="presParOf" srcId="{66EE9533-4A1F-460E-807C-12785F7B2202}" destId="{D1CDD75A-BEFC-4115-874A-6AAAB811996C}" srcOrd="0" destOrd="0" presId="urn:microsoft.com/office/officeart/2018/5/layout/CenteredIconLabelDescriptionList"/>
    <dgm:cxn modelId="{AE5B2AE5-AFC3-40F0-B848-B77D99EDD95F}" type="presParOf" srcId="{66EE9533-4A1F-460E-807C-12785F7B2202}" destId="{97543E39-1505-43B9-ABBF-29B5F27AFFAB}" srcOrd="1" destOrd="0" presId="urn:microsoft.com/office/officeart/2018/5/layout/CenteredIconLabelDescriptionList"/>
    <dgm:cxn modelId="{9F4F7584-EA99-469B-9188-686FF2F24BF9}" type="presParOf" srcId="{66EE9533-4A1F-460E-807C-12785F7B2202}" destId="{2B7164F0-EAD5-4F78-B8D0-95ABC59B13E5}" srcOrd="2" destOrd="0" presId="urn:microsoft.com/office/officeart/2018/5/layout/CenteredIconLabelDescriptionList"/>
    <dgm:cxn modelId="{A6B36BFC-9A12-4A2B-83AA-21A34DB77B1C}" type="presParOf" srcId="{66EE9533-4A1F-460E-807C-12785F7B2202}" destId="{B3977AE2-037C-4E7F-9B1C-614BDE2A583E}" srcOrd="3" destOrd="0" presId="urn:microsoft.com/office/officeart/2018/5/layout/CenteredIconLabelDescriptionList"/>
    <dgm:cxn modelId="{1DA8331B-1F39-42D0-AA1E-DC6E84C7E12B}" type="presParOf" srcId="{66EE9533-4A1F-460E-807C-12785F7B2202}" destId="{2726C9A5-098D-4846-9E3C-7A122331A3F7}" srcOrd="4" destOrd="0" presId="urn:microsoft.com/office/officeart/2018/5/layout/CenteredIconLabelDescriptionList"/>
    <dgm:cxn modelId="{86B4181E-C91B-43D3-ACBB-555574A31F99}" type="presParOf" srcId="{FBFE6AEE-6202-44AB-851B-72B5C66A9024}" destId="{D41C30D4-F6C0-4A64-8229-C739439F6EC2}" srcOrd="3" destOrd="0" presId="urn:microsoft.com/office/officeart/2018/5/layout/CenteredIconLabelDescriptionList"/>
    <dgm:cxn modelId="{995F6705-5615-4EDB-A003-CBFB12335E2D}" type="presParOf" srcId="{FBFE6AEE-6202-44AB-851B-72B5C66A9024}" destId="{27AACF79-B8B0-4A5F-A470-412F26A12007}" srcOrd="4" destOrd="0" presId="urn:microsoft.com/office/officeart/2018/5/layout/CenteredIconLabelDescriptionList"/>
    <dgm:cxn modelId="{ADFCB1F8-BA8A-4604-BD8D-93FC907F2D34}" type="presParOf" srcId="{27AACF79-B8B0-4A5F-A470-412F26A12007}" destId="{56F8E49C-9742-498D-AB70-6F1DA722B952}" srcOrd="0" destOrd="0" presId="urn:microsoft.com/office/officeart/2018/5/layout/CenteredIconLabelDescriptionList"/>
    <dgm:cxn modelId="{5852362A-F614-48B5-8C35-F2B4C546ED26}" type="presParOf" srcId="{27AACF79-B8B0-4A5F-A470-412F26A12007}" destId="{6ADCE3E3-11E0-47D1-8512-E79B8DC43121}" srcOrd="1" destOrd="0" presId="urn:microsoft.com/office/officeart/2018/5/layout/CenteredIconLabelDescriptionList"/>
    <dgm:cxn modelId="{3BF5E067-2115-43C7-BF8E-534281236CC1}" type="presParOf" srcId="{27AACF79-B8B0-4A5F-A470-412F26A12007}" destId="{7EEE5FCE-B26A-4CC3-B397-9579AFE5F096}" srcOrd="2" destOrd="0" presId="urn:microsoft.com/office/officeart/2018/5/layout/CenteredIconLabelDescriptionList"/>
    <dgm:cxn modelId="{7E9DB089-2A43-4271-92F6-FFC02E1FB383}" type="presParOf" srcId="{27AACF79-B8B0-4A5F-A470-412F26A12007}" destId="{580F3979-EDBC-49B1-801B-8E9470BA7C06}" srcOrd="3" destOrd="0" presId="urn:microsoft.com/office/officeart/2018/5/layout/CenteredIconLabelDescriptionList"/>
    <dgm:cxn modelId="{66D0B8D6-09B4-47C5-906B-FBD54C23FBD5}" type="presParOf" srcId="{27AACF79-B8B0-4A5F-A470-412F26A12007}" destId="{DCE1297E-5262-4A0E-938B-49D53214BDFB}" srcOrd="4" destOrd="0" presId="urn:microsoft.com/office/officeart/2018/5/layout/CenteredIconLabelDescriptionList"/>
    <dgm:cxn modelId="{12C7643F-16D9-4B0B-B135-1F0884F01C71}" type="presParOf" srcId="{FBFE6AEE-6202-44AB-851B-72B5C66A9024}" destId="{55515054-3089-41A0-9144-7D6BC25ED311}" srcOrd="5" destOrd="0" presId="urn:microsoft.com/office/officeart/2018/5/layout/CenteredIconLabelDescriptionList"/>
    <dgm:cxn modelId="{BD7D6472-4808-4825-97A4-1149FA5333AF}" type="presParOf" srcId="{FBFE6AEE-6202-44AB-851B-72B5C66A9024}" destId="{7568FDD6-0792-4CA7-A423-FBC2D51B4441}" srcOrd="6" destOrd="0" presId="urn:microsoft.com/office/officeart/2018/5/layout/CenteredIconLabelDescriptionList"/>
    <dgm:cxn modelId="{5BA9970B-9916-4B5B-ACE9-95DE2B6D309F}" type="presParOf" srcId="{7568FDD6-0792-4CA7-A423-FBC2D51B4441}" destId="{CE7C1FD4-F728-4063-9DD3-1F38396F183A}" srcOrd="0" destOrd="0" presId="urn:microsoft.com/office/officeart/2018/5/layout/CenteredIconLabelDescriptionList"/>
    <dgm:cxn modelId="{0ED8AAD1-312E-4074-9C92-2908D42E5BC2}" type="presParOf" srcId="{7568FDD6-0792-4CA7-A423-FBC2D51B4441}" destId="{066FE9E0-7603-4DBB-804A-BEC0A423D14D}" srcOrd="1" destOrd="0" presId="urn:microsoft.com/office/officeart/2018/5/layout/CenteredIconLabelDescriptionList"/>
    <dgm:cxn modelId="{CFABADE5-6782-4373-89FC-E79BD4AB9AE7}" type="presParOf" srcId="{7568FDD6-0792-4CA7-A423-FBC2D51B4441}" destId="{4EF3DA52-30F8-4C12-8ED4-68F4CD436947}" srcOrd="2" destOrd="0" presId="urn:microsoft.com/office/officeart/2018/5/layout/CenteredIconLabelDescriptionList"/>
    <dgm:cxn modelId="{11A3A606-C1D7-4907-8BEB-6D0865B80DD6}" type="presParOf" srcId="{7568FDD6-0792-4CA7-A423-FBC2D51B4441}" destId="{DF2D0295-B31A-48A7-B041-C5C89C0CB1DE}" srcOrd="3" destOrd="0" presId="urn:microsoft.com/office/officeart/2018/5/layout/CenteredIconLabelDescriptionList"/>
    <dgm:cxn modelId="{4A740F19-57D2-41EB-B050-02286C67132E}" type="presParOf" srcId="{7568FDD6-0792-4CA7-A423-FBC2D51B4441}" destId="{85C1CC7B-D09D-45B6-989E-F7E029210C5D}"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9628F55-6BCE-4905-ABBE-5728CB2CA243}"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7CC01E5-E9FB-4A3F-A6F4-79A39E55B867}">
      <dgm:prSet/>
      <dgm:spPr/>
      <dgm:t>
        <a:bodyPr/>
        <a:lstStyle/>
        <a:p>
          <a:pPr>
            <a:defRPr b="1"/>
          </a:pPr>
          <a:r>
            <a:rPr lang="en-US"/>
            <a:t>Mechanism</a:t>
          </a:r>
        </a:p>
      </dgm:t>
    </dgm:pt>
    <dgm:pt modelId="{5AF9DE35-0FFE-4F72-8612-F33F51495399}" type="parTrans" cxnId="{EF23D11D-DFC2-4CF2-92C1-A16B4895F15E}">
      <dgm:prSet/>
      <dgm:spPr/>
      <dgm:t>
        <a:bodyPr/>
        <a:lstStyle/>
        <a:p>
          <a:endParaRPr lang="en-US"/>
        </a:p>
      </dgm:t>
    </dgm:pt>
    <dgm:pt modelId="{5F373847-CFE3-4FB2-87C8-D4B42625245B}" type="sibTrans" cxnId="{EF23D11D-DFC2-4CF2-92C1-A16B4895F15E}">
      <dgm:prSet/>
      <dgm:spPr/>
      <dgm:t>
        <a:bodyPr/>
        <a:lstStyle/>
        <a:p>
          <a:endParaRPr lang="en-US"/>
        </a:p>
      </dgm:t>
    </dgm:pt>
    <dgm:pt modelId="{698F3B52-474F-4B34-A561-1D0D186CD563}">
      <dgm:prSet/>
      <dgm:spPr/>
      <dgm:t>
        <a:bodyPr/>
        <a:lstStyle/>
        <a:p>
          <a:r>
            <a:rPr lang="en-US"/>
            <a:t>It treats text as a sequence of tokens</a:t>
          </a:r>
        </a:p>
      </dgm:t>
    </dgm:pt>
    <dgm:pt modelId="{972522C5-78FF-46F8-8CD2-759EE382178E}" type="parTrans" cxnId="{97B61866-B8B4-4B33-9469-4A0653A74E57}">
      <dgm:prSet/>
      <dgm:spPr/>
      <dgm:t>
        <a:bodyPr/>
        <a:lstStyle/>
        <a:p>
          <a:endParaRPr lang="en-US"/>
        </a:p>
      </dgm:t>
    </dgm:pt>
    <dgm:pt modelId="{44C4F376-21F9-4313-AA4C-F5E500C4EE6D}" type="sibTrans" cxnId="{97B61866-B8B4-4B33-9469-4A0653A74E57}">
      <dgm:prSet/>
      <dgm:spPr/>
      <dgm:t>
        <a:bodyPr/>
        <a:lstStyle/>
        <a:p>
          <a:endParaRPr lang="en-US"/>
        </a:p>
      </dgm:t>
    </dgm:pt>
    <dgm:pt modelId="{E7634408-2264-48B8-87AA-C70B17A8556E}">
      <dgm:prSet/>
      <dgm:spPr/>
      <dgm:t>
        <a:bodyPr/>
        <a:lstStyle/>
        <a:p>
          <a:pPr>
            <a:defRPr b="1"/>
          </a:pPr>
          <a:r>
            <a:rPr lang="en-US"/>
            <a:t>Objective</a:t>
          </a:r>
        </a:p>
      </dgm:t>
    </dgm:pt>
    <dgm:pt modelId="{A285D79F-60BD-422B-90C0-50285A5A8ED0}" type="parTrans" cxnId="{855E485E-6C41-494E-BDEE-1B97CF66853A}">
      <dgm:prSet/>
      <dgm:spPr/>
      <dgm:t>
        <a:bodyPr/>
        <a:lstStyle/>
        <a:p>
          <a:endParaRPr lang="en-US"/>
        </a:p>
      </dgm:t>
    </dgm:pt>
    <dgm:pt modelId="{6169B34D-987F-4C87-B391-D85023EC2B99}" type="sibTrans" cxnId="{855E485E-6C41-494E-BDEE-1B97CF66853A}">
      <dgm:prSet/>
      <dgm:spPr/>
      <dgm:t>
        <a:bodyPr/>
        <a:lstStyle/>
        <a:p>
          <a:endParaRPr lang="en-US"/>
        </a:p>
      </dgm:t>
    </dgm:pt>
    <dgm:pt modelId="{4912FD13-91B0-4040-8891-FF3F83AD1C92}">
      <dgm:prSet/>
      <dgm:spPr/>
      <dgm:t>
        <a:bodyPr/>
        <a:lstStyle/>
        <a:p>
          <a:r>
            <a:rPr lang="en-US"/>
            <a:t>Predict the next token based on probability</a:t>
          </a:r>
        </a:p>
      </dgm:t>
    </dgm:pt>
    <dgm:pt modelId="{0FED406D-C321-40B1-AE50-DEE4C819A156}" type="parTrans" cxnId="{935E9631-6C50-4FA2-9C44-9643A15D7CF6}">
      <dgm:prSet/>
      <dgm:spPr/>
      <dgm:t>
        <a:bodyPr/>
        <a:lstStyle/>
        <a:p>
          <a:endParaRPr lang="en-US"/>
        </a:p>
      </dgm:t>
    </dgm:pt>
    <dgm:pt modelId="{17390F65-03AD-4D1B-92D3-50A02C7F7D14}" type="sibTrans" cxnId="{935E9631-6C50-4FA2-9C44-9643A15D7CF6}">
      <dgm:prSet/>
      <dgm:spPr/>
      <dgm:t>
        <a:bodyPr/>
        <a:lstStyle/>
        <a:p>
          <a:endParaRPr lang="en-US"/>
        </a:p>
      </dgm:t>
    </dgm:pt>
    <dgm:pt modelId="{0FCA9682-0AAE-4326-AD5F-1FF145AA1D47}">
      <dgm:prSet/>
      <dgm:spPr/>
      <dgm:t>
        <a:bodyPr/>
        <a:lstStyle/>
        <a:p>
          <a:pPr>
            <a:defRPr b="1"/>
          </a:pPr>
          <a:r>
            <a:rPr lang="en-US"/>
            <a:t>Key Innovation</a:t>
          </a:r>
        </a:p>
      </dgm:t>
    </dgm:pt>
    <dgm:pt modelId="{DFBD5D4E-015B-4B2C-841B-8910946DCF0A}" type="parTrans" cxnId="{113B78EA-A9E5-4383-9583-43F3A9EA661A}">
      <dgm:prSet/>
      <dgm:spPr/>
      <dgm:t>
        <a:bodyPr/>
        <a:lstStyle/>
        <a:p>
          <a:endParaRPr lang="en-US"/>
        </a:p>
      </dgm:t>
    </dgm:pt>
    <dgm:pt modelId="{2035BD98-AE67-49FE-B5BF-4F8C1695A6AC}" type="sibTrans" cxnId="{113B78EA-A9E5-4383-9583-43F3A9EA661A}">
      <dgm:prSet/>
      <dgm:spPr/>
      <dgm:t>
        <a:bodyPr/>
        <a:lstStyle/>
        <a:p>
          <a:endParaRPr lang="en-US"/>
        </a:p>
      </dgm:t>
    </dgm:pt>
    <dgm:pt modelId="{21F7EC9C-1D24-4B1D-B737-FB73116B21C9}">
      <dgm:prSet/>
      <dgm:spPr/>
      <dgm:t>
        <a:bodyPr/>
        <a:lstStyle/>
        <a:p>
          <a:r>
            <a:rPr lang="en-US"/>
            <a:t>Attention Mechanism, which allows the model to maintain context over long sequences</a:t>
          </a:r>
        </a:p>
      </dgm:t>
    </dgm:pt>
    <dgm:pt modelId="{96ABDB11-A6E8-43E1-8F45-B83AF9E447F8}" type="parTrans" cxnId="{2B7455EC-F1D4-4171-8511-98291F78E0A3}">
      <dgm:prSet/>
      <dgm:spPr/>
      <dgm:t>
        <a:bodyPr/>
        <a:lstStyle/>
        <a:p>
          <a:endParaRPr lang="en-US"/>
        </a:p>
      </dgm:t>
    </dgm:pt>
    <dgm:pt modelId="{FE568D66-2218-4B8B-B407-3557C5DF44D7}" type="sibTrans" cxnId="{2B7455EC-F1D4-4171-8511-98291F78E0A3}">
      <dgm:prSet/>
      <dgm:spPr/>
      <dgm:t>
        <a:bodyPr/>
        <a:lstStyle/>
        <a:p>
          <a:endParaRPr lang="en-US"/>
        </a:p>
      </dgm:t>
    </dgm:pt>
    <dgm:pt modelId="{346FC046-2B59-493E-86DB-15922F3E5955}" type="pres">
      <dgm:prSet presAssocID="{59628F55-6BCE-4905-ABBE-5728CB2CA243}" presName="root" presStyleCnt="0">
        <dgm:presLayoutVars>
          <dgm:dir/>
          <dgm:resizeHandles val="exact"/>
        </dgm:presLayoutVars>
      </dgm:prSet>
      <dgm:spPr/>
    </dgm:pt>
    <dgm:pt modelId="{27B6E7EA-CDB4-4518-8DFA-3061A94A5FD8}" type="pres">
      <dgm:prSet presAssocID="{17CC01E5-E9FB-4A3F-A6F4-79A39E55B867}" presName="compNode" presStyleCnt="0"/>
      <dgm:spPr/>
    </dgm:pt>
    <dgm:pt modelId="{ACB61468-EC6F-41FE-A929-4BC8FA76A888}" type="pres">
      <dgm:prSet presAssocID="{17CC01E5-E9FB-4A3F-A6F4-79A39E55B86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ins"/>
        </a:ext>
      </dgm:extLst>
    </dgm:pt>
    <dgm:pt modelId="{EBAB27CE-A929-40F3-BCDD-C6C1F94E1D65}" type="pres">
      <dgm:prSet presAssocID="{17CC01E5-E9FB-4A3F-A6F4-79A39E55B867}" presName="iconSpace" presStyleCnt="0"/>
      <dgm:spPr/>
    </dgm:pt>
    <dgm:pt modelId="{48D55182-6B22-49C7-9A52-EC125DC2807F}" type="pres">
      <dgm:prSet presAssocID="{17CC01E5-E9FB-4A3F-A6F4-79A39E55B867}" presName="parTx" presStyleLbl="revTx" presStyleIdx="0" presStyleCnt="6">
        <dgm:presLayoutVars>
          <dgm:chMax val="0"/>
          <dgm:chPref val="0"/>
        </dgm:presLayoutVars>
      </dgm:prSet>
      <dgm:spPr/>
    </dgm:pt>
    <dgm:pt modelId="{499C09E0-E73E-4CC6-B3F3-11287312C56E}" type="pres">
      <dgm:prSet presAssocID="{17CC01E5-E9FB-4A3F-A6F4-79A39E55B867}" presName="txSpace" presStyleCnt="0"/>
      <dgm:spPr/>
    </dgm:pt>
    <dgm:pt modelId="{F398A2F9-2080-4ABC-92A1-BD06AB3EC525}" type="pres">
      <dgm:prSet presAssocID="{17CC01E5-E9FB-4A3F-A6F4-79A39E55B867}" presName="desTx" presStyleLbl="revTx" presStyleIdx="1" presStyleCnt="6">
        <dgm:presLayoutVars/>
      </dgm:prSet>
      <dgm:spPr/>
    </dgm:pt>
    <dgm:pt modelId="{26544BC2-AEAC-490E-9DA0-DA041C2B2716}" type="pres">
      <dgm:prSet presAssocID="{5F373847-CFE3-4FB2-87C8-D4B42625245B}" presName="sibTrans" presStyleCnt="0"/>
      <dgm:spPr/>
    </dgm:pt>
    <dgm:pt modelId="{07D03828-D172-4875-94E4-051D8782348B}" type="pres">
      <dgm:prSet presAssocID="{E7634408-2264-48B8-87AA-C70B17A8556E}" presName="compNode" presStyleCnt="0"/>
      <dgm:spPr/>
    </dgm:pt>
    <dgm:pt modelId="{4A3B72E0-ABE3-4C89-B2D4-CA1B6011B381}" type="pres">
      <dgm:prSet presAssocID="{E7634408-2264-48B8-87AA-C70B17A8556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llseye"/>
        </a:ext>
      </dgm:extLst>
    </dgm:pt>
    <dgm:pt modelId="{CCAA985E-8E7B-4313-9CA5-93982B1D2467}" type="pres">
      <dgm:prSet presAssocID="{E7634408-2264-48B8-87AA-C70B17A8556E}" presName="iconSpace" presStyleCnt="0"/>
      <dgm:spPr/>
    </dgm:pt>
    <dgm:pt modelId="{EBF4C632-CB74-444D-BD77-CEF5B09E4574}" type="pres">
      <dgm:prSet presAssocID="{E7634408-2264-48B8-87AA-C70B17A8556E}" presName="parTx" presStyleLbl="revTx" presStyleIdx="2" presStyleCnt="6">
        <dgm:presLayoutVars>
          <dgm:chMax val="0"/>
          <dgm:chPref val="0"/>
        </dgm:presLayoutVars>
      </dgm:prSet>
      <dgm:spPr/>
    </dgm:pt>
    <dgm:pt modelId="{0ECB42B5-5F40-4729-B67E-EE7EC70EE34F}" type="pres">
      <dgm:prSet presAssocID="{E7634408-2264-48B8-87AA-C70B17A8556E}" presName="txSpace" presStyleCnt="0"/>
      <dgm:spPr/>
    </dgm:pt>
    <dgm:pt modelId="{9C691C91-B43B-4470-8CC5-2EDDDE5CCA45}" type="pres">
      <dgm:prSet presAssocID="{E7634408-2264-48B8-87AA-C70B17A8556E}" presName="desTx" presStyleLbl="revTx" presStyleIdx="3" presStyleCnt="6">
        <dgm:presLayoutVars/>
      </dgm:prSet>
      <dgm:spPr/>
    </dgm:pt>
    <dgm:pt modelId="{8B123F45-2116-4758-B2EE-22442D18115E}" type="pres">
      <dgm:prSet presAssocID="{6169B34D-987F-4C87-B391-D85023EC2B99}" presName="sibTrans" presStyleCnt="0"/>
      <dgm:spPr/>
    </dgm:pt>
    <dgm:pt modelId="{C43CB949-E3E5-4956-8CF0-2DD0C121266D}" type="pres">
      <dgm:prSet presAssocID="{0FCA9682-0AAE-4326-AD5F-1FF145AA1D47}" presName="compNode" presStyleCnt="0"/>
      <dgm:spPr/>
    </dgm:pt>
    <dgm:pt modelId="{F3214602-9626-48D4-87EE-8D34727352BE}" type="pres">
      <dgm:prSet presAssocID="{0FCA9682-0AAE-4326-AD5F-1FF145AA1D4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Key"/>
        </a:ext>
      </dgm:extLst>
    </dgm:pt>
    <dgm:pt modelId="{62491837-71BD-4C32-A476-C11507C9C44F}" type="pres">
      <dgm:prSet presAssocID="{0FCA9682-0AAE-4326-AD5F-1FF145AA1D47}" presName="iconSpace" presStyleCnt="0"/>
      <dgm:spPr/>
    </dgm:pt>
    <dgm:pt modelId="{FC6DAEF3-E085-46A9-AB06-7B9FD24BBCBC}" type="pres">
      <dgm:prSet presAssocID="{0FCA9682-0AAE-4326-AD5F-1FF145AA1D47}" presName="parTx" presStyleLbl="revTx" presStyleIdx="4" presStyleCnt="6">
        <dgm:presLayoutVars>
          <dgm:chMax val="0"/>
          <dgm:chPref val="0"/>
        </dgm:presLayoutVars>
      </dgm:prSet>
      <dgm:spPr/>
    </dgm:pt>
    <dgm:pt modelId="{3B9E165D-B06E-440A-A6CF-A34EEA3D9BD3}" type="pres">
      <dgm:prSet presAssocID="{0FCA9682-0AAE-4326-AD5F-1FF145AA1D47}" presName="txSpace" presStyleCnt="0"/>
      <dgm:spPr/>
    </dgm:pt>
    <dgm:pt modelId="{244C5401-F642-4DD6-B435-960FC3A438CB}" type="pres">
      <dgm:prSet presAssocID="{0FCA9682-0AAE-4326-AD5F-1FF145AA1D47}" presName="desTx" presStyleLbl="revTx" presStyleIdx="5" presStyleCnt="6">
        <dgm:presLayoutVars/>
      </dgm:prSet>
      <dgm:spPr/>
    </dgm:pt>
  </dgm:ptLst>
  <dgm:cxnLst>
    <dgm:cxn modelId="{EF23D11D-DFC2-4CF2-92C1-A16B4895F15E}" srcId="{59628F55-6BCE-4905-ABBE-5728CB2CA243}" destId="{17CC01E5-E9FB-4A3F-A6F4-79A39E55B867}" srcOrd="0" destOrd="0" parTransId="{5AF9DE35-0FFE-4F72-8612-F33F51495399}" sibTransId="{5F373847-CFE3-4FB2-87C8-D4B42625245B}"/>
    <dgm:cxn modelId="{935E9631-6C50-4FA2-9C44-9643A15D7CF6}" srcId="{E7634408-2264-48B8-87AA-C70B17A8556E}" destId="{4912FD13-91B0-4040-8891-FF3F83AD1C92}" srcOrd="0" destOrd="0" parTransId="{0FED406D-C321-40B1-AE50-DEE4C819A156}" sibTransId="{17390F65-03AD-4D1B-92D3-50A02C7F7D14}"/>
    <dgm:cxn modelId="{855E485E-6C41-494E-BDEE-1B97CF66853A}" srcId="{59628F55-6BCE-4905-ABBE-5728CB2CA243}" destId="{E7634408-2264-48B8-87AA-C70B17A8556E}" srcOrd="1" destOrd="0" parTransId="{A285D79F-60BD-422B-90C0-50285A5A8ED0}" sibTransId="{6169B34D-987F-4C87-B391-D85023EC2B99}"/>
    <dgm:cxn modelId="{97B61866-B8B4-4B33-9469-4A0653A74E57}" srcId="{17CC01E5-E9FB-4A3F-A6F4-79A39E55B867}" destId="{698F3B52-474F-4B34-A561-1D0D186CD563}" srcOrd="0" destOrd="0" parTransId="{972522C5-78FF-46F8-8CD2-759EE382178E}" sibTransId="{44C4F376-21F9-4313-AA4C-F5E500C4EE6D}"/>
    <dgm:cxn modelId="{80F90E53-DC7C-43AF-9773-6E28C3C08A38}" type="presOf" srcId="{698F3B52-474F-4B34-A561-1D0D186CD563}" destId="{F398A2F9-2080-4ABC-92A1-BD06AB3EC525}" srcOrd="0" destOrd="0" presId="urn:microsoft.com/office/officeart/2018/5/layout/CenteredIconLabelDescriptionList"/>
    <dgm:cxn modelId="{A202EA55-94B8-44D1-A468-A4B740BD5D49}" type="presOf" srcId="{4912FD13-91B0-4040-8891-FF3F83AD1C92}" destId="{9C691C91-B43B-4470-8CC5-2EDDDE5CCA45}" srcOrd="0" destOrd="0" presId="urn:microsoft.com/office/officeart/2018/5/layout/CenteredIconLabelDescriptionList"/>
    <dgm:cxn modelId="{AD755458-3855-4652-9C78-D84B631BDFB9}" type="presOf" srcId="{59628F55-6BCE-4905-ABBE-5728CB2CA243}" destId="{346FC046-2B59-493E-86DB-15922F3E5955}" srcOrd="0" destOrd="0" presId="urn:microsoft.com/office/officeart/2018/5/layout/CenteredIconLabelDescriptionList"/>
    <dgm:cxn modelId="{1F4473A2-8BEA-46C1-A1B3-839093249EF7}" type="presOf" srcId="{21F7EC9C-1D24-4B1D-B737-FB73116B21C9}" destId="{244C5401-F642-4DD6-B435-960FC3A438CB}" srcOrd="0" destOrd="0" presId="urn:microsoft.com/office/officeart/2018/5/layout/CenteredIconLabelDescriptionList"/>
    <dgm:cxn modelId="{33477ABD-59A1-419D-A43E-76257246F557}" type="presOf" srcId="{17CC01E5-E9FB-4A3F-A6F4-79A39E55B867}" destId="{48D55182-6B22-49C7-9A52-EC125DC2807F}" srcOrd="0" destOrd="0" presId="urn:microsoft.com/office/officeart/2018/5/layout/CenteredIconLabelDescriptionList"/>
    <dgm:cxn modelId="{40A718BF-23F1-446B-AE3A-7E6B321BF289}" type="presOf" srcId="{E7634408-2264-48B8-87AA-C70B17A8556E}" destId="{EBF4C632-CB74-444D-BD77-CEF5B09E4574}" srcOrd="0" destOrd="0" presId="urn:microsoft.com/office/officeart/2018/5/layout/CenteredIconLabelDescriptionList"/>
    <dgm:cxn modelId="{113B78EA-A9E5-4383-9583-43F3A9EA661A}" srcId="{59628F55-6BCE-4905-ABBE-5728CB2CA243}" destId="{0FCA9682-0AAE-4326-AD5F-1FF145AA1D47}" srcOrd="2" destOrd="0" parTransId="{DFBD5D4E-015B-4B2C-841B-8910946DCF0A}" sibTransId="{2035BD98-AE67-49FE-B5BF-4F8C1695A6AC}"/>
    <dgm:cxn modelId="{2B7455EC-F1D4-4171-8511-98291F78E0A3}" srcId="{0FCA9682-0AAE-4326-AD5F-1FF145AA1D47}" destId="{21F7EC9C-1D24-4B1D-B737-FB73116B21C9}" srcOrd="0" destOrd="0" parTransId="{96ABDB11-A6E8-43E1-8F45-B83AF9E447F8}" sibTransId="{FE568D66-2218-4B8B-B407-3557C5DF44D7}"/>
    <dgm:cxn modelId="{0641E4EC-48C4-4EE5-95F3-97030F90C997}" type="presOf" srcId="{0FCA9682-0AAE-4326-AD5F-1FF145AA1D47}" destId="{FC6DAEF3-E085-46A9-AB06-7B9FD24BBCBC}" srcOrd="0" destOrd="0" presId="urn:microsoft.com/office/officeart/2018/5/layout/CenteredIconLabelDescriptionList"/>
    <dgm:cxn modelId="{C3CFCECF-2657-4DBE-9192-22796EAD2ED7}" type="presParOf" srcId="{346FC046-2B59-493E-86DB-15922F3E5955}" destId="{27B6E7EA-CDB4-4518-8DFA-3061A94A5FD8}" srcOrd="0" destOrd="0" presId="urn:microsoft.com/office/officeart/2018/5/layout/CenteredIconLabelDescriptionList"/>
    <dgm:cxn modelId="{1A15F182-8A40-4634-A3EE-AE3015A74A1E}" type="presParOf" srcId="{27B6E7EA-CDB4-4518-8DFA-3061A94A5FD8}" destId="{ACB61468-EC6F-41FE-A929-4BC8FA76A888}" srcOrd="0" destOrd="0" presId="urn:microsoft.com/office/officeart/2018/5/layout/CenteredIconLabelDescriptionList"/>
    <dgm:cxn modelId="{BE2ABC88-C40B-4F36-B309-42BD70B9600A}" type="presParOf" srcId="{27B6E7EA-CDB4-4518-8DFA-3061A94A5FD8}" destId="{EBAB27CE-A929-40F3-BCDD-C6C1F94E1D65}" srcOrd="1" destOrd="0" presId="urn:microsoft.com/office/officeart/2018/5/layout/CenteredIconLabelDescriptionList"/>
    <dgm:cxn modelId="{0C2A84CD-E44E-4B8C-A61F-8C6A697BEC9C}" type="presParOf" srcId="{27B6E7EA-CDB4-4518-8DFA-3061A94A5FD8}" destId="{48D55182-6B22-49C7-9A52-EC125DC2807F}" srcOrd="2" destOrd="0" presId="urn:microsoft.com/office/officeart/2018/5/layout/CenteredIconLabelDescriptionList"/>
    <dgm:cxn modelId="{3EB11691-817B-473B-AC13-5E614A43E441}" type="presParOf" srcId="{27B6E7EA-CDB4-4518-8DFA-3061A94A5FD8}" destId="{499C09E0-E73E-4CC6-B3F3-11287312C56E}" srcOrd="3" destOrd="0" presId="urn:microsoft.com/office/officeart/2018/5/layout/CenteredIconLabelDescriptionList"/>
    <dgm:cxn modelId="{FB50CE8E-A207-4AC4-A7C0-900AB3BDCBB7}" type="presParOf" srcId="{27B6E7EA-CDB4-4518-8DFA-3061A94A5FD8}" destId="{F398A2F9-2080-4ABC-92A1-BD06AB3EC525}" srcOrd="4" destOrd="0" presId="urn:microsoft.com/office/officeart/2018/5/layout/CenteredIconLabelDescriptionList"/>
    <dgm:cxn modelId="{AFB95845-59A7-459D-9160-53571E0C6626}" type="presParOf" srcId="{346FC046-2B59-493E-86DB-15922F3E5955}" destId="{26544BC2-AEAC-490E-9DA0-DA041C2B2716}" srcOrd="1" destOrd="0" presId="urn:microsoft.com/office/officeart/2018/5/layout/CenteredIconLabelDescriptionList"/>
    <dgm:cxn modelId="{A593C63F-ADAF-4CE1-AE69-5C122CB39E72}" type="presParOf" srcId="{346FC046-2B59-493E-86DB-15922F3E5955}" destId="{07D03828-D172-4875-94E4-051D8782348B}" srcOrd="2" destOrd="0" presId="urn:microsoft.com/office/officeart/2018/5/layout/CenteredIconLabelDescriptionList"/>
    <dgm:cxn modelId="{22AF79BC-396D-44B4-9B4A-3771334DED11}" type="presParOf" srcId="{07D03828-D172-4875-94E4-051D8782348B}" destId="{4A3B72E0-ABE3-4C89-B2D4-CA1B6011B381}" srcOrd="0" destOrd="0" presId="urn:microsoft.com/office/officeart/2018/5/layout/CenteredIconLabelDescriptionList"/>
    <dgm:cxn modelId="{2E084BF4-7563-4350-819E-A1D2C92FEF9A}" type="presParOf" srcId="{07D03828-D172-4875-94E4-051D8782348B}" destId="{CCAA985E-8E7B-4313-9CA5-93982B1D2467}" srcOrd="1" destOrd="0" presId="urn:microsoft.com/office/officeart/2018/5/layout/CenteredIconLabelDescriptionList"/>
    <dgm:cxn modelId="{C31CDA38-ACB8-4630-9D32-7A03B285C4A6}" type="presParOf" srcId="{07D03828-D172-4875-94E4-051D8782348B}" destId="{EBF4C632-CB74-444D-BD77-CEF5B09E4574}" srcOrd="2" destOrd="0" presId="urn:microsoft.com/office/officeart/2018/5/layout/CenteredIconLabelDescriptionList"/>
    <dgm:cxn modelId="{5B4501CA-B1F5-4AA0-B35D-E430B1F38D05}" type="presParOf" srcId="{07D03828-D172-4875-94E4-051D8782348B}" destId="{0ECB42B5-5F40-4729-B67E-EE7EC70EE34F}" srcOrd="3" destOrd="0" presId="urn:microsoft.com/office/officeart/2018/5/layout/CenteredIconLabelDescriptionList"/>
    <dgm:cxn modelId="{C5C99977-D420-4759-9C7A-A1E086F20D53}" type="presParOf" srcId="{07D03828-D172-4875-94E4-051D8782348B}" destId="{9C691C91-B43B-4470-8CC5-2EDDDE5CCA45}" srcOrd="4" destOrd="0" presId="urn:microsoft.com/office/officeart/2018/5/layout/CenteredIconLabelDescriptionList"/>
    <dgm:cxn modelId="{E0029B9A-EB40-4045-9CB7-320D00E199B9}" type="presParOf" srcId="{346FC046-2B59-493E-86DB-15922F3E5955}" destId="{8B123F45-2116-4758-B2EE-22442D18115E}" srcOrd="3" destOrd="0" presId="urn:microsoft.com/office/officeart/2018/5/layout/CenteredIconLabelDescriptionList"/>
    <dgm:cxn modelId="{D2B14E6E-A5E0-4F13-AE4E-F270E67EEBE0}" type="presParOf" srcId="{346FC046-2B59-493E-86DB-15922F3E5955}" destId="{C43CB949-E3E5-4956-8CF0-2DD0C121266D}" srcOrd="4" destOrd="0" presId="urn:microsoft.com/office/officeart/2018/5/layout/CenteredIconLabelDescriptionList"/>
    <dgm:cxn modelId="{D6D3DBF5-4C10-4171-95E3-9BD0E09E6A26}" type="presParOf" srcId="{C43CB949-E3E5-4956-8CF0-2DD0C121266D}" destId="{F3214602-9626-48D4-87EE-8D34727352BE}" srcOrd="0" destOrd="0" presId="urn:microsoft.com/office/officeart/2018/5/layout/CenteredIconLabelDescriptionList"/>
    <dgm:cxn modelId="{6361BBBF-C7D9-4195-9B64-11EB11D82834}" type="presParOf" srcId="{C43CB949-E3E5-4956-8CF0-2DD0C121266D}" destId="{62491837-71BD-4C32-A476-C11507C9C44F}" srcOrd="1" destOrd="0" presId="urn:microsoft.com/office/officeart/2018/5/layout/CenteredIconLabelDescriptionList"/>
    <dgm:cxn modelId="{B87017D2-21FF-44E1-9739-3B6844585C97}" type="presParOf" srcId="{C43CB949-E3E5-4956-8CF0-2DD0C121266D}" destId="{FC6DAEF3-E085-46A9-AB06-7B9FD24BBCBC}" srcOrd="2" destOrd="0" presId="urn:microsoft.com/office/officeart/2018/5/layout/CenteredIconLabelDescriptionList"/>
    <dgm:cxn modelId="{1372E626-526A-4671-8356-DD7BA4E2AE1C}" type="presParOf" srcId="{C43CB949-E3E5-4956-8CF0-2DD0C121266D}" destId="{3B9E165D-B06E-440A-A6CF-A34EEA3D9BD3}" srcOrd="3" destOrd="0" presId="urn:microsoft.com/office/officeart/2018/5/layout/CenteredIconLabelDescriptionList"/>
    <dgm:cxn modelId="{5C42CC29-CEA3-4E49-80A1-84BB0D1EAA33}" type="presParOf" srcId="{C43CB949-E3E5-4956-8CF0-2DD0C121266D}" destId="{244C5401-F642-4DD6-B435-960FC3A438CB}"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C4A8F43-4C07-431A-AC46-0D2E857D7FE3}"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EECC542-8B82-49AD-957D-D5D4E4FD0E9A}">
      <dgm:prSet/>
      <dgm:spPr/>
      <dgm:t>
        <a:bodyPr/>
        <a:lstStyle/>
        <a:p>
          <a:r>
            <a:rPr lang="en-US"/>
            <a:t>How do we teach a computer to dream an image?</a:t>
          </a:r>
        </a:p>
      </dgm:t>
    </dgm:pt>
    <dgm:pt modelId="{36EE0629-F03F-47FF-8DDF-75CD65C96408}" type="parTrans" cxnId="{9765ACC0-221F-44F2-B30C-6E7AFAFC862F}">
      <dgm:prSet/>
      <dgm:spPr/>
      <dgm:t>
        <a:bodyPr/>
        <a:lstStyle/>
        <a:p>
          <a:endParaRPr lang="en-US"/>
        </a:p>
      </dgm:t>
    </dgm:pt>
    <dgm:pt modelId="{1B15E9F8-014D-4529-87C6-2FC1B6A385F6}" type="sibTrans" cxnId="{9765ACC0-221F-44F2-B30C-6E7AFAFC862F}">
      <dgm:prSet/>
      <dgm:spPr/>
      <dgm:t>
        <a:bodyPr/>
        <a:lstStyle/>
        <a:p>
          <a:endParaRPr lang="en-US"/>
        </a:p>
      </dgm:t>
    </dgm:pt>
    <dgm:pt modelId="{AFB44308-C98B-4BB4-832A-A76B5EB4A3DF}">
      <dgm:prSet/>
      <dgm:spPr/>
      <dgm:t>
        <a:bodyPr/>
        <a:lstStyle/>
        <a:p>
          <a:r>
            <a:rPr lang="en-US"/>
            <a:t>We have developed three major architectures over time</a:t>
          </a:r>
        </a:p>
      </dgm:t>
    </dgm:pt>
    <dgm:pt modelId="{A9D2E686-17CA-4566-8F6C-5E403306AEB0}" type="parTrans" cxnId="{81181CC0-CA5D-4C05-B249-4D3D44EA0929}">
      <dgm:prSet/>
      <dgm:spPr/>
      <dgm:t>
        <a:bodyPr/>
        <a:lstStyle/>
        <a:p>
          <a:endParaRPr lang="en-US"/>
        </a:p>
      </dgm:t>
    </dgm:pt>
    <dgm:pt modelId="{694643D1-DA99-4115-AA7A-B03C9F2BB2AE}" type="sibTrans" cxnId="{81181CC0-CA5D-4C05-B249-4D3D44EA0929}">
      <dgm:prSet/>
      <dgm:spPr/>
      <dgm:t>
        <a:bodyPr/>
        <a:lstStyle/>
        <a:p>
          <a:endParaRPr lang="en-US"/>
        </a:p>
      </dgm:t>
    </dgm:pt>
    <dgm:pt modelId="{B79813D3-155D-4190-84BE-029E9D6E83E3}">
      <dgm:prSet/>
      <dgm:spPr/>
      <dgm:t>
        <a:bodyPr/>
        <a:lstStyle/>
        <a:p>
          <a:r>
            <a:rPr lang="en-IN"/>
            <a:t>Variational Autoencoders (VAEs) to Generative Adversarial Networks (GANs) to Diffusion Models (The Modern Standard)</a:t>
          </a:r>
          <a:endParaRPr lang="en-US"/>
        </a:p>
      </dgm:t>
    </dgm:pt>
    <dgm:pt modelId="{872F6EB3-D1F4-4597-93C3-AC30249C5C7B}" type="parTrans" cxnId="{0020EEEA-46BE-4720-9A62-B1A5296C2C8C}">
      <dgm:prSet/>
      <dgm:spPr/>
      <dgm:t>
        <a:bodyPr/>
        <a:lstStyle/>
        <a:p>
          <a:endParaRPr lang="en-US"/>
        </a:p>
      </dgm:t>
    </dgm:pt>
    <dgm:pt modelId="{9850BF90-7669-4C46-AC2B-C8616EE2F97E}" type="sibTrans" cxnId="{0020EEEA-46BE-4720-9A62-B1A5296C2C8C}">
      <dgm:prSet/>
      <dgm:spPr/>
      <dgm:t>
        <a:bodyPr/>
        <a:lstStyle/>
        <a:p>
          <a:endParaRPr lang="en-US"/>
        </a:p>
      </dgm:t>
    </dgm:pt>
    <dgm:pt modelId="{0FF912AC-0CBB-4BE0-B7E5-327FFAFB50CE}" type="pres">
      <dgm:prSet presAssocID="{1C4A8F43-4C07-431A-AC46-0D2E857D7FE3}" presName="root" presStyleCnt="0">
        <dgm:presLayoutVars>
          <dgm:dir/>
          <dgm:resizeHandles val="exact"/>
        </dgm:presLayoutVars>
      </dgm:prSet>
      <dgm:spPr/>
    </dgm:pt>
    <dgm:pt modelId="{CAAB7444-6436-44E2-9E46-2AFD854B48D2}" type="pres">
      <dgm:prSet presAssocID="{8EECC542-8B82-49AD-957D-D5D4E4FD0E9A}" presName="compNode" presStyleCnt="0"/>
      <dgm:spPr/>
    </dgm:pt>
    <dgm:pt modelId="{8EDD60BB-05C8-4249-A0A8-E71C5DA08A9F}" type="pres">
      <dgm:prSet presAssocID="{8EECC542-8B82-49AD-957D-D5D4E4FD0E9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puter"/>
        </a:ext>
      </dgm:extLst>
    </dgm:pt>
    <dgm:pt modelId="{0D1B4108-13EB-4A96-8A70-F04FD3F14B83}" type="pres">
      <dgm:prSet presAssocID="{8EECC542-8B82-49AD-957D-D5D4E4FD0E9A}" presName="spaceRect" presStyleCnt="0"/>
      <dgm:spPr/>
    </dgm:pt>
    <dgm:pt modelId="{6663B23D-F6F8-4BE5-9585-ADBA690250B9}" type="pres">
      <dgm:prSet presAssocID="{8EECC542-8B82-49AD-957D-D5D4E4FD0E9A}" presName="textRect" presStyleLbl="revTx" presStyleIdx="0" presStyleCnt="3">
        <dgm:presLayoutVars>
          <dgm:chMax val="1"/>
          <dgm:chPref val="1"/>
        </dgm:presLayoutVars>
      </dgm:prSet>
      <dgm:spPr/>
    </dgm:pt>
    <dgm:pt modelId="{2593486F-1324-4E0F-918F-C3299F0764D3}" type="pres">
      <dgm:prSet presAssocID="{1B15E9F8-014D-4529-87C6-2FC1B6A385F6}" presName="sibTrans" presStyleCnt="0"/>
      <dgm:spPr/>
    </dgm:pt>
    <dgm:pt modelId="{2F0A5056-0BDC-43E1-B151-F7AA7E331B29}" type="pres">
      <dgm:prSet presAssocID="{AFB44308-C98B-4BB4-832A-A76B5EB4A3DF}" presName="compNode" presStyleCnt="0"/>
      <dgm:spPr/>
    </dgm:pt>
    <dgm:pt modelId="{774FE042-3901-4B3A-A1EE-06700DB9E002}" type="pres">
      <dgm:prSet presAssocID="{AFB44308-C98B-4BB4-832A-A76B5EB4A3D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38B3FF1D-1ADF-4CA8-87AE-72892DC5B975}" type="pres">
      <dgm:prSet presAssocID="{AFB44308-C98B-4BB4-832A-A76B5EB4A3DF}" presName="spaceRect" presStyleCnt="0"/>
      <dgm:spPr/>
    </dgm:pt>
    <dgm:pt modelId="{A89671D8-DEAA-4AF0-886D-A83E43D042A0}" type="pres">
      <dgm:prSet presAssocID="{AFB44308-C98B-4BB4-832A-A76B5EB4A3DF}" presName="textRect" presStyleLbl="revTx" presStyleIdx="1" presStyleCnt="3">
        <dgm:presLayoutVars>
          <dgm:chMax val="1"/>
          <dgm:chPref val="1"/>
        </dgm:presLayoutVars>
      </dgm:prSet>
      <dgm:spPr/>
    </dgm:pt>
    <dgm:pt modelId="{2C901535-67EF-4730-B1E4-625010A41C4A}" type="pres">
      <dgm:prSet presAssocID="{694643D1-DA99-4115-AA7A-B03C9F2BB2AE}" presName="sibTrans" presStyleCnt="0"/>
      <dgm:spPr/>
    </dgm:pt>
    <dgm:pt modelId="{A1D25A7D-3606-4E85-93D6-24B32635C7F0}" type="pres">
      <dgm:prSet presAssocID="{B79813D3-155D-4190-84BE-029E9D6E83E3}" presName="compNode" presStyleCnt="0"/>
      <dgm:spPr/>
    </dgm:pt>
    <dgm:pt modelId="{63D5F9C9-0280-4E55-A127-9DF40B94ADFF}" type="pres">
      <dgm:prSet presAssocID="{B79813D3-155D-4190-84BE-029E9D6E83E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Venn Diagram"/>
        </a:ext>
      </dgm:extLst>
    </dgm:pt>
    <dgm:pt modelId="{542F6B27-5EFE-4631-A128-449C69280011}" type="pres">
      <dgm:prSet presAssocID="{B79813D3-155D-4190-84BE-029E9D6E83E3}" presName="spaceRect" presStyleCnt="0"/>
      <dgm:spPr/>
    </dgm:pt>
    <dgm:pt modelId="{246A2588-7FAF-408F-AA89-2FD5E4AB616B}" type="pres">
      <dgm:prSet presAssocID="{B79813D3-155D-4190-84BE-029E9D6E83E3}" presName="textRect" presStyleLbl="revTx" presStyleIdx="2" presStyleCnt="3">
        <dgm:presLayoutVars>
          <dgm:chMax val="1"/>
          <dgm:chPref val="1"/>
        </dgm:presLayoutVars>
      </dgm:prSet>
      <dgm:spPr/>
    </dgm:pt>
  </dgm:ptLst>
  <dgm:cxnLst>
    <dgm:cxn modelId="{7A7A9818-27DF-4E99-9733-7852033A25AF}" type="presOf" srcId="{8EECC542-8B82-49AD-957D-D5D4E4FD0E9A}" destId="{6663B23D-F6F8-4BE5-9585-ADBA690250B9}" srcOrd="0" destOrd="0" presId="urn:microsoft.com/office/officeart/2018/2/layout/IconLabelList"/>
    <dgm:cxn modelId="{535E7C8A-D68A-498C-A019-B637B35C5692}" type="presOf" srcId="{1C4A8F43-4C07-431A-AC46-0D2E857D7FE3}" destId="{0FF912AC-0CBB-4BE0-B7E5-327FFAFB50CE}" srcOrd="0" destOrd="0" presId="urn:microsoft.com/office/officeart/2018/2/layout/IconLabelList"/>
    <dgm:cxn modelId="{D240B48F-7736-455D-AC8D-6FA56D427AFF}" type="presOf" srcId="{B79813D3-155D-4190-84BE-029E9D6E83E3}" destId="{246A2588-7FAF-408F-AA89-2FD5E4AB616B}" srcOrd="0" destOrd="0" presId="urn:microsoft.com/office/officeart/2018/2/layout/IconLabelList"/>
    <dgm:cxn modelId="{E2E1D8BD-47F1-476A-83DD-BC463A43E06B}" type="presOf" srcId="{AFB44308-C98B-4BB4-832A-A76B5EB4A3DF}" destId="{A89671D8-DEAA-4AF0-886D-A83E43D042A0}" srcOrd="0" destOrd="0" presId="urn:microsoft.com/office/officeart/2018/2/layout/IconLabelList"/>
    <dgm:cxn modelId="{81181CC0-CA5D-4C05-B249-4D3D44EA0929}" srcId="{1C4A8F43-4C07-431A-AC46-0D2E857D7FE3}" destId="{AFB44308-C98B-4BB4-832A-A76B5EB4A3DF}" srcOrd="1" destOrd="0" parTransId="{A9D2E686-17CA-4566-8F6C-5E403306AEB0}" sibTransId="{694643D1-DA99-4115-AA7A-B03C9F2BB2AE}"/>
    <dgm:cxn modelId="{9765ACC0-221F-44F2-B30C-6E7AFAFC862F}" srcId="{1C4A8F43-4C07-431A-AC46-0D2E857D7FE3}" destId="{8EECC542-8B82-49AD-957D-D5D4E4FD0E9A}" srcOrd="0" destOrd="0" parTransId="{36EE0629-F03F-47FF-8DDF-75CD65C96408}" sibTransId="{1B15E9F8-014D-4529-87C6-2FC1B6A385F6}"/>
    <dgm:cxn modelId="{0020EEEA-46BE-4720-9A62-B1A5296C2C8C}" srcId="{1C4A8F43-4C07-431A-AC46-0D2E857D7FE3}" destId="{B79813D3-155D-4190-84BE-029E9D6E83E3}" srcOrd="2" destOrd="0" parTransId="{872F6EB3-D1F4-4597-93C3-AC30249C5C7B}" sibTransId="{9850BF90-7669-4C46-AC2B-C8616EE2F97E}"/>
    <dgm:cxn modelId="{01D97F79-1F8A-4B99-9116-218B51926F4F}" type="presParOf" srcId="{0FF912AC-0CBB-4BE0-B7E5-327FFAFB50CE}" destId="{CAAB7444-6436-44E2-9E46-2AFD854B48D2}" srcOrd="0" destOrd="0" presId="urn:microsoft.com/office/officeart/2018/2/layout/IconLabelList"/>
    <dgm:cxn modelId="{DBFFA7A8-4219-4061-8D87-3D0858A96BB6}" type="presParOf" srcId="{CAAB7444-6436-44E2-9E46-2AFD854B48D2}" destId="{8EDD60BB-05C8-4249-A0A8-E71C5DA08A9F}" srcOrd="0" destOrd="0" presId="urn:microsoft.com/office/officeart/2018/2/layout/IconLabelList"/>
    <dgm:cxn modelId="{647BA2A2-C3F8-46E3-9C54-67C67408F365}" type="presParOf" srcId="{CAAB7444-6436-44E2-9E46-2AFD854B48D2}" destId="{0D1B4108-13EB-4A96-8A70-F04FD3F14B83}" srcOrd="1" destOrd="0" presId="urn:microsoft.com/office/officeart/2018/2/layout/IconLabelList"/>
    <dgm:cxn modelId="{ECF0C5D8-57F5-4AD6-A884-579578E33FC2}" type="presParOf" srcId="{CAAB7444-6436-44E2-9E46-2AFD854B48D2}" destId="{6663B23D-F6F8-4BE5-9585-ADBA690250B9}" srcOrd="2" destOrd="0" presId="urn:microsoft.com/office/officeart/2018/2/layout/IconLabelList"/>
    <dgm:cxn modelId="{75AD0AB1-5D04-44A1-804F-EBF75D8D3715}" type="presParOf" srcId="{0FF912AC-0CBB-4BE0-B7E5-327FFAFB50CE}" destId="{2593486F-1324-4E0F-918F-C3299F0764D3}" srcOrd="1" destOrd="0" presId="urn:microsoft.com/office/officeart/2018/2/layout/IconLabelList"/>
    <dgm:cxn modelId="{8A3719E3-FD0F-4AC5-9FB6-9C024DC9C6FF}" type="presParOf" srcId="{0FF912AC-0CBB-4BE0-B7E5-327FFAFB50CE}" destId="{2F0A5056-0BDC-43E1-B151-F7AA7E331B29}" srcOrd="2" destOrd="0" presId="urn:microsoft.com/office/officeart/2018/2/layout/IconLabelList"/>
    <dgm:cxn modelId="{505D3795-F98C-4D3E-AC34-812B9DFFB785}" type="presParOf" srcId="{2F0A5056-0BDC-43E1-B151-F7AA7E331B29}" destId="{774FE042-3901-4B3A-A1EE-06700DB9E002}" srcOrd="0" destOrd="0" presId="urn:microsoft.com/office/officeart/2018/2/layout/IconLabelList"/>
    <dgm:cxn modelId="{2C76F80F-F881-422B-A22B-608FEC186C59}" type="presParOf" srcId="{2F0A5056-0BDC-43E1-B151-F7AA7E331B29}" destId="{38B3FF1D-1ADF-4CA8-87AE-72892DC5B975}" srcOrd="1" destOrd="0" presId="urn:microsoft.com/office/officeart/2018/2/layout/IconLabelList"/>
    <dgm:cxn modelId="{7A682881-214D-4E67-9D21-1F7F797909E5}" type="presParOf" srcId="{2F0A5056-0BDC-43E1-B151-F7AA7E331B29}" destId="{A89671D8-DEAA-4AF0-886D-A83E43D042A0}" srcOrd="2" destOrd="0" presId="urn:microsoft.com/office/officeart/2018/2/layout/IconLabelList"/>
    <dgm:cxn modelId="{0F2B4E9E-E4DA-49CC-91FD-DF978A4F9835}" type="presParOf" srcId="{0FF912AC-0CBB-4BE0-B7E5-327FFAFB50CE}" destId="{2C901535-67EF-4730-B1E4-625010A41C4A}" srcOrd="3" destOrd="0" presId="urn:microsoft.com/office/officeart/2018/2/layout/IconLabelList"/>
    <dgm:cxn modelId="{BAB23F9C-5E20-41E8-AE41-E7DC1AD83E52}" type="presParOf" srcId="{0FF912AC-0CBB-4BE0-B7E5-327FFAFB50CE}" destId="{A1D25A7D-3606-4E85-93D6-24B32635C7F0}" srcOrd="4" destOrd="0" presId="urn:microsoft.com/office/officeart/2018/2/layout/IconLabelList"/>
    <dgm:cxn modelId="{98C5A1C8-6BE5-4293-997E-B1FC5CEF0F7B}" type="presParOf" srcId="{A1D25A7D-3606-4E85-93D6-24B32635C7F0}" destId="{63D5F9C9-0280-4E55-A127-9DF40B94ADFF}" srcOrd="0" destOrd="0" presId="urn:microsoft.com/office/officeart/2018/2/layout/IconLabelList"/>
    <dgm:cxn modelId="{2DC6089B-053D-4F2E-8A2E-E463E0B3C023}" type="presParOf" srcId="{A1D25A7D-3606-4E85-93D6-24B32635C7F0}" destId="{542F6B27-5EFE-4631-A128-449C69280011}" srcOrd="1" destOrd="0" presId="urn:microsoft.com/office/officeart/2018/2/layout/IconLabelList"/>
    <dgm:cxn modelId="{C568C89F-56F4-4224-9EA2-8A6290DBABF8}" type="presParOf" srcId="{A1D25A7D-3606-4E85-93D6-24B32635C7F0}" destId="{246A2588-7FAF-408F-AA89-2FD5E4AB616B}"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8BCD06D-C9DE-443D-B083-8160CAB2DCA3}" type="doc">
      <dgm:prSet loTypeId="urn:microsoft.com/office/officeart/2005/8/layout/list1" loCatId="list" qsTypeId="urn:microsoft.com/office/officeart/2005/8/quickstyle/simple1" qsCatId="simple" csTypeId="urn:microsoft.com/office/officeart/2005/8/colors/colorful2" csCatId="colorful"/>
      <dgm:spPr/>
      <dgm:t>
        <a:bodyPr/>
        <a:lstStyle/>
        <a:p>
          <a:endParaRPr lang="en-US"/>
        </a:p>
      </dgm:t>
    </dgm:pt>
    <dgm:pt modelId="{3F4865D7-B62E-47F0-9040-194AA399B396}">
      <dgm:prSet/>
      <dgm:spPr/>
      <dgm:t>
        <a:bodyPr/>
        <a:lstStyle/>
        <a:p>
          <a:r>
            <a:rPr lang="en-US"/>
            <a:t>The Probabilistic Compressor</a:t>
          </a:r>
        </a:p>
      </dgm:t>
    </dgm:pt>
    <dgm:pt modelId="{8C016EDA-2193-4C30-A609-DC854EC16F3D}" type="parTrans" cxnId="{5607CD54-268C-42AA-8CBD-6BE595D4BF67}">
      <dgm:prSet/>
      <dgm:spPr/>
      <dgm:t>
        <a:bodyPr/>
        <a:lstStyle/>
        <a:p>
          <a:endParaRPr lang="en-US"/>
        </a:p>
      </dgm:t>
    </dgm:pt>
    <dgm:pt modelId="{4638769E-A9A5-45EE-A1EA-9D477227E0F6}" type="sibTrans" cxnId="{5607CD54-268C-42AA-8CBD-6BE595D4BF67}">
      <dgm:prSet/>
      <dgm:spPr/>
      <dgm:t>
        <a:bodyPr/>
        <a:lstStyle/>
        <a:p>
          <a:endParaRPr lang="en-US"/>
        </a:p>
      </dgm:t>
    </dgm:pt>
    <dgm:pt modelId="{902C807D-64C9-45EF-9F55-267F8231CD2A}">
      <dgm:prSet/>
      <dgm:spPr/>
      <dgm:t>
        <a:bodyPr/>
        <a:lstStyle/>
        <a:p>
          <a:r>
            <a:rPr lang="en-US"/>
            <a:t>Concept</a:t>
          </a:r>
        </a:p>
      </dgm:t>
    </dgm:pt>
    <dgm:pt modelId="{7C07ED16-8413-4A6D-8E8E-ACECE9D433B4}" type="parTrans" cxnId="{2A337E38-9A8B-4CD1-9DA4-D61BF8D22853}">
      <dgm:prSet/>
      <dgm:spPr/>
      <dgm:t>
        <a:bodyPr/>
        <a:lstStyle/>
        <a:p>
          <a:endParaRPr lang="en-US"/>
        </a:p>
      </dgm:t>
    </dgm:pt>
    <dgm:pt modelId="{F117EBB1-039D-499D-A14B-E8F901D00B34}" type="sibTrans" cxnId="{2A337E38-9A8B-4CD1-9DA4-D61BF8D22853}">
      <dgm:prSet/>
      <dgm:spPr/>
      <dgm:t>
        <a:bodyPr/>
        <a:lstStyle/>
        <a:p>
          <a:endParaRPr lang="en-US"/>
        </a:p>
      </dgm:t>
    </dgm:pt>
    <dgm:pt modelId="{5BD1A6F5-E435-499D-9229-F4AD2A74E595}">
      <dgm:prSet/>
      <dgm:spPr/>
      <dgm:t>
        <a:bodyPr/>
        <a:lstStyle/>
        <a:p>
          <a:r>
            <a:rPr lang="en-US"/>
            <a:t>You take an image, compress it into a tiny vector of numbers (Latent Space), and then try to uncompress it back to the original.</a:t>
          </a:r>
        </a:p>
      </dgm:t>
    </dgm:pt>
    <dgm:pt modelId="{F51CD944-1A84-4B93-B520-575DB64C5F87}" type="parTrans" cxnId="{68B1CF15-8BC3-4A28-823C-43DF6D58E65C}">
      <dgm:prSet/>
      <dgm:spPr/>
      <dgm:t>
        <a:bodyPr/>
        <a:lstStyle/>
        <a:p>
          <a:endParaRPr lang="en-US"/>
        </a:p>
      </dgm:t>
    </dgm:pt>
    <dgm:pt modelId="{02B8B46F-78AF-49D5-A4A0-9EEA88C91A45}" type="sibTrans" cxnId="{68B1CF15-8BC3-4A28-823C-43DF6D58E65C}">
      <dgm:prSet/>
      <dgm:spPr/>
      <dgm:t>
        <a:bodyPr/>
        <a:lstStyle/>
        <a:p>
          <a:endParaRPr lang="en-US"/>
        </a:p>
      </dgm:t>
    </dgm:pt>
    <dgm:pt modelId="{5CBDDCE6-A982-45AE-892C-4CA595984948}">
      <dgm:prSet/>
      <dgm:spPr/>
      <dgm:t>
        <a:bodyPr/>
        <a:lstStyle/>
        <a:p>
          <a:r>
            <a:rPr lang="en-US"/>
            <a:t>The Trick</a:t>
          </a:r>
        </a:p>
      </dgm:t>
    </dgm:pt>
    <dgm:pt modelId="{F2116A04-B10B-4D9F-A388-8FE613007A79}" type="parTrans" cxnId="{72F6DD31-CFC5-4F52-B5D5-6C703DB5C3B7}">
      <dgm:prSet/>
      <dgm:spPr/>
      <dgm:t>
        <a:bodyPr/>
        <a:lstStyle/>
        <a:p>
          <a:endParaRPr lang="en-US"/>
        </a:p>
      </dgm:t>
    </dgm:pt>
    <dgm:pt modelId="{30157D6F-5523-4862-81C0-1AC7E46C7086}" type="sibTrans" cxnId="{72F6DD31-CFC5-4F52-B5D5-6C703DB5C3B7}">
      <dgm:prSet/>
      <dgm:spPr/>
      <dgm:t>
        <a:bodyPr/>
        <a:lstStyle/>
        <a:p>
          <a:endParaRPr lang="en-US"/>
        </a:p>
      </dgm:t>
    </dgm:pt>
    <dgm:pt modelId="{6F33F1A4-5ACB-4E42-985E-06BD30E96B43}">
      <dgm:prSet/>
      <dgm:spPr/>
      <dgm:t>
        <a:bodyPr/>
        <a:lstStyle/>
        <a:p>
          <a:r>
            <a:rPr lang="en-US"/>
            <a:t>We force that tiny vector to follow a Gaussian (Bell Curve) distribution.</a:t>
          </a:r>
        </a:p>
      </dgm:t>
    </dgm:pt>
    <dgm:pt modelId="{2EC25A8B-C5B6-4B5A-A8E7-B190BD712187}" type="parTrans" cxnId="{FD26EFE5-FC39-489A-9AD0-E5EDBA6F8FC9}">
      <dgm:prSet/>
      <dgm:spPr/>
      <dgm:t>
        <a:bodyPr/>
        <a:lstStyle/>
        <a:p>
          <a:endParaRPr lang="en-US"/>
        </a:p>
      </dgm:t>
    </dgm:pt>
    <dgm:pt modelId="{24F00813-ED56-4274-917A-92A4CFFB402D}" type="sibTrans" cxnId="{FD26EFE5-FC39-489A-9AD0-E5EDBA6F8FC9}">
      <dgm:prSet/>
      <dgm:spPr/>
      <dgm:t>
        <a:bodyPr/>
        <a:lstStyle/>
        <a:p>
          <a:endParaRPr lang="en-US"/>
        </a:p>
      </dgm:t>
    </dgm:pt>
    <dgm:pt modelId="{5D924E1B-7EBC-4EC1-B1AA-5F24973A5D4A}">
      <dgm:prSet/>
      <dgm:spPr/>
      <dgm:t>
        <a:bodyPr/>
        <a:lstStyle/>
        <a:p>
          <a:r>
            <a:rPr lang="en-US"/>
            <a:t>Generation</a:t>
          </a:r>
        </a:p>
      </dgm:t>
    </dgm:pt>
    <dgm:pt modelId="{8840B2BC-53EF-480F-A383-31B1D6D04395}" type="parTrans" cxnId="{43F8D524-A941-4083-AC40-D6B5373F10AF}">
      <dgm:prSet/>
      <dgm:spPr/>
      <dgm:t>
        <a:bodyPr/>
        <a:lstStyle/>
        <a:p>
          <a:endParaRPr lang="en-US"/>
        </a:p>
      </dgm:t>
    </dgm:pt>
    <dgm:pt modelId="{044A8933-D2BF-464B-9E82-E0E998500188}" type="sibTrans" cxnId="{43F8D524-A941-4083-AC40-D6B5373F10AF}">
      <dgm:prSet/>
      <dgm:spPr/>
      <dgm:t>
        <a:bodyPr/>
        <a:lstStyle/>
        <a:p>
          <a:endParaRPr lang="en-US"/>
        </a:p>
      </dgm:t>
    </dgm:pt>
    <dgm:pt modelId="{644C34E1-35AC-449F-B99C-1D2F5F974D61}">
      <dgm:prSet/>
      <dgm:spPr/>
      <dgm:t>
        <a:bodyPr/>
        <a:lstStyle/>
        <a:p>
          <a:r>
            <a:rPr lang="en-US"/>
            <a:t>To create a new image, we just sample a random point from that Bell Curve and ask the Decoder to uncompress it.</a:t>
          </a:r>
        </a:p>
      </dgm:t>
    </dgm:pt>
    <dgm:pt modelId="{BC3C2EFF-3C62-4379-8997-51C93A720317}" type="parTrans" cxnId="{EE53CB6E-DDEC-4295-89FD-925AA740B48C}">
      <dgm:prSet/>
      <dgm:spPr/>
      <dgm:t>
        <a:bodyPr/>
        <a:lstStyle/>
        <a:p>
          <a:endParaRPr lang="en-US"/>
        </a:p>
      </dgm:t>
    </dgm:pt>
    <dgm:pt modelId="{D97F46BC-7948-4542-8310-396D25732647}" type="sibTrans" cxnId="{EE53CB6E-DDEC-4295-89FD-925AA740B48C}">
      <dgm:prSet/>
      <dgm:spPr/>
      <dgm:t>
        <a:bodyPr/>
        <a:lstStyle/>
        <a:p>
          <a:endParaRPr lang="en-US"/>
        </a:p>
      </dgm:t>
    </dgm:pt>
    <dgm:pt modelId="{EA106961-D920-4458-9C82-3696750E8148}">
      <dgm:prSet/>
      <dgm:spPr/>
      <dgm:t>
        <a:bodyPr/>
        <a:lstStyle/>
        <a:p>
          <a:r>
            <a:rPr lang="en-US"/>
            <a:t>Result</a:t>
          </a:r>
        </a:p>
      </dgm:t>
    </dgm:pt>
    <dgm:pt modelId="{EE0DB253-1082-4931-A4A5-B3DE912EC0AD}" type="parTrans" cxnId="{4AFCED1D-3AA6-4105-B6E7-09E099DB0E2D}">
      <dgm:prSet/>
      <dgm:spPr/>
      <dgm:t>
        <a:bodyPr/>
        <a:lstStyle/>
        <a:p>
          <a:endParaRPr lang="en-US"/>
        </a:p>
      </dgm:t>
    </dgm:pt>
    <dgm:pt modelId="{A00A5C01-B3A5-4AB2-8089-9CD74DB30D1B}" type="sibTrans" cxnId="{4AFCED1D-3AA6-4105-B6E7-09E099DB0E2D}">
      <dgm:prSet/>
      <dgm:spPr/>
      <dgm:t>
        <a:bodyPr/>
        <a:lstStyle/>
        <a:p>
          <a:endParaRPr lang="en-US"/>
        </a:p>
      </dgm:t>
    </dgm:pt>
    <dgm:pt modelId="{471D9BAA-9223-4336-A266-47341D35CBE6}">
      <dgm:prSet/>
      <dgm:spPr/>
      <dgm:t>
        <a:bodyPr/>
        <a:lstStyle/>
        <a:p>
          <a:r>
            <a:rPr lang="en-US"/>
            <a:t>Blurry but coherent images.</a:t>
          </a:r>
        </a:p>
      </dgm:t>
    </dgm:pt>
    <dgm:pt modelId="{70A2A307-D985-4578-885D-A011A1184B7C}" type="parTrans" cxnId="{97E6405A-36AD-4604-8978-D47BAB2EDDB8}">
      <dgm:prSet/>
      <dgm:spPr/>
      <dgm:t>
        <a:bodyPr/>
        <a:lstStyle/>
        <a:p>
          <a:endParaRPr lang="en-US"/>
        </a:p>
      </dgm:t>
    </dgm:pt>
    <dgm:pt modelId="{DE104A67-4B61-4F62-90D9-B49AE4D256A9}" type="sibTrans" cxnId="{97E6405A-36AD-4604-8978-D47BAB2EDDB8}">
      <dgm:prSet/>
      <dgm:spPr/>
      <dgm:t>
        <a:bodyPr/>
        <a:lstStyle/>
        <a:p>
          <a:endParaRPr lang="en-US"/>
        </a:p>
      </dgm:t>
    </dgm:pt>
    <dgm:pt modelId="{9ACF7359-59DF-4725-8BA0-B06EC28A63D7}" type="pres">
      <dgm:prSet presAssocID="{88BCD06D-C9DE-443D-B083-8160CAB2DCA3}" presName="linear" presStyleCnt="0">
        <dgm:presLayoutVars>
          <dgm:dir/>
          <dgm:animLvl val="lvl"/>
          <dgm:resizeHandles val="exact"/>
        </dgm:presLayoutVars>
      </dgm:prSet>
      <dgm:spPr/>
    </dgm:pt>
    <dgm:pt modelId="{CF3A27D4-EA21-435F-A96C-77A31DDF366B}" type="pres">
      <dgm:prSet presAssocID="{3F4865D7-B62E-47F0-9040-194AA399B396}" presName="parentLin" presStyleCnt="0"/>
      <dgm:spPr/>
    </dgm:pt>
    <dgm:pt modelId="{50EEAAB8-2C27-4824-AFEC-A2D28D38A83C}" type="pres">
      <dgm:prSet presAssocID="{3F4865D7-B62E-47F0-9040-194AA399B396}" presName="parentLeftMargin" presStyleLbl="node1" presStyleIdx="0" presStyleCnt="5"/>
      <dgm:spPr/>
    </dgm:pt>
    <dgm:pt modelId="{E7D17F17-DF37-4B9F-9F2E-1BCB6DC06BE1}" type="pres">
      <dgm:prSet presAssocID="{3F4865D7-B62E-47F0-9040-194AA399B396}" presName="parentText" presStyleLbl="node1" presStyleIdx="0" presStyleCnt="5">
        <dgm:presLayoutVars>
          <dgm:chMax val="0"/>
          <dgm:bulletEnabled val="1"/>
        </dgm:presLayoutVars>
      </dgm:prSet>
      <dgm:spPr/>
    </dgm:pt>
    <dgm:pt modelId="{E4B50DDF-8457-49A5-9728-83065D785BF5}" type="pres">
      <dgm:prSet presAssocID="{3F4865D7-B62E-47F0-9040-194AA399B396}" presName="negativeSpace" presStyleCnt="0"/>
      <dgm:spPr/>
    </dgm:pt>
    <dgm:pt modelId="{2ACFC69C-B398-462C-A5AE-88990A32C718}" type="pres">
      <dgm:prSet presAssocID="{3F4865D7-B62E-47F0-9040-194AA399B396}" presName="childText" presStyleLbl="conFgAcc1" presStyleIdx="0" presStyleCnt="5">
        <dgm:presLayoutVars>
          <dgm:bulletEnabled val="1"/>
        </dgm:presLayoutVars>
      </dgm:prSet>
      <dgm:spPr/>
    </dgm:pt>
    <dgm:pt modelId="{446B49F7-2EA9-4C7C-A913-9C98860714F8}" type="pres">
      <dgm:prSet presAssocID="{4638769E-A9A5-45EE-A1EA-9D477227E0F6}" presName="spaceBetweenRectangles" presStyleCnt="0"/>
      <dgm:spPr/>
    </dgm:pt>
    <dgm:pt modelId="{F1016A1A-CFB6-4CCC-8C57-89BEB3350365}" type="pres">
      <dgm:prSet presAssocID="{902C807D-64C9-45EF-9F55-267F8231CD2A}" presName="parentLin" presStyleCnt="0"/>
      <dgm:spPr/>
    </dgm:pt>
    <dgm:pt modelId="{109A8808-7B6E-46C2-BC7C-1D23A4BEEC2F}" type="pres">
      <dgm:prSet presAssocID="{902C807D-64C9-45EF-9F55-267F8231CD2A}" presName="parentLeftMargin" presStyleLbl="node1" presStyleIdx="0" presStyleCnt="5"/>
      <dgm:spPr/>
    </dgm:pt>
    <dgm:pt modelId="{EF84DADE-AA6A-440B-BED0-D5E587F89411}" type="pres">
      <dgm:prSet presAssocID="{902C807D-64C9-45EF-9F55-267F8231CD2A}" presName="parentText" presStyleLbl="node1" presStyleIdx="1" presStyleCnt="5">
        <dgm:presLayoutVars>
          <dgm:chMax val="0"/>
          <dgm:bulletEnabled val="1"/>
        </dgm:presLayoutVars>
      </dgm:prSet>
      <dgm:spPr/>
    </dgm:pt>
    <dgm:pt modelId="{26A0B7B3-1E62-4284-88E2-1DEDFC98C007}" type="pres">
      <dgm:prSet presAssocID="{902C807D-64C9-45EF-9F55-267F8231CD2A}" presName="negativeSpace" presStyleCnt="0"/>
      <dgm:spPr/>
    </dgm:pt>
    <dgm:pt modelId="{D1E6F330-FB9B-4911-9A20-8573C19062FB}" type="pres">
      <dgm:prSet presAssocID="{902C807D-64C9-45EF-9F55-267F8231CD2A}" presName="childText" presStyleLbl="conFgAcc1" presStyleIdx="1" presStyleCnt="5">
        <dgm:presLayoutVars>
          <dgm:bulletEnabled val="1"/>
        </dgm:presLayoutVars>
      </dgm:prSet>
      <dgm:spPr/>
    </dgm:pt>
    <dgm:pt modelId="{E47A22C9-7B61-49C4-98E2-32DF4F7D748E}" type="pres">
      <dgm:prSet presAssocID="{F117EBB1-039D-499D-A14B-E8F901D00B34}" presName="spaceBetweenRectangles" presStyleCnt="0"/>
      <dgm:spPr/>
    </dgm:pt>
    <dgm:pt modelId="{4ED40245-6490-4A25-AF60-8E0A4C01880F}" type="pres">
      <dgm:prSet presAssocID="{5CBDDCE6-A982-45AE-892C-4CA595984948}" presName="parentLin" presStyleCnt="0"/>
      <dgm:spPr/>
    </dgm:pt>
    <dgm:pt modelId="{805588EC-D9F4-4070-B50F-DE8FA921EB6A}" type="pres">
      <dgm:prSet presAssocID="{5CBDDCE6-A982-45AE-892C-4CA595984948}" presName="parentLeftMargin" presStyleLbl="node1" presStyleIdx="1" presStyleCnt="5"/>
      <dgm:spPr/>
    </dgm:pt>
    <dgm:pt modelId="{2571A2FC-9023-491F-A367-B4646E6065E0}" type="pres">
      <dgm:prSet presAssocID="{5CBDDCE6-A982-45AE-892C-4CA595984948}" presName="parentText" presStyleLbl="node1" presStyleIdx="2" presStyleCnt="5">
        <dgm:presLayoutVars>
          <dgm:chMax val="0"/>
          <dgm:bulletEnabled val="1"/>
        </dgm:presLayoutVars>
      </dgm:prSet>
      <dgm:spPr/>
    </dgm:pt>
    <dgm:pt modelId="{5F4AC084-74B8-40BC-9673-B71BBB687B1F}" type="pres">
      <dgm:prSet presAssocID="{5CBDDCE6-A982-45AE-892C-4CA595984948}" presName="negativeSpace" presStyleCnt="0"/>
      <dgm:spPr/>
    </dgm:pt>
    <dgm:pt modelId="{9741BB2B-BBEF-4CA9-BD68-80C6A153C1A5}" type="pres">
      <dgm:prSet presAssocID="{5CBDDCE6-A982-45AE-892C-4CA595984948}" presName="childText" presStyleLbl="conFgAcc1" presStyleIdx="2" presStyleCnt="5">
        <dgm:presLayoutVars>
          <dgm:bulletEnabled val="1"/>
        </dgm:presLayoutVars>
      </dgm:prSet>
      <dgm:spPr/>
    </dgm:pt>
    <dgm:pt modelId="{FB01441F-5DC6-429E-B70B-87ACA19E14F2}" type="pres">
      <dgm:prSet presAssocID="{30157D6F-5523-4862-81C0-1AC7E46C7086}" presName="spaceBetweenRectangles" presStyleCnt="0"/>
      <dgm:spPr/>
    </dgm:pt>
    <dgm:pt modelId="{4C114642-4A1F-44AB-94B3-4319216A51D0}" type="pres">
      <dgm:prSet presAssocID="{5D924E1B-7EBC-4EC1-B1AA-5F24973A5D4A}" presName="parentLin" presStyleCnt="0"/>
      <dgm:spPr/>
    </dgm:pt>
    <dgm:pt modelId="{600CEE63-15BC-4F6F-8ED4-68C9381F13EB}" type="pres">
      <dgm:prSet presAssocID="{5D924E1B-7EBC-4EC1-B1AA-5F24973A5D4A}" presName="parentLeftMargin" presStyleLbl="node1" presStyleIdx="2" presStyleCnt="5"/>
      <dgm:spPr/>
    </dgm:pt>
    <dgm:pt modelId="{DADD526E-A5C4-49EA-9BCB-F5B28DEC8CBB}" type="pres">
      <dgm:prSet presAssocID="{5D924E1B-7EBC-4EC1-B1AA-5F24973A5D4A}" presName="parentText" presStyleLbl="node1" presStyleIdx="3" presStyleCnt="5">
        <dgm:presLayoutVars>
          <dgm:chMax val="0"/>
          <dgm:bulletEnabled val="1"/>
        </dgm:presLayoutVars>
      </dgm:prSet>
      <dgm:spPr/>
    </dgm:pt>
    <dgm:pt modelId="{78A9EF4A-8311-45D1-8444-91F4924F70F8}" type="pres">
      <dgm:prSet presAssocID="{5D924E1B-7EBC-4EC1-B1AA-5F24973A5D4A}" presName="negativeSpace" presStyleCnt="0"/>
      <dgm:spPr/>
    </dgm:pt>
    <dgm:pt modelId="{CACF9105-8D18-46E4-8A34-D979086DB5D7}" type="pres">
      <dgm:prSet presAssocID="{5D924E1B-7EBC-4EC1-B1AA-5F24973A5D4A}" presName="childText" presStyleLbl="conFgAcc1" presStyleIdx="3" presStyleCnt="5">
        <dgm:presLayoutVars>
          <dgm:bulletEnabled val="1"/>
        </dgm:presLayoutVars>
      </dgm:prSet>
      <dgm:spPr/>
    </dgm:pt>
    <dgm:pt modelId="{BFB25280-5606-477E-A251-4B589CCA56E1}" type="pres">
      <dgm:prSet presAssocID="{044A8933-D2BF-464B-9E82-E0E998500188}" presName="spaceBetweenRectangles" presStyleCnt="0"/>
      <dgm:spPr/>
    </dgm:pt>
    <dgm:pt modelId="{AA80B819-458A-4BD4-B049-96CB22B522FD}" type="pres">
      <dgm:prSet presAssocID="{EA106961-D920-4458-9C82-3696750E8148}" presName="parentLin" presStyleCnt="0"/>
      <dgm:spPr/>
    </dgm:pt>
    <dgm:pt modelId="{7119E80B-9F34-43E4-8AB7-A554A173C5A9}" type="pres">
      <dgm:prSet presAssocID="{EA106961-D920-4458-9C82-3696750E8148}" presName="parentLeftMargin" presStyleLbl="node1" presStyleIdx="3" presStyleCnt="5"/>
      <dgm:spPr/>
    </dgm:pt>
    <dgm:pt modelId="{461744E7-49D0-40E9-B491-414FFADF2A76}" type="pres">
      <dgm:prSet presAssocID="{EA106961-D920-4458-9C82-3696750E8148}" presName="parentText" presStyleLbl="node1" presStyleIdx="4" presStyleCnt="5">
        <dgm:presLayoutVars>
          <dgm:chMax val="0"/>
          <dgm:bulletEnabled val="1"/>
        </dgm:presLayoutVars>
      </dgm:prSet>
      <dgm:spPr/>
    </dgm:pt>
    <dgm:pt modelId="{EEE685D1-C40F-452E-864D-332F9AEB28C7}" type="pres">
      <dgm:prSet presAssocID="{EA106961-D920-4458-9C82-3696750E8148}" presName="negativeSpace" presStyleCnt="0"/>
      <dgm:spPr/>
    </dgm:pt>
    <dgm:pt modelId="{853DB4F7-12DB-4E15-AE70-EBA7D9E16E92}" type="pres">
      <dgm:prSet presAssocID="{EA106961-D920-4458-9C82-3696750E8148}" presName="childText" presStyleLbl="conFgAcc1" presStyleIdx="4" presStyleCnt="5">
        <dgm:presLayoutVars>
          <dgm:bulletEnabled val="1"/>
        </dgm:presLayoutVars>
      </dgm:prSet>
      <dgm:spPr/>
    </dgm:pt>
  </dgm:ptLst>
  <dgm:cxnLst>
    <dgm:cxn modelId="{F9F06906-34EF-4B3C-82E2-5235C1FCA38D}" type="presOf" srcId="{5D924E1B-7EBC-4EC1-B1AA-5F24973A5D4A}" destId="{600CEE63-15BC-4F6F-8ED4-68C9381F13EB}" srcOrd="0" destOrd="0" presId="urn:microsoft.com/office/officeart/2005/8/layout/list1"/>
    <dgm:cxn modelId="{D95E2E11-D810-4C37-8538-3A4808F57E13}" type="presOf" srcId="{902C807D-64C9-45EF-9F55-267F8231CD2A}" destId="{109A8808-7B6E-46C2-BC7C-1D23A4BEEC2F}" srcOrd="0" destOrd="0" presId="urn:microsoft.com/office/officeart/2005/8/layout/list1"/>
    <dgm:cxn modelId="{68B1CF15-8BC3-4A28-823C-43DF6D58E65C}" srcId="{902C807D-64C9-45EF-9F55-267F8231CD2A}" destId="{5BD1A6F5-E435-499D-9229-F4AD2A74E595}" srcOrd="0" destOrd="0" parTransId="{F51CD944-1A84-4B93-B520-575DB64C5F87}" sibTransId="{02B8B46F-78AF-49D5-A4A0-9EEA88C91A45}"/>
    <dgm:cxn modelId="{4AFCED1D-3AA6-4105-B6E7-09E099DB0E2D}" srcId="{88BCD06D-C9DE-443D-B083-8160CAB2DCA3}" destId="{EA106961-D920-4458-9C82-3696750E8148}" srcOrd="4" destOrd="0" parTransId="{EE0DB253-1082-4931-A4A5-B3DE912EC0AD}" sibTransId="{A00A5C01-B3A5-4AB2-8089-9CD74DB30D1B}"/>
    <dgm:cxn modelId="{43F8D524-A941-4083-AC40-D6B5373F10AF}" srcId="{88BCD06D-C9DE-443D-B083-8160CAB2DCA3}" destId="{5D924E1B-7EBC-4EC1-B1AA-5F24973A5D4A}" srcOrd="3" destOrd="0" parTransId="{8840B2BC-53EF-480F-A383-31B1D6D04395}" sibTransId="{044A8933-D2BF-464B-9E82-E0E998500188}"/>
    <dgm:cxn modelId="{2A614C2A-F4C4-4347-B060-FF6FCF77632B}" type="presOf" srcId="{471D9BAA-9223-4336-A266-47341D35CBE6}" destId="{853DB4F7-12DB-4E15-AE70-EBA7D9E16E92}" srcOrd="0" destOrd="0" presId="urn:microsoft.com/office/officeart/2005/8/layout/list1"/>
    <dgm:cxn modelId="{DDBF2631-D319-41AC-8CD0-47CC820F00CF}" type="presOf" srcId="{EA106961-D920-4458-9C82-3696750E8148}" destId="{7119E80B-9F34-43E4-8AB7-A554A173C5A9}" srcOrd="0" destOrd="0" presId="urn:microsoft.com/office/officeart/2005/8/layout/list1"/>
    <dgm:cxn modelId="{72F6DD31-CFC5-4F52-B5D5-6C703DB5C3B7}" srcId="{88BCD06D-C9DE-443D-B083-8160CAB2DCA3}" destId="{5CBDDCE6-A982-45AE-892C-4CA595984948}" srcOrd="2" destOrd="0" parTransId="{F2116A04-B10B-4D9F-A388-8FE613007A79}" sibTransId="{30157D6F-5523-4862-81C0-1AC7E46C7086}"/>
    <dgm:cxn modelId="{2A337E38-9A8B-4CD1-9DA4-D61BF8D22853}" srcId="{88BCD06D-C9DE-443D-B083-8160CAB2DCA3}" destId="{902C807D-64C9-45EF-9F55-267F8231CD2A}" srcOrd="1" destOrd="0" parTransId="{7C07ED16-8413-4A6D-8E8E-ACECE9D433B4}" sibTransId="{F117EBB1-039D-499D-A14B-E8F901D00B34}"/>
    <dgm:cxn modelId="{029DC03A-7CD3-4267-ACC3-69A4921D9207}" type="presOf" srcId="{902C807D-64C9-45EF-9F55-267F8231CD2A}" destId="{EF84DADE-AA6A-440B-BED0-D5E587F89411}" srcOrd="1" destOrd="0" presId="urn:microsoft.com/office/officeart/2005/8/layout/list1"/>
    <dgm:cxn modelId="{F1E2B56B-F20E-48C4-83D6-07929BEF3E6E}" type="presOf" srcId="{5CBDDCE6-A982-45AE-892C-4CA595984948}" destId="{2571A2FC-9023-491F-A367-B4646E6065E0}" srcOrd="1" destOrd="0" presId="urn:microsoft.com/office/officeart/2005/8/layout/list1"/>
    <dgm:cxn modelId="{8801B64C-5E48-4F99-9274-92B41CEA53E2}" type="presOf" srcId="{5BD1A6F5-E435-499D-9229-F4AD2A74E595}" destId="{D1E6F330-FB9B-4911-9A20-8573C19062FB}" srcOrd="0" destOrd="0" presId="urn:microsoft.com/office/officeart/2005/8/layout/list1"/>
    <dgm:cxn modelId="{20F8B16E-C031-451F-B785-A4A82EFCE129}" type="presOf" srcId="{5D924E1B-7EBC-4EC1-B1AA-5F24973A5D4A}" destId="{DADD526E-A5C4-49EA-9BCB-F5B28DEC8CBB}" srcOrd="1" destOrd="0" presId="urn:microsoft.com/office/officeart/2005/8/layout/list1"/>
    <dgm:cxn modelId="{EE53CB6E-DDEC-4295-89FD-925AA740B48C}" srcId="{5D924E1B-7EBC-4EC1-B1AA-5F24973A5D4A}" destId="{644C34E1-35AC-449F-B99C-1D2F5F974D61}" srcOrd="0" destOrd="0" parTransId="{BC3C2EFF-3C62-4379-8997-51C93A720317}" sibTransId="{D97F46BC-7948-4542-8310-396D25732647}"/>
    <dgm:cxn modelId="{5607CD54-268C-42AA-8CBD-6BE595D4BF67}" srcId="{88BCD06D-C9DE-443D-B083-8160CAB2DCA3}" destId="{3F4865D7-B62E-47F0-9040-194AA399B396}" srcOrd="0" destOrd="0" parTransId="{8C016EDA-2193-4C30-A609-DC854EC16F3D}" sibTransId="{4638769E-A9A5-45EE-A1EA-9D477227E0F6}"/>
    <dgm:cxn modelId="{2F3FEE75-C49D-4DB4-A44E-9CD6723B0DA4}" type="presOf" srcId="{EA106961-D920-4458-9C82-3696750E8148}" destId="{461744E7-49D0-40E9-B491-414FFADF2A76}" srcOrd="1" destOrd="0" presId="urn:microsoft.com/office/officeart/2005/8/layout/list1"/>
    <dgm:cxn modelId="{1E88DC57-FE83-4444-A658-8961B35F690B}" type="presOf" srcId="{644C34E1-35AC-449F-B99C-1D2F5F974D61}" destId="{CACF9105-8D18-46E4-8A34-D979086DB5D7}" srcOrd="0" destOrd="0" presId="urn:microsoft.com/office/officeart/2005/8/layout/list1"/>
    <dgm:cxn modelId="{88D43078-F73A-450C-ADF0-062049351D26}" type="presOf" srcId="{88BCD06D-C9DE-443D-B083-8160CAB2DCA3}" destId="{9ACF7359-59DF-4725-8BA0-B06EC28A63D7}" srcOrd="0" destOrd="0" presId="urn:microsoft.com/office/officeart/2005/8/layout/list1"/>
    <dgm:cxn modelId="{EC5EF179-02FB-473A-90FF-12C9EF9D4662}" type="presOf" srcId="{3F4865D7-B62E-47F0-9040-194AA399B396}" destId="{50EEAAB8-2C27-4824-AFEC-A2D28D38A83C}" srcOrd="0" destOrd="0" presId="urn:microsoft.com/office/officeart/2005/8/layout/list1"/>
    <dgm:cxn modelId="{97E6405A-36AD-4604-8978-D47BAB2EDDB8}" srcId="{EA106961-D920-4458-9C82-3696750E8148}" destId="{471D9BAA-9223-4336-A266-47341D35CBE6}" srcOrd="0" destOrd="0" parTransId="{70A2A307-D985-4578-885D-A011A1184B7C}" sibTransId="{DE104A67-4B61-4F62-90D9-B49AE4D256A9}"/>
    <dgm:cxn modelId="{23E41C80-01E0-47E4-BD9C-53CA4470F213}" type="presOf" srcId="{5CBDDCE6-A982-45AE-892C-4CA595984948}" destId="{805588EC-D9F4-4070-B50F-DE8FA921EB6A}" srcOrd="0" destOrd="0" presId="urn:microsoft.com/office/officeart/2005/8/layout/list1"/>
    <dgm:cxn modelId="{0125F2BC-48B6-4729-B288-CF7EBE69CB20}" type="presOf" srcId="{6F33F1A4-5ACB-4E42-985E-06BD30E96B43}" destId="{9741BB2B-BBEF-4CA9-BD68-80C6A153C1A5}" srcOrd="0" destOrd="0" presId="urn:microsoft.com/office/officeart/2005/8/layout/list1"/>
    <dgm:cxn modelId="{FD26EFE5-FC39-489A-9AD0-E5EDBA6F8FC9}" srcId="{5CBDDCE6-A982-45AE-892C-4CA595984948}" destId="{6F33F1A4-5ACB-4E42-985E-06BD30E96B43}" srcOrd="0" destOrd="0" parTransId="{2EC25A8B-C5B6-4B5A-A8E7-B190BD712187}" sibTransId="{24F00813-ED56-4274-917A-92A4CFFB402D}"/>
    <dgm:cxn modelId="{D6484EF6-5B45-413D-8618-F3DF772056CF}" type="presOf" srcId="{3F4865D7-B62E-47F0-9040-194AA399B396}" destId="{E7D17F17-DF37-4B9F-9F2E-1BCB6DC06BE1}" srcOrd="1" destOrd="0" presId="urn:microsoft.com/office/officeart/2005/8/layout/list1"/>
    <dgm:cxn modelId="{BA695D4E-B143-4F7B-BF31-B279F1C81243}" type="presParOf" srcId="{9ACF7359-59DF-4725-8BA0-B06EC28A63D7}" destId="{CF3A27D4-EA21-435F-A96C-77A31DDF366B}" srcOrd="0" destOrd="0" presId="urn:microsoft.com/office/officeart/2005/8/layout/list1"/>
    <dgm:cxn modelId="{F7C669E6-97FB-46D0-9CF1-42849155A607}" type="presParOf" srcId="{CF3A27D4-EA21-435F-A96C-77A31DDF366B}" destId="{50EEAAB8-2C27-4824-AFEC-A2D28D38A83C}" srcOrd="0" destOrd="0" presId="urn:microsoft.com/office/officeart/2005/8/layout/list1"/>
    <dgm:cxn modelId="{3CC5AADA-E589-4B61-B808-56AEEA9AE96D}" type="presParOf" srcId="{CF3A27D4-EA21-435F-A96C-77A31DDF366B}" destId="{E7D17F17-DF37-4B9F-9F2E-1BCB6DC06BE1}" srcOrd="1" destOrd="0" presId="urn:microsoft.com/office/officeart/2005/8/layout/list1"/>
    <dgm:cxn modelId="{7C07F591-D80D-49AE-87F0-03D3EDAB6A08}" type="presParOf" srcId="{9ACF7359-59DF-4725-8BA0-B06EC28A63D7}" destId="{E4B50DDF-8457-49A5-9728-83065D785BF5}" srcOrd="1" destOrd="0" presId="urn:microsoft.com/office/officeart/2005/8/layout/list1"/>
    <dgm:cxn modelId="{A7EADF28-C81C-43D9-A44D-732918F8C707}" type="presParOf" srcId="{9ACF7359-59DF-4725-8BA0-B06EC28A63D7}" destId="{2ACFC69C-B398-462C-A5AE-88990A32C718}" srcOrd="2" destOrd="0" presId="urn:microsoft.com/office/officeart/2005/8/layout/list1"/>
    <dgm:cxn modelId="{1D1C6F8B-78E3-4F43-9D15-F1A2C8F4F3D4}" type="presParOf" srcId="{9ACF7359-59DF-4725-8BA0-B06EC28A63D7}" destId="{446B49F7-2EA9-4C7C-A913-9C98860714F8}" srcOrd="3" destOrd="0" presId="urn:microsoft.com/office/officeart/2005/8/layout/list1"/>
    <dgm:cxn modelId="{27B71401-32EB-4D01-9438-27E41C2DC741}" type="presParOf" srcId="{9ACF7359-59DF-4725-8BA0-B06EC28A63D7}" destId="{F1016A1A-CFB6-4CCC-8C57-89BEB3350365}" srcOrd="4" destOrd="0" presId="urn:microsoft.com/office/officeart/2005/8/layout/list1"/>
    <dgm:cxn modelId="{B26A52C2-0A07-4799-8723-25813F3FD129}" type="presParOf" srcId="{F1016A1A-CFB6-4CCC-8C57-89BEB3350365}" destId="{109A8808-7B6E-46C2-BC7C-1D23A4BEEC2F}" srcOrd="0" destOrd="0" presId="urn:microsoft.com/office/officeart/2005/8/layout/list1"/>
    <dgm:cxn modelId="{DE99889C-F5D8-419E-8A55-50477A51A913}" type="presParOf" srcId="{F1016A1A-CFB6-4CCC-8C57-89BEB3350365}" destId="{EF84DADE-AA6A-440B-BED0-D5E587F89411}" srcOrd="1" destOrd="0" presId="urn:microsoft.com/office/officeart/2005/8/layout/list1"/>
    <dgm:cxn modelId="{3EF7FA7F-3443-46CB-9C9F-D06EEEE2A55E}" type="presParOf" srcId="{9ACF7359-59DF-4725-8BA0-B06EC28A63D7}" destId="{26A0B7B3-1E62-4284-88E2-1DEDFC98C007}" srcOrd="5" destOrd="0" presId="urn:microsoft.com/office/officeart/2005/8/layout/list1"/>
    <dgm:cxn modelId="{B0E3D7E3-046D-4E48-9107-E1FE927813A1}" type="presParOf" srcId="{9ACF7359-59DF-4725-8BA0-B06EC28A63D7}" destId="{D1E6F330-FB9B-4911-9A20-8573C19062FB}" srcOrd="6" destOrd="0" presId="urn:microsoft.com/office/officeart/2005/8/layout/list1"/>
    <dgm:cxn modelId="{C542B500-AA04-4911-A3FE-FCF470106717}" type="presParOf" srcId="{9ACF7359-59DF-4725-8BA0-B06EC28A63D7}" destId="{E47A22C9-7B61-49C4-98E2-32DF4F7D748E}" srcOrd="7" destOrd="0" presId="urn:microsoft.com/office/officeart/2005/8/layout/list1"/>
    <dgm:cxn modelId="{A2159799-88F5-498E-AE3C-B8BEB14F3BFD}" type="presParOf" srcId="{9ACF7359-59DF-4725-8BA0-B06EC28A63D7}" destId="{4ED40245-6490-4A25-AF60-8E0A4C01880F}" srcOrd="8" destOrd="0" presId="urn:microsoft.com/office/officeart/2005/8/layout/list1"/>
    <dgm:cxn modelId="{86597EF8-A915-48EB-B7EC-44CC5F8CCDA1}" type="presParOf" srcId="{4ED40245-6490-4A25-AF60-8E0A4C01880F}" destId="{805588EC-D9F4-4070-B50F-DE8FA921EB6A}" srcOrd="0" destOrd="0" presId="urn:microsoft.com/office/officeart/2005/8/layout/list1"/>
    <dgm:cxn modelId="{7CDD4352-A3BC-4793-A5B6-E7DA82EC155A}" type="presParOf" srcId="{4ED40245-6490-4A25-AF60-8E0A4C01880F}" destId="{2571A2FC-9023-491F-A367-B4646E6065E0}" srcOrd="1" destOrd="0" presId="urn:microsoft.com/office/officeart/2005/8/layout/list1"/>
    <dgm:cxn modelId="{B293F460-8DAE-4F3C-9102-0878B3CB0DD5}" type="presParOf" srcId="{9ACF7359-59DF-4725-8BA0-B06EC28A63D7}" destId="{5F4AC084-74B8-40BC-9673-B71BBB687B1F}" srcOrd="9" destOrd="0" presId="urn:microsoft.com/office/officeart/2005/8/layout/list1"/>
    <dgm:cxn modelId="{3D54DA50-4324-47DD-976D-D15FE37A11A4}" type="presParOf" srcId="{9ACF7359-59DF-4725-8BA0-B06EC28A63D7}" destId="{9741BB2B-BBEF-4CA9-BD68-80C6A153C1A5}" srcOrd="10" destOrd="0" presId="urn:microsoft.com/office/officeart/2005/8/layout/list1"/>
    <dgm:cxn modelId="{35C725B1-21D7-4DFA-8C8B-A8DFEA28FE6B}" type="presParOf" srcId="{9ACF7359-59DF-4725-8BA0-B06EC28A63D7}" destId="{FB01441F-5DC6-429E-B70B-87ACA19E14F2}" srcOrd="11" destOrd="0" presId="urn:microsoft.com/office/officeart/2005/8/layout/list1"/>
    <dgm:cxn modelId="{7BE5C56E-A56C-4F1C-A848-7E1B17E6F0A6}" type="presParOf" srcId="{9ACF7359-59DF-4725-8BA0-B06EC28A63D7}" destId="{4C114642-4A1F-44AB-94B3-4319216A51D0}" srcOrd="12" destOrd="0" presId="urn:microsoft.com/office/officeart/2005/8/layout/list1"/>
    <dgm:cxn modelId="{7F2ED236-E646-4B55-AB60-100C78F66839}" type="presParOf" srcId="{4C114642-4A1F-44AB-94B3-4319216A51D0}" destId="{600CEE63-15BC-4F6F-8ED4-68C9381F13EB}" srcOrd="0" destOrd="0" presId="urn:microsoft.com/office/officeart/2005/8/layout/list1"/>
    <dgm:cxn modelId="{3B642E98-DDB6-44DE-B679-E0651A44B510}" type="presParOf" srcId="{4C114642-4A1F-44AB-94B3-4319216A51D0}" destId="{DADD526E-A5C4-49EA-9BCB-F5B28DEC8CBB}" srcOrd="1" destOrd="0" presId="urn:microsoft.com/office/officeart/2005/8/layout/list1"/>
    <dgm:cxn modelId="{793A70CF-E812-4971-B134-F2D632C13542}" type="presParOf" srcId="{9ACF7359-59DF-4725-8BA0-B06EC28A63D7}" destId="{78A9EF4A-8311-45D1-8444-91F4924F70F8}" srcOrd="13" destOrd="0" presId="urn:microsoft.com/office/officeart/2005/8/layout/list1"/>
    <dgm:cxn modelId="{0A278653-6D3B-4C3B-8EEE-B85A710907B4}" type="presParOf" srcId="{9ACF7359-59DF-4725-8BA0-B06EC28A63D7}" destId="{CACF9105-8D18-46E4-8A34-D979086DB5D7}" srcOrd="14" destOrd="0" presId="urn:microsoft.com/office/officeart/2005/8/layout/list1"/>
    <dgm:cxn modelId="{F98AF17B-C72F-40E9-9D47-A65D0EEC907A}" type="presParOf" srcId="{9ACF7359-59DF-4725-8BA0-B06EC28A63D7}" destId="{BFB25280-5606-477E-A251-4B589CCA56E1}" srcOrd="15" destOrd="0" presId="urn:microsoft.com/office/officeart/2005/8/layout/list1"/>
    <dgm:cxn modelId="{DC7D9AF4-DFF6-44E4-A897-01455EC4C22E}" type="presParOf" srcId="{9ACF7359-59DF-4725-8BA0-B06EC28A63D7}" destId="{AA80B819-458A-4BD4-B049-96CB22B522FD}" srcOrd="16" destOrd="0" presId="urn:microsoft.com/office/officeart/2005/8/layout/list1"/>
    <dgm:cxn modelId="{6200DF59-CD27-4C59-9209-A334DD38161B}" type="presParOf" srcId="{AA80B819-458A-4BD4-B049-96CB22B522FD}" destId="{7119E80B-9F34-43E4-8AB7-A554A173C5A9}" srcOrd="0" destOrd="0" presId="urn:microsoft.com/office/officeart/2005/8/layout/list1"/>
    <dgm:cxn modelId="{C7C93E40-C5F6-481D-92DF-D56511962149}" type="presParOf" srcId="{AA80B819-458A-4BD4-B049-96CB22B522FD}" destId="{461744E7-49D0-40E9-B491-414FFADF2A76}" srcOrd="1" destOrd="0" presId="urn:microsoft.com/office/officeart/2005/8/layout/list1"/>
    <dgm:cxn modelId="{250D0F1C-08DE-46C7-A2E5-A6C0BE3CFE93}" type="presParOf" srcId="{9ACF7359-59DF-4725-8BA0-B06EC28A63D7}" destId="{EEE685D1-C40F-452E-864D-332F9AEB28C7}" srcOrd="17" destOrd="0" presId="urn:microsoft.com/office/officeart/2005/8/layout/list1"/>
    <dgm:cxn modelId="{7DA93841-9D90-4113-837B-50F8424AD1F0}" type="presParOf" srcId="{9ACF7359-59DF-4725-8BA0-B06EC28A63D7}" destId="{853DB4F7-12DB-4E15-AE70-EBA7D9E16E92}"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C31FCE8-FC92-4D5F-9228-DFE8D8B62332}"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885B5FA0-987B-4876-9A8B-BECCA8CEC0FB}">
      <dgm:prSet/>
      <dgm:spPr/>
      <dgm:t>
        <a:bodyPr/>
        <a:lstStyle/>
        <a:p>
          <a:r>
            <a:rPr lang="en-US"/>
            <a:t>The Forger vs. The Detective</a:t>
          </a:r>
        </a:p>
      </dgm:t>
    </dgm:pt>
    <dgm:pt modelId="{6832BE2D-1AA6-4986-9322-61E45E2D62B2}" type="parTrans" cxnId="{D7B84386-0D98-4A0E-ADC9-885263053647}">
      <dgm:prSet/>
      <dgm:spPr/>
      <dgm:t>
        <a:bodyPr/>
        <a:lstStyle/>
        <a:p>
          <a:endParaRPr lang="en-US"/>
        </a:p>
      </dgm:t>
    </dgm:pt>
    <dgm:pt modelId="{7500F5FC-9713-4699-96AD-0AB256224C22}" type="sibTrans" cxnId="{D7B84386-0D98-4A0E-ADC9-885263053647}">
      <dgm:prSet/>
      <dgm:spPr/>
      <dgm:t>
        <a:bodyPr/>
        <a:lstStyle/>
        <a:p>
          <a:endParaRPr lang="en-US"/>
        </a:p>
      </dgm:t>
    </dgm:pt>
    <dgm:pt modelId="{45A9D760-1DC9-4661-A87C-02D4842AE212}">
      <dgm:prSet/>
      <dgm:spPr/>
      <dgm:t>
        <a:bodyPr/>
        <a:lstStyle/>
        <a:p>
          <a:r>
            <a:rPr lang="en-US"/>
            <a:t>Introduced by Ian Goodfellow in 2014, this uses two neural networks fighting each other.</a:t>
          </a:r>
        </a:p>
      </dgm:t>
    </dgm:pt>
    <dgm:pt modelId="{2533033D-3137-4462-BBE2-DAC4156A07D4}" type="parTrans" cxnId="{326B3490-C883-4DDE-A0B2-F74D03961894}">
      <dgm:prSet/>
      <dgm:spPr/>
      <dgm:t>
        <a:bodyPr/>
        <a:lstStyle/>
        <a:p>
          <a:endParaRPr lang="en-US"/>
        </a:p>
      </dgm:t>
    </dgm:pt>
    <dgm:pt modelId="{8AFFC258-E34C-4C51-91FC-1CB346E82C47}" type="sibTrans" cxnId="{326B3490-C883-4DDE-A0B2-F74D03961894}">
      <dgm:prSet/>
      <dgm:spPr/>
      <dgm:t>
        <a:bodyPr/>
        <a:lstStyle/>
        <a:p>
          <a:endParaRPr lang="en-US"/>
        </a:p>
      </dgm:t>
    </dgm:pt>
    <dgm:pt modelId="{0EC6BB6B-0E61-4E3C-83D1-D5F89B3CDD0F}">
      <dgm:prSet/>
      <dgm:spPr/>
      <dgm:t>
        <a:bodyPr/>
        <a:lstStyle/>
        <a:p>
          <a:r>
            <a:rPr lang="en-US"/>
            <a:t>The Generator (G)</a:t>
          </a:r>
        </a:p>
      </dgm:t>
    </dgm:pt>
    <dgm:pt modelId="{838E96F7-0185-48A2-A36F-FB0C277869BC}" type="parTrans" cxnId="{2C36E714-295D-44B1-A104-5250A3AE3218}">
      <dgm:prSet/>
      <dgm:spPr/>
      <dgm:t>
        <a:bodyPr/>
        <a:lstStyle/>
        <a:p>
          <a:endParaRPr lang="en-US"/>
        </a:p>
      </dgm:t>
    </dgm:pt>
    <dgm:pt modelId="{DC985515-77EB-4751-9B4B-CEB7C47661C5}" type="sibTrans" cxnId="{2C36E714-295D-44B1-A104-5250A3AE3218}">
      <dgm:prSet/>
      <dgm:spPr/>
      <dgm:t>
        <a:bodyPr/>
        <a:lstStyle/>
        <a:p>
          <a:endParaRPr lang="en-US"/>
        </a:p>
      </dgm:t>
    </dgm:pt>
    <dgm:pt modelId="{EC32661B-6310-466C-A06C-779AF63BDEC8}">
      <dgm:prSet/>
      <dgm:spPr/>
      <dgm:t>
        <a:bodyPr/>
        <a:lstStyle/>
        <a:p>
          <a:r>
            <a:rPr lang="en-US"/>
            <a:t>Tries to create fake images to fool the detective.</a:t>
          </a:r>
        </a:p>
      </dgm:t>
    </dgm:pt>
    <dgm:pt modelId="{9B943858-AE5C-41E7-BB8D-D8A17E06C481}" type="parTrans" cxnId="{CFA80BF0-E875-4AC1-A791-88D687BE542B}">
      <dgm:prSet/>
      <dgm:spPr/>
      <dgm:t>
        <a:bodyPr/>
        <a:lstStyle/>
        <a:p>
          <a:endParaRPr lang="en-US"/>
        </a:p>
      </dgm:t>
    </dgm:pt>
    <dgm:pt modelId="{E1783168-0AFB-4D4D-BE63-FD0C7C809C86}" type="sibTrans" cxnId="{CFA80BF0-E875-4AC1-A791-88D687BE542B}">
      <dgm:prSet/>
      <dgm:spPr/>
      <dgm:t>
        <a:bodyPr/>
        <a:lstStyle/>
        <a:p>
          <a:endParaRPr lang="en-US"/>
        </a:p>
      </dgm:t>
    </dgm:pt>
    <dgm:pt modelId="{162A54FB-EC04-4F44-82CE-ADEA0EC6EB99}">
      <dgm:prSet/>
      <dgm:spPr/>
      <dgm:t>
        <a:bodyPr/>
        <a:lstStyle/>
        <a:p>
          <a:r>
            <a:rPr lang="en-US"/>
            <a:t>The Discriminator (D)</a:t>
          </a:r>
        </a:p>
      </dgm:t>
    </dgm:pt>
    <dgm:pt modelId="{BF184237-2655-4F6A-B6F8-349C7ECBA3DD}" type="parTrans" cxnId="{56AEBDDA-66F8-443A-8B41-0448F0A3BFC4}">
      <dgm:prSet/>
      <dgm:spPr/>
      <dgm:t>
        <a:bodyPr/>
        <a:lstStyle/>
        <a:p>
          <a:endParaRPr lang="en-US"/>
        </a:p>
      </dgm:t>
    </dgm:pt>
    <dgm:pt modelId="{0B4504E0-AECF-4189-B358-378BDC7E2D00}" type="sibTrans" cxnId="{56AEBDDA-66F8-443A-8B41-0448F0A3BFC4}">
      <dgm:prSet/>
      <dgm:spPr/>
      <dgm:t>
        <a:bodyPr/>
        <a:lstStyle/>
        <a:p>
          <a:endParaRPr lang="en-US"/>
        </a:p>
      </dgm:t>
    </dgm:pt>
    <dgm:pt modelId="{BC3235BF-F797-4589-9EE4-31191D1F5121}">
      <dgm:prSet/>
      <dgm:spPr/>
      <dgm:t>
        <a:bodyPr/>
        <a:lstStyle/>
        <a:p>
          <a:r>
            <a:rPr lang="en-US"/>
            <a:t>Tries to catch the fakes.</a:t>
          </a:r>
        </a:p>
      </dgm:t>
    </dgm:pt>
    <dgm:pt modelId="{BFFB7C72-7546-4458-9FCE-0BEBF322B2F8}" type="parTrans" cxnId="{89C77449-5776-402E-81A9-C1CDB27E481A}">
      <dgm:prSet/>
      <dgm:spPr/>
      <dgm:t>
        <a:bodyPr/>
        <a:lstStyle/>
        <a:p>
          <a:endParaRPr lang="en-US"/>
        </a:p>
      </dgm:t>
    </dgm:pt>
    <dgm:pt modelId="{F424064D-4526-4872-9F1F-CE576E5741DA}" type="sibTrans" cxnId="{89C77449-5776-402E-81A9-C1CDB27E481A}">
      <dgm:prSet/>
      <dgm:spPr/>
      <dgm:t>
        <a:bodyPr/>
        <a:lstStyle/>
        <a:p>
          <a:endParaRPr lang="en-US"/>
        </a:p>
      </dgm:t>
    </dgm:pt>
    <dgm:pt modelId="{05FE8021-D9C4-46CC-858A-C3081BA73C3F}" type="pres">
      <dgm:prSet presAssocID="{0C31FCE8-FC92-4D5F-9228-DFE8D8B62332}" presName="linear" presStyleCnt="0">
        <dgm:presLayoutVars>
          <dgm:animLvl val="lvl"/>
          <dgm:resizeHandles val="exact"/>
        </dgm:presLayoutVars>
      </dgm:prSet>
      <dgm:spPr/>
    </dgm:pt>
    <dgm:pt modelId="{81823C63-859E-4E8C-B5AD-4F672D8072E0}" type="pres">
      <dgm:prSet presAssocID="{885B5FA0-987B-4876-9A8B-BECCA8CEC0FB}" presName="parentText" presStyleLbl="node1" presStyleIdx="0" presStyleCnt="4">
        <dgm:presLayoutVars>
          <dgm:chMax val="0"/>
          <dgm:bulletEnabled val="1"/>
        </dgm:presLayoutVars>
      </dgm:prSet>
      <dgm:spPr/>
    </dgm:pt>
    <dgm:pt modelId="{7EC9AFFF-E04C-4779-8186-1E88DB9FCA5E}" type="pres">
      <dgm:prSet presAssocID="{7500F5FC-9713-4699-96AD-0AB256224C22}" presName="spacer" presStyleCnt="0"/>
      <dgm:spPr/>
    </dgm:pt>
    <dgm:pt modelId="{4AA31CED-3C11-4482-8B90-7D0BEAD94A57}" type="pres">
      <dgm:prSet presAssocID="{45A9D760-1DC9-4661-A87C-02D4842AE212}" presName="parentText" presStyleLbl="node1" presStyleIdx="1" presStyleCnt="4">
        <dgm:presLayoutVars>
          <dgm:chMax val="0"/>
          <dgm:bulletEnabled val="1"/>
        </dgm:presLayoutVars>
      </dgm:prSet>
      <dgm:spPr/>
    </dgm:pt>
    <dgm:pt modelId="{6EE9A731-8A4B-4C70-A96A-9B7A6376D920}" type="pres">
      <dgm:prSet presAssocID="{8AFFC258-E34C-4C51-91FC-1CB346E82C47}" presName="spacer" presStyleCnt="0"/>
      <dgm:spPr/>
    </dgm:pt>
    <dgm:pt modelId="{349775A8-BA02-4063-ACA2-62F111A56213}" type="pres">
      <dgm:prSet presAssocID="{0EC6BB6B-0E61-4E3C-83D1-D5F89B3CDD0F}" presName="parentText" presStyleLbl="node1" presStyleIdx="2" presStyleCnt="4">
        <dgm:presLayoutVars>
          <dgm:chMax val="0"/>
          <dgm:bulletEnabled val="1"/>
        </dgm:presLayoutVars>
      </dgm:prSet>
      <dgm:spPr/>
    </dgm:pt>
    <dgm:pt modelId="{1194D52B-EA5B-4B3F-BD3E-4532F8EB566D}" type="pres">
      <dgm:prSet presAssocID="{0EC6BB6B-0E61-4E3C-83D1-D5F89B3CDD0F}" presName="childText" presStyleLbl="revTx" presStyleIdx="0" presStyleCnt="2">
        <dgm:presLayoutVars>
          <dgm:bulletEnabled val="1"/>
        </dgm:presLayoutVars>
      </dgm:prSet>
      <dgm:spPr/>
    </dgm:pt>
    <dgm:pt modelId="{C50F6AD9-81F1-43D1-9846-B42F392384A7}" type="pres">
      <dgm:prSet presAssocID="{162A54FB-EC04-4F44-82CE-ADEA0EC6EB99}" presName="parentText" presStyleLbl="node1" presStyleIdx="3" presStyleCnt="4">
        <dgm:presLayoutVars>
          <dgm:chMax val="0"/>
          <dgm:bulletEnabled val="1"/>
        </dgm:presLayoutVars>
      </dgm:prSet>
      <dgm:spPr/>
    </dgm:pt>
    <dgm:pt modelId="{C1D4CCEF-5D92-4DC5-943F-7BE73D11C4DE}" type="pres">
      <dgm:prSet presAssocID="{162A54FB-EC04-4F44-82CE-ADEA0EC6EB99}" presName="childText" presStyleLbl="revTx" presStyleIdx="1" presStyleCnt="2">
        <dgm:presLayoutVars>
          <dgm:bulletEnabled val="1"/>
        </dgm:presLayoutVars>
      </dgm:prSet>
      <dgm:spPr/>
    </dgm:pt>
  </dgm:ptLst>
  <dgm:cxnLst>
    <dgm:cxn modelId="{EFB8BE13-F005-4BA5-A558-D37A87261040}" type="presOf" srcId="{0EC6BB6B-0E61-4E3C-83D1-D5F89B3CDD0F}" destId="{349775A8-BA02-4063-ACA2-62F111A56213}" srcOrd="0" destOrd="0" presId="urn:microsoft.com/office/officeart/2005/8/layout/vList2"/>
    <dgm:cxn modelId="{2C36E714-295D-44B1-A104-5250A3AE3218}" srcId="{0C31FCE8-FC92-4D5F-9228-DFE8D8B62332}" destId="{0EC6BB6B-0E61-4E3C-83D1-D5F89B3CDD0F}" srcOrd="2" destOrd="0" parTransId="{838E96F7-0185-48A2-A36F-FB0C277869BC}" sibTransId="{DC985515-77EB-4751-9B4B-CEB7C47661C5}"/>
    <dgm:cxn modelId="{482DD41D-61A3-4E00-BEE1-08D2596EA30C}" type="presOf" srcId="{885B5FA0-987B-4876-9A8B-BECCA8CEC0FB}" destId="{81823C63-859E-4E8C-B5AD-4F672D8072E0}" srcOrd="0" destOrd="0" presId="urn:microsoft.com/office/officeart/2005/8/layout/vList2"/>
    <dgm:cxn modelId="{D00E235E-1D83-4D6F-96DA-F5E854486924}" type="presOf" srcId="{0C31FCE8-FC92-4D5F-9228-DFE8D8B62332}" destId="{05FE8021-D9C4-46CC-858A-C3081BA73C3F}" srcOrd="0" destOrd="0" presId="urn:microsoft.com/office/officeart/2005/8/layout/vList2"/>
    <dgm:cxn modelId="{89C77449-5776-402E-81A9-C1CDB27E481A}" srcId="{162A54FB-EC04-4F44-82CE-ADEA0EC6EB99}" destId="{BC3235BF-F797-4589-9EE4-31191D1F5121}" srcOrd="0" destOrd="0" parTransId="{BFFB7C72-7546-4458-9FCE-0BEBF322B2F8}" sibTransId="{F424064D-4526-4872-9F1F-CE576E5741DA}"/>
    <dgm:cxn modelId="{D7B84386-0D98-4A0E-ADC9-885263053647}" srcId="{0C31FCE8-FC92-4D5F-9228-DFE8D8B62332}" destId="{885B5FA0-987B-4876-9A8B-BECCA8CEC0FB}" srcOrd="0" destOrd="0" parTransId="{6832BE2D-1AA6-4986-9322-61E45E2D62B2}" sibTransId="{7500F5FC-9713-4699-96AD-0AB256224C22}"/>
    <dgm:cxn modelId="{326B3490-C883-4DDE-A0B2-F74D03961894}" srcId="{0C31FCE8-FC92-4D5F-9228-DFE8D8B62332}" destId="{45A9D760-1DC9-4661-A87C-02D4842AE212}" srcOrd="1" destOrd="0" parTransId="{2533033D-3137-4462-BBE2-DAC4156A07D4}" sibTransId="{8AFFC258-E34C-4C51-91FC-1CB346E82C47}"/>
    <dgm:cxn modelId="{4603E5C7-35A0-40F6-8357-71A763AFEC23}" type="presOf" srcId="{BC3235BF-F797-4589-9EE4-31191D1F5121}" destId="{C1D4CCEF-5D92-4DC5-943F-7BE73D11C4DE}" srcOrd="0" destOrd="0" presId="urn:microsoft.com/office/officeart/2005/8/layout/vList2"/>
    <dgm:cxn modelId="{56AEBDDA-66F8-443A-8B41-0448F0A3BFC4}" srcId="{0C31FCE8-FC92-4D5F-9228-DFE8D8B62332}" destId="{162A54FB-EC04-4F44-82CE-ADEA0EC6EB99}" srcOrd="3" destOrd="0" parTransId="{BF184237-2655-4F6A-B6F8-349C7ECBA3DD}" sibTransId="{0B4504E0-AECF-4189-B358-378BDC7E2D00}"/>
    <dgm:cxn modelId="{1EF60CE2-5DEE-4667-90DD-7B3AA4CEFB83}" type="presOf" srcId="{EC32661B-6310-466C-A06C-779AF63BDEC8}" destId="{1194D52B-EA5B-4B3F-BD3E-4532F8EB566D}" srcOrd="0" destOrd="0" presId="urn:microsoft.com/office/officeart/2005/8/layout/vList2"/>
    <dgm:cxn modelId="{A5E9C0EA-679D-42F5-8EFB-F2F6E125420A}" type="presOf" srcId="{162A54FB-EC04-4F44-82CE-ADEA0EC6EB99}" destId="{C50F6AD9-81F1-43D1-9846-B42F392384A7}" srcOrd="0" destOrd="0" presId="urn:microsoft.com/office/officeart/2005/8/layout/vList2"/>
    <dgm:cxn modelId="{CFA80BF0-E875-4AC1-A791-88D687BE542B}" srcId="{0EC6BB6B-0E61-4E3C-83D1-D5F89B3CDD0F}" destId="{EC32661B-6310-466C-A06C-779AF63BDEC8}" srcOrd="0" destOrd="0" parTransId="{9B943858-AE5C-41E7-BB8D-D8A17E06C481}" sibTransId="{E1783168-0AFB-4D4D-BE63-FD0C7C809C86}"/>
    <dgm:cxn modelId="{7697CAF9-658F-422E-BB2F-C4CB0302B623}" type="presOf" srcId="{45A9D760-1DC9-4661-A87C-02D4842AE212}" destId="{4AA31CED-3C11-4482-8B90-7D0BEAD94A57}" srcOrd="0" destOrd="0" presId="urn:microsoft.com/office/officeart/2005/8/layout/vList2"/>
    <dgm:cxn modelId="{DE0B8CC5-3F77-4790-886D-B071FF5E46A2}" type="presParOf" srcId="{05FE8021-D9C4-46CC-858A-C3081BA73C3F}" destId="{81823C63-859E-4E8C-B5AD-4F672D8072E0}" srcOrd="0" destOrd="0" presId="urn:microsoft.com/office/officeart/2005/8/layout/vList2"/>
    <dgm:cxn modelId="{B38A0EDD-968D-4C15-A490-0BF996143B92}" type="presParOf" srcId="{05FE8021-D9C4-46CC-858A-C3081BA73C3F}" destId="{7EC9AFFF-E04C-4779-8186-1E88DB9FCA5E}" srcOrd="1" destOrd="0" presId="urn:microsoft.com/office/officeart/2005/8/layout/vList2"/>
    <dgm:cxn modelId="{8637E938-E62E-478B-895E-C195D05B93A3}" type="presParOf" srcId="{05FE8021-D9C4-46CC-858A-C3081BA73C3F}" destId="{4AA31CED-3C11-4482-8B90-7D0BEAD94A57}" srcOrd="2" destOrd="0" presId="urn:microsoft.com/office/officeart/2005/8/layout/vList2"/>
    <dgm:cxn modelId="{F217F1E3-E61C-4A63-85C0-1C665012124B}" type="presParOf" srcId="{05FE8021-D9C4-46CC-858A-C3081BA73C3F}" destId="{6EE9A731-8A4B-4C70-A96A-9B7A6376D920}" srcOrd="3" destOrd="0" presId="urn:microsoft.com/office/officeart/2005/8/layout/vList2"/>
    <dgm:cxn modelId="{C9930053-5A70-4448-8270-9F40DEE31A9D}" type="presParOf" srcId="{05FE8021-D9C4-46CC-858A-C3081BA73C3F}" destId="{349775A8-BA02-4063-ACA2-62F111A56213}" srcOrd="4" destOrd="0" presId="urn:microsoft.com/office/officeart/2005/8/layout/vList2"/>
    <dgm:cxn modelId="{63ABFC88-A020-4E18-A267-A122C4BD94AD}" type="presParOf" srcId="{05FE8021-D9C4-46CC-858A-C3081BA73C3F}" destId="{1194D52B-EA5B-4B3F-BD3E-4532F8EB566D}" srcOrd="5" destOrd="0" presId="urn:microsoft.com/office/officeart/2005/8/layout/vList2"/>
    <dgm:cxn modelId="{43E483C4-FBEC-4CAF-9A70-7E15B441A242}" type="presParOf" srcId="{05FE8021-D9C4-46CC-858A-C3081BA73C3F}" destId="{C50F6AD9-81F1-43D1-9846-B42F392384A7}" srcOrd="6" destOrd="0" presId="urn:microsoft.com/office/officeart/2005/8/layout/vList2"/>
    <dgm:cxn modelId="{E3345CE6-252E-4B9B-B7C1-39F907C0B902}" type="presParOf" srcId="{05FE8021-D9C4-46CC-858A-C3081BA73C3F}" destId="{C1D4CCEF-5D92-4DC5-943F-7BE73D11C4DE}"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B086F27-41B6-4493-A25F-683FE76D1746}" type="doc">
      <dgm:prSet loTypeId="urn:microsoft.com/office/officeart/2005/8/layout/process4" loCatId="process" qsTypeId="urn:microsoft.com/office/officeart/2005/8/quickstyle/simple1" qsCatId="simple" csTypeId="urn:microsoft.com/office/officeart/2005/8/colors/colorful1" csCatId="colorful" phldr="1"/>
      <dgm:spPr/>
      <dgm:t>
        <a:bodyPr/>
        <a:lstStyle/>
        <a:p>
          <a:endParaRPr lang="en-US"/>
        </a:p>
      </dgm:t>
    </dgm:pt>
    <dgm:pt modelId="{188221CB-9DD8-42E2-B95C-9635FD542D40}">
      <dgm:prSet/>
      <dgm:spPr/>
      <dgm:t>
        <a:bodyPr/>
        <a:lstStyle/>
        <a:p>
          <a:r>
            <a:rPr lang="en-US"/>
            <a:t>The Fog Strategy.</a:t>
          </a:r>
        </a:p>
      </dgm:t>
    </dgm:pt>
    <dgm:pt modelId="{4407B9F5-1C4F-4A74-9E14-1683A95963D5}" type="parTrans" cxnId="{87DBDAFE-6E39-40D0-86C4-DC44BA86B751}">
      <dgm:prSet/>
      <dgm:spPr/>
      <dgm:t>
        <a:bodyPr/>
        <a:lstStyle/>
        <a:p>
          <a:endParaRPr lang="en-US"/>
        </a:p>
      </dgm:t>
    </dgm:pt>
    <dgm:pt modelId="{EE6D49D2-514C-458C-9856-FF286B9439FD}" type="sibTrans" cxnId="{87DBDAFE-6E39-40D0-86C4-DC44BA86B751}">
      <dgm:prSet/>
      <dgm:spPr/>
      <dgm:t>
        <a:bodyPr/>
        <a:lstStyle/>
        <a:p>
          <a:endParaRPr lang="en-US"/>
        </a:p>
      </dgm:t>
    </dgm:pt>
    <dgm:pt modelId="{147FFE4E-9D40-408B-A50A-DAC79B4C817E}">
      <dgm:prSet/>
      <dgm:spPr/>
      <dgm:t>
        <a:bodyPr/>
        <a:lstStyle/>
        <a:p>
          <a:r>
            <a:rPr lang="en-US"/>
            <a:t>Used by Stable Diffusion, DALL-E 3, and Midjourney.</a:t>
          </a:r>
        </a:p>
      </dgm:t>
    </dgm:pt>
    <dgm:pt modelId="{398418DD-845A-4664-9B45-AC71872A75C2}" type="parTrans" cxnId="{763FE770-38E5-47A9-9E61-B365D05048BD}">
      <dgm:prSet/>
      <dgm:spPr/>
      <dgm:t>
        <a:bodyPr/>
        <a:lstStyle/>
        <a:p>
          <a:endParaRPr lang="en-US"/>
        </a:p>
      </dgm:t>
    </dgm:pt>
    <dgm:pt modelId="{68DF5108-4EAD-42F1-A309-F2D89DCCB3F4}" type="sibTrans" cxnId="{763FE770-38E5-47A9-9E61-B365D05048BD}">
      <dgm:prSet/>
      <dgm:spPr/>
      <dgm:t>
        <a:bodyPr/>
        <a:lstStyle/>
        <a:p>
          <a:endParaRPr lang="en-US"/>
        </a:p>
      </dgm:t>
    </dgm:pt>
    <dgm:pt modelId="{84A51D7A-4905-45CB-9604-00629ADDA780}">
      <dgm:prSet/>
      <dgm:spPr/>
      <dgm:t>
        <a:bodyPr/>
        <a:lstStyle/>
        <a:p>
          <a:r>
            <a:rPr lang="en-US" dirty="0"/>
            <a:t>Diffusion models win because they are stable and mathematically robust. They work in two steps:</a:t>
          </a:r>
        </a:p>
      </dgm:t>
    </dgm:pt>
    <dgm:pt modelId="{9079B76F-3C2F-4C24-9B3B-B4F6CC0940FD}" type="parTrans" cxnId="{0599F17C-8D4E-451E-825F-5E6AF09D5164}">
      <dgm:prSet/>
      <dgm:spPr/>
      <dgm:t>
        <a:bodyPr/>
        <a:lstStyle/>
        <a:p>
          <a:endParaRPr lang="en-US"/>
        </a:p>
      </dgm:t>
    </dgm:pt>
    <dgm:pt modelId="{B3AB277C-22CE-4DB1-96B9-4AE53D05E156}" type="sibTrans" cxnId="{0599F17C-8D4E-451E-825F-5E6AF09D5164}">
      <dgm:prSet/>
      <dgm:spPr/>
      <dgm:t>
        <a:bodyPr/>
        <a:lstStyle/>
        <a:p>
          <a:endParaRPr lang="en-US"/>
        </a:p>
      </dgm:t>
    </dgm:pt>
    <dgm:pt modelId="{DBE1892D-76AC-4672-982C-A201F698090D}">
      <dgm:prSet/>
      <dgm:spPr/>
      <dgm:t>
        <a:bodyPr/>
        <a:lstStyle/>
        <a:p>
          <a:r>
            <a:rPr lang="en-US"/>
            <a:t>Forward Diffusion (Destroying Data)</a:t>
          </a:r>
        </a:p>
      </dgm:t>
    </dgm:pt>
    <dgm:pt modelId="{A231F490-2846-42E0-9DC1-047080F0910A}" type="parTrans" cxnId="{6B5E2CC5-EDAA-4E33-9BE5-1EAE7DF0EF47}">
      <dgm:prSet/>
      <dgm:spPr/>
      <dgm:t>
        <a:bodyPr/>
        <a:lstStyle/>
        <a:p>
          <a:endParaRPr lang="en-US"/>
        </a:p>
      </dgm:t>
    </dgm:pt>
    <dgm:pt modelId="{5A219B74-315F-47AD-BB30-849B942BA364}" type="sibTrans" cxnId="{6B5E2CC5-EDAA-4E33-9BE5-1EAE7DF0EF47}">
      <dgm:prSet/>
      <dgm:spPr/>
      <dgm:t>
        <a:bodyPr/>
        <a:lstStyle/>
        <a:p>
          <a:endParaRPr lang="en-US"/>
        </a:p>
      </dgm:t>
    </dgm:pt>
    <dgm:pt modelId="{7CDC413A-3C12-4CA2-963E-7C6E8CD2C82F}">
      <dgm:prSet/>
      <dgm:spPr/>
      <dgm:t>
        <a:bodyPr/>
        <a:lstStyle/>
        <a:p>
          <a:r>
            <a:rPr lang="en-US"/>
            <a:t>Reverse Diffusion (Creating Data)</a:t>
          </a:r>
        </a:p>
      </dgm:t>
    </dgm:pt>
    <dgm:pt modelId="{5C6B1A6F-591F-4676-B630-8EA31D0A76E5}" type="parTrans" cxnId="{66544B46-6750-49A0-AA30-6C93C340E95A}">
      <dgm:prSet/>
      <dgm:spPr/>
      <dgm:t>
        <a:bodyPr/>
        <a:lstStyle/>
        <a:p>
          <a:endParaRPr lang="en-US"/>
        </a:p>
      </dgm:t>
    </dgm:pt>
    <dgm:pt modelId="{4929FA82-89FB-4BEE-92AC-D2BB1612E8F9}" type="sibTrans" cxnId="{66544B46-6750-49A0-AA30-6C93C340E95A}">
      <dgm:prSet/>
      <dgm:spPr/>
      <dgm:t>
        <a:bodyPr/>
        <a:lstStyle/>
        <a:p>
          <a:endParaRPr lang="en-US"/>
        </a:p>
      </dgm:t>
    </dgm:pt>
    <dgm:pt modelId="{1A29F64C-53C1-40D0-8D15-ABDB3EBD5E31}" type="pres">
      <dgm:prSet presAssocID="{4B086F27-41B6-4493-A25F-683FE76D1746}" presName="Name0" presStyleCnt="0">
        <dgm:presLayoutVars>
          <dgm:dir/>
          <dgm:animLvl val="lvl"/>
          <dgm:resizeHandles val="exact"/>
        </dgm:presLayoutVars>
      </dgm:prSet>
      <dgm:spPr/>
    </dgm:pt>
    <dgm:pt modelId="{28334F35-979D-43C1-BE81-09F27BA635F3}" type="pres">
      <dgm:prSet presAssocID="{84A51D7A-4905-45CB-9604-00629ADDA780}" presName="boxAndChildren" presStyleCnt="0"/>
      <dgm:spPr/>
    </dgm:pt>
    <dgm:pt modelId="{0C81F0F8-93EF-4E74-8B62-38AEC89CE1FB}" type="pres">
      <dgm:prSet presAssocID="{84A51D7A-4905-45CB-9604-00629ADDA780}" presName="parentTextBox" presStyleLbl="node1" presStyleIdx="0" presStyleCnt="3"/>
      <dgm:spPr/>
    </dgm:pt>
    <dgm:pt modelId="{DAA891CD-6840-43B0-B3C1-D5F8F2EF420A}" type="pres">
      <dgm:prSet presAssocID="{84A51D7A-4905-45CB-9604-00629ADDA780}" presName="entireBox" presStyleLbl="node1" presStyleIdx="0" presStyleCnt="3"/>
      <dgm:spPr/>
    </dgm:pt>
    <dgm:pt modelId="{A1296659-56CD-48C1-99D5-D6B394B39CC7}" type="pres">
      <dgm:prSet presAssocID="{84A51D7A-4905-45CB-9604-00629ADDA780}" presName="descendantBox" presStyleCnt="0"/>
      <dgm:spPr/>
    </dgm:pt>
    <dgm:pt modelId="{B72C2B9A-B2F5-4EF0-91A4-4109DA372B12}" type="pres">
      <dgm:prSet presAssocID="{DBE1892D-76AC-4672-982C-A201F698090D}" presName="childTextBox" presStyleLbl="fgAccFollowNode1" presStyleIdx="0" presStyleCnt="2">
        <dgm:presLayoutVars>
          <dgm:bulletEnabled val="1"/>
        </dgm:presLayoutVars>
      </dgm:prSet>
      <dgm:spPr/>
    </dgm:pt>
    <dgm:pt modelId="{633DD9C1-254E-41E9-8972-D3BD1D36EE7F}" type="pres">
      <dgm:prSet presAssocID="{7CDC413A-3C12-4CA2-963E-7C6E8CD2C82F}" presName="childTextBox" presStyleLbl="fgAccFollowNode1" presStyleIdx="1" presStyleCnt="2">
        <dgm:presLayoutVars>
          <dgm:bulletEnabled val="1"/>
        </dgm:presLayoutVars>
      </dgm:prSet>
      <dgm:spPr/>
    </dgm:pt>
    <dgm:pt modelId="{DA8B7733-C952-47DE-8F1E-05431DAEDF1C}" type="pres">
      <dgm:prSet presAssocID="{68DF5108-4EAD-42F1-A309-F2D89DCCB3F4}" presName="sp" presStyleCnt="0"/>
      <dgm:spPr/>
    </dgm:pt>
    <dgm:pt modelId="{055485E4-6A00-4EDE-951B-5EAE79E8D3C7}" type="pres">
      <dgm:prSet presAssocID="{147FFE4E-9D40-408B-A50A-DAC79B4C817E}" presName="arrowAndChildren" presStyleCnt="0"/>
      <dgm:spPr/>
    </dgm:pt>
    <dgm:pt modelId="{675CAEFE-E387-4AAE-A0EB-027B23C12A83}" type="pres">
      <dgm:prSet presAssocID="{147FFE4E-9D40-408B-A50A-DAC79B4C817E}" presName="parentTextArrow" presStyleLbl="node1" presStyleIdx="1" presStyleCnt="3"/>
      <dgm:spPr/>
    </dgm:pt>
    <dgm:pt modelId="{29C632B3-E0AC-4C42-8C04-A4C5BB3CF39B}" type="pres">
      <dgm:prSet presAssocID="{EE6D49D2-514C-458C-9856-FF286B9439FD}" presName="sp" presStyleCnt="0"/>
      <dgm:spPr/>
    </dgm:pt>
    <dgm:pt modelId="{E888293F-52FC-489C-9219-303A7F37D446}" type="pres">
      <dgm:prSet presAssocID="{188221CB-9DD8-42E2-B95C-9635FD542D40}" presName="arrowAndChildren" presStyleCnt="0"/>
      <dgm:spPr/>
    </dgm:pt>
    <dgm:pt modelId="{E15B2D13-9387-463B-9FDE-29BC01B3CEB1}" type="pres">
      <dgm:prSet presAssocID="{188221CB-9DD8-42E2-B95C-9635FD542D40}" presName="parentTextArrow" presStyleLbl="node1" presStyleIdx="2" presStyleCnt="3"/>
      <dgm:spPr/>
    </dgm:pt>
  </dgm:ptLst>
  <dgm:cxnLst>
    <dgm:cxn modelId="{40690B22-06A8-44D8-964C-804F7B5B2604}" type="presOf" srcId="{84A51D7A-4905-45CB-9604-00629ADDA780}" destId="{DAA891CD-6840-43B0-B3C1-D5F8F2EF420A}" srcOrd="1" destOrd="0" presId="urn:microsoft.com/office/officeart/2005/8/layout/process4"/>
    <dgm:cxn modelId="{FAA47560-ECB3-44B9-9E41-3704795D0C5D}" type="presOf" srcId="{DBE1892D-76AC-4672-982C-A201F698090D}" destId="{B72C2B9A-B2F5-4EF0-91A4-4109DA372B12}" srcOrd="0" destOrd="0" presId="urn:microsoft.com/office/officeart/2005/8/layout/process4"/>
    <dgm:cxn modelId="{28E1FA64-0DBE-4A81-B382-F16944FC6228}" type="presOf" srcId="{84A51D7A-4905-45CB-9604-00629ADDA780}" destId="{0C81F0F8-93EF-4E74-8B62-38AEC89CE1FB}" srcOrd="0" destOrd="0" presId="urn:microsoft.com/office/officeart/2005/8/layout/process4"/>
    <dgm:cxn modelId="{66544B46-6750-49A0-AA30-6C93C340E95A}" srcId="{84A51D7A-4905-45CB-9604-00629ADDA780}" destId="{7CDC413A-3C12-4CA2-963E-7C6E8CD2C82F}" srcOrd="1" destOrd="0" parTransId="{5C6B1A6F-591F-4676-B630-8EA31D0A76E5}" sibTransId="{4929FA82-89FB-4BEE-92AC-D2BB1612E8F9}"/>
    <dgm:cxn modelId="{763FE770-38E5-47A9-9E61-B365D05048BD}" srcId="{4B086F27-41B6-4493-A25F-683FE76D1746}" destId="{147FFE4E-9D40-408B-A50A-DAC79B4C817E}" srcOrd="1" destOrd="0" parTransId="{398418DD-845A-4664-9B45-AC71872A75C2}" sibTransId="{68DF5108-4EAD-42F1-A309-F2D89DCCB3F4}"/>
    <dgm:cxn modelId="{401F4F72-B2F7-44A1-94F3-7EA9F4D85969}" type="presOf" srcId="{147FFE4E-9D40-408B-A50A-DAC79B4C817E}" destId="{675CAEFE-E387-4AAE-A0EB-027B23C12A83}" srcOrd="0" destOrd="0" presId="urn:microsoft.com/office/officeart/2005/8/layout/process4"/>
    <dgm:cxn modelId="{0599F17C-8D4E-451E-825F-5E6AF09D5164}" srcId="{4B086F27-41B6-4493-A25F-683FE76D1746}" destId="{84A51D7A-4905-45CB-9604-00629ADDA780}" srcOrd="2" destOrd="0" parTransId="{9079B76F-3C2F-4C24-9B3B-B4F6CC0940FD}" sibTransId="{B3AB277C-22CE-4DB1-96B9-4AE53D05E156}"/>
    <dgm:cxn modelId="{9E53ACB2-57F0-4FE5-9373-CFEA3DBEEFF6}" type="presOf" srcId="{7CDC413A-3C12-4CA2-963E-7C6E8CD2C82F}" destId="{633DD9C1-254E-41E9-8972-D3BD1D36EE7F}" srcOrd="0" destOrd="0" presId="urn:microsoft.com/office/officeart/2005/8/layout/process4"/>
    <dgm:cxn modelId="{6B5E2CC5-EDAA-4E33-9BE5-1EAE7DF0EF47}" srcId="{84A51D7A-4905-45CB-9604-00629ADDA780}" destId="{DBE1892D-76AC-4672-982C-A201F698090D}" srcOrd="0" destOrd="0" parTransId="{A231F490-2846-42E0-9DC1-047080F0910A}" sibTransId="{5A219B74-315F-47AD-BB30-849B942BA364}"/>
    <dgm:cxn modelId="{EE4BE6EA-E96A-4D95-B1E7-00F710AD55FD}" type="presOf" srcId="{188221CB-9DD8-42E2-B95C-9635FD542D40}" destId="{E15B2D13-9387-463B-9FDE-29BC01B3CEB1}" srcOrd="0" destOrd="0" presId="urn:microsoft.com/office/officeart/2005/8/layout/process4"/>
    <dgm:cxn modelId="{369601EF-EAD1-4DB1-9A48-1A16D18D9C33}" type="presOf" srcId="{4B086F27-41B6-4493-A25F-683FE76D1746}" destId="{1A29F64C-53C1-40D0-8D15-ABDB3EBD5E31}" srcOrd="0" destOrd="0" presId="urn:microsoft.com/office/officeart/2005/8/layout/process4"/>
    <dgm:cxn modelId="{87DBDAFE-6E39-40D0-86C4-DC44BA86B751}" srcId="{4B086F27-41B6-4493-A25F-683FE76D1746}" destId="{188221CB-9DD8-42E2-B95C-9635FD542D40}" srcOrd="0" destOrd="0" parTransId="{4407B9F5-1C4F-4A74-9E14-1683A95963D5}" sibTransId="{EE6D49D2-514C-458C-9856-FF286B9439FD}"/>
    <dgm:cxn modelId="{C91BA552-9CC0-42E2-82D0-EF989DA25532}" type="presParOf" srcId="{1A29F64C-53C1-40D0-8D15-ABDB3EBD5E31}" destId="{28334F35-979D-43C1-BE81-09F27BA635F3}" srcOrd="0" destOrd="0" presId="urn:microsoft.com/office/officeart/2005/8/layout/process4"/>
    <dgm:cxn modelId="{920B4032-CD1B-415B-B27F-F636B4EE316F}" type="presParOf" srcId="{28334F35-979D-43C1-BE81-09F27BA635F3}" destId="{0C81F0F8-93EF-4E74-8B62-38AEC89CE1FB}" srcOrd="0" destOrd="0" presId="urn:microsoft.com/office/officeart/2005/8/layout/process4"/>
    <dgm:cxn modelId="{5C63BA76-7614-408E-A66D-63B1E24A340B}" type="presParOf" srcId="{28334F35-979D-43C1-BE81-09F27BA635F3}" destId="{DAA891CD-6840-43B0-B3C1-D5F8F2EF420A}" srcOrd="1" destOrd="0" presId="urn:microsoft.com/office/officeart/2005/8/layout/process4"/>
    <dgm:cxn modelId="{6BD357E9-4E09-4757-9840-B7D65E12CCE2}" type="presParOf" srcId="{28334F35-979D-43C1-BE81-09F27BA635F3}" destId="{A1296659-56CD-48C1-99D5-D6B394B39CC7}" srcOrd="2" destOrd="0" presId="urn:microsoft.com/office/officeart/2005/8/layout/process4"/>
    <dgm:cxn modelId="{02961E7D-11C5-4260-BBE6-1DB7ECA449F2}" type="presParOf" srcId="{A1296659-56CD-48C1-99D5-D6B394B39CC7}" destId="{B72C2B9A-B2F5-4EF0-91A4-4109DA372B12}" srcOrd="0" destOrd="0" presId="urn:microsoft.com/office/officeart/2005/8/layout/process4"/>
    <dgm:cxn modelId="{CE95F716-D006-43DC-8977-8CE67DF3ADB2}" type="presParOf" srcId="{A1296659-56CD-48C1-99D5-D6B394B39CC7}" destId="{633DD9C1-254E-41E9-8972-D3BD1D36EE7F}" srcOrd="1" destOrd="0" presId="urn:microsoft.com/office/officeart/2005/8/layout/process4"/>
    <dgm:cxn modelId="{0901694C-B553-40A7-923D-FF0E6F4B72DD}" type="presParOf" srcId="{1A29F64C-53C1-40D0-8D15-ABDB3EBD5E31}" destId="{DA8B7733-C952-47DE-8F1E-05431DAEDF1C}" srcOrd="1" destOrd="0" presId="urn:microsoft.com/office/officeart/2005/8/layout/process4"/>
    <dgm:cxn modelId="{42235F0B-7FD4-4B46-A448-41CF94A9E037}" type="presParOf" srcId="{1A29F64C-53C1-40D0-8D15-ABDB3EBD5E31}" destId="{055485E4-6A00-4EDE-951B-5EAE79E8D3C7}" srcOrd="2" destOrd="0" presId="urn:microsoft.com/office/officeart/2005/8/layout/process4"/>
    <dgm:cxn modelId="{D0F6BDC7-CE97-452C-82A4-A79C1D511D26}" type="presParOf" srcId="{055485E4-6A00-4EDE-951B-5EAE79E8D3C7}" destId="{675CAEFE-E387-4AAE-A0EB-027B23C12A83}" srcOrd="0" destOrd="0" presId="urn:microsoft.com/office/officeart/2005/8/layout/process4"/>
    <dgm:cxn modelId="{9A0C7494-234F-4207-992B-43078E7BA78A}" type="presParOf" srcId="{1A29F64C-53C1-40D0-8D15-ABDB3EBD5E31}" destId="{29C632B3-E0AC-4C42-8C04-A4C5BB3CF39B}" srcOrd="3" destOrd="0" presId="urn:microsoft.com/office/officeart/2005/8/layout/process4"/>
    <dgm:cxn modelId="{997CD923-B46C-4B66-BDD5-68DC105DCB93}" type="presParOf" srcId="{1A29F64C-53C1-40D0-8D15-ABDB3EBD5E31}" destId="{E888293F-52FC-489C-9219-303A7F37D446}" srcOrd="4" destOrd="0" presId="urn:microsoft.com/office/officeart/2005/8/layout/process4"/>
    <dgm:cxn modelId="{6DA4AE30-DD77-434E-8791-31F20264547E}" type="presParOf" srcId="{E888293F-52FC-489C-9219-303A7F37D446}" destId="{E15B2D13-9387-463B-9FDE-29BC01B3CEB1}"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55AF1AC-F7CA-4719-A6F5-5F518DEEC47E}"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504D85B-4E20-478F-8AE5-5D821D51E9B0}">
      <dgm:prSet/>
      <dgm:spPr/>
      <dgm:t>
        <a:bodyPr/>
        <a:lstStyle/>
        <a:p>
          <a:r>
            <a:rPr lang="en-US"/>
            <a:t>Video is just a stack of images that change over time.</a:t>
          </a:r>
        </a:p>
      </dgm:t>
    </dgm:pt>
    <dgm:pt modelId="{036C1692-B51A-4CA2-A803-C4FC8A95F80E}" type="parTrans" cxnId="{75DE409A-7482-46BF-B190-8C76CEDC7A7F}">
      <dgm:prSet/>
      <dgm:spPr/>
      <dgm:t>
        <a:bodyPr/>
        <a:lstStyle/>
        <a:p>
          <a:endParaRPr lang="en-US"/>
        </a:p>
      </dgm:t>
    </dgm:pt>
    <dgm:pt modelId="{E26B7736-0BBA-4997-B34F-87CACB83EA2B}" type="sibTrans" cxnId="{75DE409A-7482-46BF-B190-8C76CEDC7A7F}">
      <dgm:prSet/>
      <dgm:spPr/>
      <dgm:t>
        <a:bodyPr/>
        <a:lstStyle/>
        <a:p>
          <a:endParaRPr lang="en-US"/>
        </a:p>
      </dgm:t>
    </dgm:pt>
    <dgm:pt modelId="{44798A42-BC62-4ACF-9ED0-4DC4D825F491}">
      <dgm:prSet/>
      <dgm:spPr/>
      <dgm:t>
        <a:bodyPr/>
        <a:lstStyle/>
        <a:p>
          <a:r>
            <a:rPr lang="en-US"/>
            <a:t>To generate video, we combine Transformers with Diffusion.</a:t>
          </a:r>
        </a:p>
      </dgm:t>
    </dgm:pt>
    <dgm:pt modelId="{907C7854-C6C4-47EE-B574-66128FB12122}" type="parTrans" cxnId="{C9201DFB-D910-4CD7-AF13-5B3C7F1B03D7}">
      <dgm:prSet/>
      <dgm:spPr/>
      <dgm:t>
        <a:bodyPr/>
        <a:lstStyle/>
        <a:p>
          <a:endParaRPr lang="en-US"/>
        </a:p>
      </dgm:t>
    </dgm:pt>
    <dgm:pt modelId="{6829A28F-D61D-4328-AD40-0330BC7B73C7}" type="sibTrans" cxnId="{C9201DFB-D910-4CD7-AF13-5B3C7F1B03D7}">
      <dgm:prSet/>
      <dgm:spPr/>
      <dgm:t>
        <a:bodyPr/>
        <a:lstStyle/>
        <a:p>
          <a:endParaRPr lang="en-US"/>
        </a:p>
      </dgm:t>
    </dgm:pt>
    <dgm:pt modelId="{F829A7DE-C334-41E8-AC17-8327B1504316}" type="pres">
      <dgm:prSet presAssocID="{455AF1AC-F7CA-4719-A6F5-5F518DEEC47E}" presName="root" presStyleCnt="0">
        <dgm:presLayoutVars>
          <dgm:dir/>
          <dgm:resizeHandles val="exact"/>
        </dgm:presLayoutVars>
      </dgm:prSet>
      <dgm:spPr/>
    </dgm:pt>
    <dgm:pt modelId="{0EE7EE82-3C20-4ADA-B12B-D63815E2CED9}" type="pres">
      <dgm:prSet presAssocID="{6504D85B-4E20-478F-8AE5-5D821D51E9B0}" presName="compNode" presStyleCnt="0"/>
      <dgm:spPr/>
    </dgm:pt>
    <dgm:pt modelId="{73EE79D0-DBCC-48AB-A6D3-09D9B5A75612}" type="pres">
      <dgm:prSet presAssocID="{6504D85B-4E20-478F-8AE5-5D821D51E9B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ilm reel"/>
        </a:ext>
      </dgm:extLst>
    </dgm:pt>
    <dgm:pt modelId="{BA8BD39B-7FBF-4DB1-A4E7-08FC22669204}" type="pres">
      <dgm:prSet presAssocID="{6504D85B-4E20-478F-8AE5-5D821D51E9B0}" presName="spaceRect" presStyleCnt="0"/>
      <dgm:spPr/>
    </dgm:pt>
    <dgm:pt modelId="{7F2E1D45-F0B4-4FBB-8604-FE320D402490}" type="pres">
      <dgm:prSet presAssocID="{6504D85B-4E20-478F-8AE5-5D821D51E9B0}" presName="textRect" presStyleLbl="revTx" presStyleIdx="0" presStyleCnt="2">
        <dgm:presLayoutVars>
          <dgm:chMax val="1"/>
          <dgm:chPref val="1"/>
        </dgm:presLayoutVars>
      </dgm:prSet>
      <dgm:spPr/>
    </dgm:pt>
    <dgm:pt modelId="{A6A44129-D1A3-4C3A-B882-5022B3ADFBBF}" type="pres">
      <dgm:prSet presAssocID="{E26B7736-0BBA-4997-B34F-87CACB83EA2B}" presName="sibTrans" presStyleCnt="0"/>
      <dgm:spPr/>
    </dgm:pt>
    <dgm:pt modelId="{8E4FE56A-6770-4351-BA57-8CFBA2B829F5}" type="pres">
      <dgm:prSet presAssocID="{44798A42-BC62-4ACF-9ED0-4DC4D825F491}" presName="compNode" presStyleCnt="0"/>
      <dgm:spPr/>
    </dgm:pt>
    <dgm:pt modelId="{E3B7DF0A-C3D1-423F-B155-38DE5CF3F935}" type="pres">
      <dgm:prSet presAssocID="{44798A42-BC62-4ACF-9ED0-4DC4D825F49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lectrician"/>
        </a:ext>
      </dgm:extLst>
    </dgm:pt>
    <dgm:pt modelId="{D1C1636C-5ED2-4995-9411-5DAC0BB132EE}" type="pres">
      <dgm:prSet presAssocID="{44798A42-BC62-4ACF-9ED0-4DC4D825F491}" presName="spaceRect" presStyleCnt="0"/>
      <dgm:spPr/>
    </dgm:pt>
    <dgm:pt modelId="{1B2BCF9B-82C2-4129-B416-6EEE226E0F76}" type="pres">
      <dgm:prSet presAssocID="{44798A42-BC62-4ACF-9ED0-4DC4D825F491}" presName="textRect" presStyleLbl="revTx" presStyleIdx="1" presStyleCnt="2">
        <dgm:presLayoutVars>
          <dgm:chMax val="1"/>
          <dgm:chPref val="1"/>
        </dgm:presLayoutVars>
      </dgm:prSet>
      <dgm:spPr/>
    </dgm:pt>
  </dgm:ptLst>
  <dgm:cxnLst>
    <dgm:cxn modelId="{75DE409A-7482-46BF-B190-8C76CEDC7A7F}" srcId="{455AF1AC-F7CA-4719-A6F5-5F518DEEC47E}" destId="{6504D85B-4E20-478F-8AE5-5D821D51E9B0}" srcOrd="0" destOrd="0" parTransId="{036C1692-B51A-4CA2-A803-C4FC8A95F80E}" sibTransId="{E26B7736-0BBA-4997-B34F-87CACB83EA2B}"/>
    <dgm:cxn modelId="{3CB611BE-BD25-4735-AD0E-52ECD5319344}" type="presOf" srcId="{455AF1AC-F7CA-4719-A6F5-5F518DEEC47E}" destId="{F829A7DE-C334-41E8-AC17-8327B1504316}" srcOrd="0" destOrd="0" presId="urn:microsoft.com/office/officeart/2018/2/layout/IconLabelList"/>
    <dgm:cxn modelId="{8B2DE5C8-0F83-4BE1-9A80-EFE715EDCA0A}" type="presOf" srcId="{6504D85B-4E20-478F-8AE5-5D821D51E9B0}" destId="{7F2E1D45-F0B4-4FBB-8604-FE320D402490}" srcOrd="0" destOrd="0" presId="urn:microsoft.com/office/officeart/2018/2/layout/IconLabelList"/>
    <dgm:cxn modelId="{D5C696DE-D5FF-4995-A02F-7CEC1FA0E728}" type="presOf" srcId="{44798A42-BC62-4ACF-9ED0-4DC4D825F491}" destId="{1B2BCF9B-82C2-4129-B416-6EEE226E0F76}" srcOrd="0" destOrd="0" presId="urn:microsoft.com/office/officeart/2018/2/layout/IconLabelList"/>
    <dgm:cxn modelId="{C9201DFB-D910-4CD7-AF13-5B3C7F1B03D7}" srcId="{455AF1AC-F7CA-4719-A6F5-5F518DEEC47E}" destId="{44798A42-BC62-4ACF-9ED0-4DC4D825F491}" srcOrd="1" destOrd="0" parTransId="{907C7854-C6C4-47EE-B574-66128FB12122}" sibTransId="{6829A28F-D61D-4328-AD40-0330BC7B73C7}"/>
    <dgm:cxn modelId="{188DD1A8-AC77-4AF6-843E-CE9EFF51829A}" type="presParOf" srcId="{F829A7DE-C334-41E8-AC17-8327B1504316}" destId="{0EE7EE82-3C20-4ADA-B12B-D63815E2CED9}" srcOrd="0" destOrd="0" presId="urn:microsoft.com/office/officeart/2018/2/layout/IconLabelList"/>
    <dgm:cxn modelId="{89AE833B-D04A-4416-BDBA-C7D21611A958}" type="presParOf" srcId="{0EE7EE82-3C20-4ADA-B12B-D63815E2CED9}" destId="{73EE79D0-DBCC-48AB-A6D3-09D9B5A75612}" srcOrd="0" destOrd="0" presId="urn:microsoft.com/office/officeart/2018/2/layout/IconLabelList"/>
    <dgm:cxn modelId="{C1881B7D-ED9A-4D9F-AD80-B59F70C82168}" type="presParOf" srcId="{0EE7EE82-3C20-4ADA-B12B-D63815E2CED9}" destId="{BA8BD39B-7FBF-4DB1-A4E7-08FC22669204}" srcOrd="1" destOrd="0" presId="urn:microsoft.com/office/officeart/2018/2/layout/IconLabelList"/>
    <dgm:cxn modelId="{98CBA0B7-7533-4F6D-B768-7142BB8D08D7}" type="presParOf" srcId="{0EE7EE82-3C20-4ADA-B12B-D63815E2CED9}" destId="{7F2E1D45-F0B4-4FBB-8604-FE320D402490}" srcOrd="2" destOrd="0" presId="urn:microsoft.com/office/officeart/2018/2/layout/IconLabelList"/>
    <dgm:cxn modelId="{218E75D5-BD40-41DD-9CB7-DCE106119565}" type="presParOf" srcId="{F829A7DE-C334-41E8-AC17-8327B1504316}" destId="{A6A44129-D1A3-4C3A-B882-5022B3ADFBBF}" srcOrd="1" destOrd="0" presId="urn:microsoft.com/office/officeart/2018/2/layout/IconLabelList"/>
    <dgm:cxn modelId="{83B5A0C1-88E5-424B-9F23-47AA830A887B}" type="presParOf" srcId="{F829A7DE-C334-41E8-AC17-8327B1504316}" destId="{8E4FE56A-6770-4351-BA57-8CFBA2B829F5}" srcOrd="2" destOrd="0" presId="urn:microsoft.com/office/officeart/2018/2/layout/IconLabelList"/>
    <dgm:cxn modelId="{3AAF8AA9-C107-47C0-8C26-D743C988B911}" type="presParOf" srcId="{8E4FE56A-6770-4351-BA57-8CFBA2B829F5}" destId="{E3B7DF0A-C3D1-423F-B155-38DE5CF3F935}" srcOrd="0" destOrd="0" presId="urn:microsoft.com/office/officeart/2018/2/layout/IconLabelList"/>
    <dgm:cxn modelId="{ADBC373B-14DB-43C5-8E96-D5EF11E0D608}" type="presParOf" srcId="{8E4FE56A-6770-4351-BA57-8CFBA2B829F5}" destId="{D1C1636C-5ED2-4995-9411-5DAC0BB132EE}" srcOrd="1" destOrd="0" presId="urn:microsoft.com/office/officeart/2018/2/layout/IconLabelList"/>
    <dgm:cxn modelId="{474E9521-0944-49A7-91FD-BBF08FDE728D}" type="presParOf" srcId="{8E4FE56A-6770-4351-BA57-8CFBA2B829F5}" destId="{1B2BCF9B-82C2-4129-B416-6EEE226E0F76}"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6990127-75BF-4836-A8DE-4B21F8F20DA0}" type="doc">
      <dgm:prSet loTypeId="urn:microsoft.com/office/officeart/2005/8/layout/list1" loCatId="list" qsTypeId="urn:microsoft.com/office/officeart/2005/8/quickstyle/simple1" qsCatId="simple" csTypeId="urn:microsoft.com/office/officeart/2005/8/colors/colorful2" csCatId="colorful"/>
      <dgm:spPr/>
      <dgm:t>
        <a:bodyPr/>
        <a:lstStyle/>
        <a:p>
          <a:endParaRPr lang="en-US"/>
        </a:p>
      </dgm:t>
    </dgm:pt>
    <dgm:pt modelId="{5E358F8F-7E06-4BD6-862E-2335ABB79E5C}">
      <dgm:prSet/>
      <dgm:spPr/>
      <dgm:t>
        <a:bodyPr/>
        <a:lstStyle/>
        <a:p>
          <a:r>
            <a:rPr lang="en-US"/>
            <a:t>Models like Sora use a Diffusion Transformer (DiT) architecture.</a:t>
          </a:r>
        </a:p>
      </dgm:t>
    </dgm:pt>
    <dgm:pt modelId="{4EA6703F-BADF-4956-93AC-E9C3789D3E2F}" type="parTrans" cxnId="{8092B08F-C7C8-4603-95E6-B4126ED13A58}">
      <dgm:prSet/>
      <dgm:spPr/>
      <dgm:t>
        <a:bodyPr/>
        <a:lstStyle/>
        <a:p>
          <a:endParaRPr lang="en-US"/>
        </a:p>
      </dgm:t>
    </dgm:pt>
    <dgm:pt modelId="{7B20AD53-A739-4844-8A0A-C473FBF38ED6}" type="sibTrans" cxnId="{8092B08F-C7C8-4603-95E6-B4126ED13A58}">
      <dgm:prSet/>
      <dgm:spPr/>
      <dgm:t>
        <a:bodyPr/>
        <a:lstStyle/>
        <a:p>
          <a:endParaRPr lang="en-US"/>
        </a:p>
      </dgm:t>
    </dgm:pt>
    <dgm:pt modelId="{304AA860-ED5D-49CC-93C1-1AF8BB4615E2}">
      <dgm:prSet/>
      <dgm:spPr/>
      <dgm:t>
        <a:bodyPr/>
        <a:lstStyle/>
        <a:p>
          <a:r>
            <a:rPr lang="en-US"/>
            <a:t>Patches (The Tokens)</a:t>
          </a:r>
        </a:p>
      </dgm:t>
    </dgm:pt>
    <dgm:pt modelId="{3AB651E9-6B22-4C16-8686-DAC43E9C6AFC}" type="parTrans" cxnId="{90C4CB21-1525-47C5-8653-34E6B61053E4}">
      <dgm:prSet/>
      <dgm:spPr/>
      <dgm:t>
        <a:bodyPr/>
        <a:lstStyle/>
        <a:p>
          <a:endParaRPr lang="en-US"/>
        </a:p>
      </dgm:t>
    </dgm:pt>
    <dgm:pt modelId="{7621CF78-2B3B-45D7-82A1-7FC15A401E02}" type="sibTrans" cxnId="{90C4CB21-1525-47C5-8653-34E6B61053E4}">
      <dgm:prSet/>
      <dgm:spPr/>
      <dgm:t>
        <a:bodyPr/>
        <a:lstStyle/>
        <a:p>
          <a:endParaRPr lang="en-US"/>
        </a:p>
      </dgm:t>
    </dgm:pt>
    <dgm:pt modelId="{2E4178F3-9CB3-4904-9FB4-9E3048E4E89E}">
      <dgm:prSet/>
      <dgm:spPr/>
      <dgm:t>
        <a:bodyPr/>
        <a:lstStyle/>
        <a:p>
          <a:r>
            <a:rPr lang="en-US"/>
            <a:t>Instead of breaking an image into 2D squares (patches), we break a video into 3D cubes (Spatiotemporal Patches)</a:t>
          </a:r>
        </a:p>
      </dgm:t>
    </dgm:pt>
    <dgm:pt modelId="{5D1C6B57-1806-4923-89B0-394458108F3F}" type="parTrans" cxnId="{B222016A-15B9-4748-8D57-75388BC77034}">
      <dgm:prSet/>
      <dgm:spPr/>
      <dgm:t>
        <a:bodyPr/>
        <a:lstStyle/>
        <a:p>
          <a:endParaRPr lang="en-US"/>
        </a:p>
      </dgm:t>
    </dgm:pt>
    <dgm:pt modelId="{F7FE625E-BA88-4D06-9D4A-9B3D71AD3FEF}" type="sibTrans" cxnId="{B222016A-15B9-4748-8D57-75388BC77034}">
      <dgm:prSet/>
      <dgm:spPr/>
      <dgm:t>
        <a:bodyPr/>
        <a:lstStyle/>
        <a:p>
          <a:endParaRPr lang="en-US"/>
        </a:p>
      </dgm:t>
    </dgm:pt>
    <dgm:pt modelId="{9C1636CF-0E1E-417B-9130-4AA6BCC4E70B}">
      <dgm:prSet/>
      <dgm:spPr/>
      <dgm:t>
        <a:bodyPr/>
        <a:lstStyle/>
        <a:p>
          <a:r>
            <a:rPr lang="en-US"/>
            <a:t>A cube contains pixels (x,y) over a brief duration (t).</a:t>
          </a:r>
        </a:p>
      </dgm:t>
    </dgm:pt>
    <dgm:pt modelId="{16D0714D-A97C-4E1D-BBD7-5B5395BB75F3}" type="parTrans" cxnId="{1401DC4E-FE78-412F-9E51-F459D4205C5D}">
      <dgm:prSet/>
      <dgm:spPr/>
      <dgm:t>
        <a:bodyPr/>
        <a:lstStyle/>
        <a:p>
          <a:endParaRPr lang="en-US"/>
        </a:p>
      </dgm:t>
    </dgm:pt>
    <dgm:pt modelId="{B78F3A6D-A3B1-4E0C-883C-EB9A445BDE72}" type="sibTrans" cxnId="{1401DC4E-FE78-412F-9E51-F459D4205C5D}">
      <dgm:prSet/>
      <dgm:spPr/>
      <dgm:t>
        <a:bodyPr/>
        <a:lstStyle/>
        <a:p>
          <a:endParaRPr lang="en-US"/>
        </a:p>
      </dgm:t>
    </dgm:pt>
    <dgm:pt modelId="{AB130556-B3D8-478B-9044-2C7A74A2E82F}">
      <dgm:prSet/>
      <dgm:spPr/>
      <dgm:t>
        <a:bodyPr/>
        <a:lstStyle/>
        <a:p>
          <a:r>
            <a:rPr lang="en-US"/>
            <a:t>3D Attention</a:t>
          </a:r>
        </a:p>
      </dgm:t>
    </dgm:pt>
    <dgm:pt modelId="{F0E2FEE0-7006-430F-9937-0866B2DC6A2F}" type="parTrans" cxnId="{58D8A982-C1C2-4106-808B-14B048213016}">
      <dgm:prSet/>
      <dgm:spPr/>
      <dgm:t>
        <a:bodyPr/>
        <a:lstStyle/>
        <a:p>
          <a:endParaRPr lang="en-US"/>
        </a:p>
      </dgm:t>
    </dgm:pt>
    <dgm:pt modelId="{89FC8458-F8DD-4743-ABAE-7EFAA9C6552A}" type="sibTrans" cxnId="{58D8A982-C1C2-4106-808B-14B048213016}">
      <dgm:prSet/>
      <dgm:spPr/>
      <dgm:t>
        <a:bodyPr/>
        <a:lstStyle/>
        <a:p>
          <a:endParaRPr lang="en-US"/>
        </a:p>
      </dgm:t>
    </dgm:pt>
    <dgm:pt modelId="{ED879B84-9BFE-4C13-8948-10183398E9E9}">
      <dgm:prSet/>
      <dgm:spPr/>
      <dgm:t>
        <a:bodyPr/>
        <a:lstStyle/>
        <a:p>
          <a:r>
            <a:rPr lang="en-US"/>
            <a:t>The Transformer pays attention to these cubes</a:t>
          </a:r>
        </a:p>
      </dgm:t>
    </dgm:pt>
    <dgm:pt modelId="{654B6951-E2EA-4E9D-A4BB-A45FF2438C6A}" type="parTrans" cxnId="{BCE31C9F-9131-4B82-962B-FF191B019CEC}">
      <dgm:prSet/>
      <dgm:spPr/>
      <dgm:t>
        <a:bodyPr/>
        <a:lstStyle/>
        <a:p>
          <a:endParaRPr lang="en-US"/>
        </a:p>
      </dgm:t>
    </dgm:pt>
    <dgm:pt modelId="{37211F1E-DBCF-46A1-B7FF-D352BD358927}" type="sibTrans" cxnId="{BCE31C9F-9131-4B82-962B-FF191B019CEC}">
      <dgm:prSet/>
      <dgm:spPr/>
      <dgm:t>
        <a:bodyPr/>
        <a:lstStyle/>
        <a:p>
          <a:endParaRPr lang="en-US"/>
        </a:p>
      </dgm:t>
    </dgm:pt>
    <dgm:pt modelId="{BD77B9E7-946A-4B08-9605-8764747C7407}">
      <dgm:prSet/>
      <dgm:spPr/>
      <dgm:t>
        <a:bodyPr/>
        <a:lstStyle/>
        <a:p>
          <a:r>
            <a:rPr lang="en-US"/>
            <a:t>It learns that if a ball cube is at location(10,10) at time t=1, it should be at at (10,12) at time t=2 due to gravity.</a:t>
          </a:r>
        </a:p>
      </dgm:t>
    </dgm:pt>
    <dgm:pt modelId="{2899052B-1BDC-4CD1-89F3-4730D5EAF015}" type="parTrans" cxnId="{A06A457B-7D7E-47EE-96BA-8D7D8347CAF6}">
      <dgm:prSet/>
      <dgm:spPr/>
      <dgm:t>
        <a:bodyPr/>
        <a:lstStyle/>
        <a:p>
          <a:endParaRPr lang="en-US"/>
        </a:p>
      </dgm:t>
    </dgm:pt>
    <dgm:pt modelId="{24E99F99-959D-450B-82F7-D71831A8C20C}" type="sibTrans" cxnId="{A06A457B-7D7E-47EE-96BA-8D7D8347CAF6}">
      <dgm:prSet/>
      <dgm:spPr/>
      <dgm:t>
        <a:bodyPr/>
        <a:lstStyle/>
        <a:p>
          <a:endParaRPr lang="en-US"/>
        </a:p>
      </dgm:t>
    </dgm:pt>
    <dgm:pt modelId="{B97D1AA3-942B-4CD2-81C2-9B4A70327A07}">
      <dgm:prSet/>
      <dgm:spPr/>
      <dgm:t>
        <a:bodyPr/>
        <a:lstStyle/>
        <a:p>
          <a:r>
            <a:rPr lang="en-US"/>
            <a:t>Generation</a:t>
          </a:r>
        </a:p>
      </dgm:t>
    </dgm:pt>
    <dgm:pt modelId="{3A6CDFAE-0DA1-447B-9017-339C226812A6}" type="parTrans" cxnId="{C3E98347-5865-43CF-8031-73552E407546}">
      <dgm:prSet/>
      <dgm:spPr/>
      <dgm:t>
        <a:bodyPr/>
        <a:lstStyle/>
        <a:p>
          <a:endParaRPr lang="en-US"/>
        </a:p>
      </dgm:t>
    </dgm:pt>
    <dgm:pt modelId="{DF45F717-0439-4989-B2A5-4E8D7F0F77E5}" type="sibTrans" cxnId="{C3E98347-5865-43CF-8031-73552E407546}">
      <dgm:prSet/>
      <dgm:spPr/>
      <dgm:t>
        <a:bodyPr/>
        <a:lstStyle/>
        <a:p>
          <a:endParaRPr lang="en-US"/>
        </a:p>
      </dgm:t>
    </dgm:pt>
    <dgm:pt modelId="{99B783F5-F1AF-4F89-8E53-8E96B9823AD2}">
      <dgm:prSet/>
      <dgm:spPr/>
      <dgm:t>
        <a:bodyPr/>
        <a:lstStyle/>
        <a:p>
          <a:r>
            <a:rPr lang="en-US"/>
            <a:t>It diffuses (removes noise from) these 3D cubes simultaneously, ensuring the video is consistent in space (looks good) and time (moves smoothly).</a:t>
          </a:r>
        </a:p>
      </dgm:t>
    </dgm:pt>
    <dgm:pt modelId="{54A08D9E-3E4B-4C70-BD13-1C9948ECB6A9}" type="parTrans" cxnId="{A5C13BBC-6F03-4C49-BF8A-BE0A19646356}">
      <dgm:prSet/>
      <dgm:spPr/>
      <dgm:t>
        <a:bodyPr/>
        <a:lstStyle/>
        <a:p>
          <a:endParaRPr lang="en-US"/>
        </a:p>
      </dgm:t>
    </dgm:pt>
    <dgm:pt modelId="{11E49B55-7259-4E7E-AAF1-49E5E20C6764}" type="sibTrans" cxnId="{A5C13BBC-6F03-4C49-BF8A-BE0A19646356}">
      <dgm:prSet/>
      <dgm:spPr/>
      <dgm:t>
        <a:bodyPr/>
        <a:lstStyle/>
        <a:p>
          <a:endParaRPr lang="en-US"/>
        </a:p>
      </dgm:t>
    </dgm:pt>
    <dgm:pt modelId="{21D65105-49C7-44BD-BE14-423238F023D4}" type="pres">
      <dgm:prSet presAssocID="{06990127-75BF-4836-A8DE-4B21F8F20DA0}" presName="linear" presStyleCnt="0">
        <dgm:presLayoutVars>
          <dgm:dir/>
          <dgm:animLvl val="lvl"/>
          <dgm:resizeHandles val="exact"/>
        </dgm:presLayoutVars>
      </dgm:prSet>
      <dgm:spPr/>
    </dgm:pt>
    <dgm:pt modelId="{403B7511-34C0-4DD9-AA18-5CE91792D20E}" type="pres">
      <dgm:prSet presAssocID="{5E358F8F-7E06-4BD6-862E-2335ABB79E5C}" presName="parentLin" presStyleCnt="0"/>
      <dgm:spPr/>
    </dgm:pt>
    <dgm:pt modelId="{35C29671-0EAB-4202-AB31-52EE5C4B6E10}" type="pres">
      <dgm:prSet presAssocID="{5E358F8F-7E06-4BD6-862E-2335ABB79E5C}" presName="parentLeftMargin" presStyleLbl="node1" presStyleIdx="0" presStyleCnt="4"/>
      <dgm:spPr/>
    </dgm:pt>
    <dgm:pt modelId="{EAD5216A-33E3-40F3-BBC9-6ED53092123F}" type="pres">
      <dgm:prSet presAssocID="{5E358F8F-7E06-4BD6-862E-2335ABB79E5C}" presName="parentText" presStyleLbl="node1" presStyleIdx="0" presStyleCnt="4">
        <dgm:presLayoutVars>
          <dgm:chMax val="0"/>
          <dgm:bulletEnabled val="1"/>
        </dgm:presLayoutVars>
      </dgm:prSet>
      <dgm:spPr/>
    </dgm:pt>
    <dgm:pt modelId="{15EC0224-95DE-491E-B456-9DE3338810CC}" type="pres">
      <dgm:prSet presAssocID="{5E358F8F-7E06-4BD6-862E-2335ABB79E5C}" presName="negativeSpace" presStyleCnt="0"/>
      <dgm:spPr/>
    </dgm:pt>
    <dgm:pt modelId="{6D515187-B83C-463D-B154-56460618F260}" type="pres">
      <dgm:prSet presAssocID="{5E358F8F-7E06-4BD6-862E-2335ABB79E5C}" presName="childText" presStyleLbl="conFgAcc1" presStyleIdx="0" presStyleCnt="4">
        <dgm:presLayoutVars>
          <dgm:bulletEnabled val="1"/>
        </dgm:presLayoutVars>
      </dgm:prSet>
      <dgm:spPr/>
    </dgm:pt>
    <dgm:pt modelId="{79C011FF-C562-4F8E-9D01-E78C09A9C9F7}" type="pres">
      <dgm:prSet presAssocID="{7B20AD53-A739-4844-8A0A-C473FBF38ED6}" presName="spaceBetweenRectangles" presStyleCnt="0"/>
      <dgm:spPr/>
    </dgm:pt>
    <dgm:pt modelId="{AF67CBD1-AFC8-463A-8DCB-622AC0954A1B}" type="pres">
      <dgm:prSet presAssocID="{304AA860-ED5D-49CC-93C1-1AF8BB4615E2}" presName="parentLin" presStyleCnt="0"/>
      <dgm:spPr/>
    </dgm:pt>
    <dgm:pt modelId="{9DDB5934-B5D5-41D5-AD7A-41772DD56755}" type="pres">
      <dgm:prSet presAssocID="{304AA860-ED5D-49CC-93C1-1AF8BB4615E2}" presName="parentLeftMargin" presStyleLbl="node1" presStyleIdx="0" presStyleCnt="4"/>
      <dgm:spPr/>
    </dgm:pt>
    <dgm:pt modelId="{BD5C781F-8E2D-4646-AC95-939FF0CB9E09}" type="pres">
      <dgm:prSet presAssocID="{304AA860-ED5D-49CC-93C1-1AF8BB4615E2}" presName="parentText" presStyleLbl="node1" presStyleIdx="1" presStyleCnt="4">
        <dgm:presLayoutVars>
          <dgm:chMax val="0"/>
          <dgm:bulletEnabled val="1"/>
        </dgm:presLayoutVars>
      </dgm:prSet>
      <dgm:spPr/>
    </dgm:pt>
    <dgm:pt modelId="{100FACC2-74E8-4139-B07B-C0C5550C4E2D}" type="pres">
      <dgm:prSet presAssocID="{304AA860-ED5D-49CC-93C1-1AF8BB4615E2}" presName="negativeSpace" presStyleCnt="0"/>
      <dgm:spPr/>
    </dgm:pt>
    <dgm:pt modelId="{CF4DF74C-1FF9-45C7-870B-60DC22BD6ED7}" type="pres">
      <dgm:prSet presAssocID="{304AA860-ED5D-49CC-93C1-1AF8BB4615E2}" presName="childText" presStyleLbl="conFgAcc1" presStyleIdx="1" presStyleCnt="4">
        <dgm:presLayoutVars>
          <dgm:bulletEnabled val="1"/>
        </dgm:presLayoutVars>
      </dgm:prSet>
      <dgm:spPr/>
    </dgm:pt>
    <dgm:pt modelId="{0667F890-E783-46E5-8EEF-E60D93C0C523}" type="pres">
      <dgm:prSet presAssocID="{7621CF78-2B3B-45D7-82A1-7FC15A401E02}" presName="spaceBetweenRectangles" presStyleCnt="0"/>
      <dgm:spPr/>
    </dgm:pt>
    <dgm:pt modelId="{D709C3CB-68A0-4BCA-B993-A68B3F9260AB}" type="pres">
      <dgm:prSet presAssocID="{AB130556-B3D8-478B-9044-2C7A74A2E82F}" presName="parentLin" presStyleCnt="0"/>
      <dgm:spPr/>
    </dgm:pt>
    <dgm:pt modelId="{B599B92B-A8BE-4082-AEC9-4DB7B6AA51D6}" type="pres">
      <dgm:prSet presAssocID="{AB130556-B3D8-478B-9044-2C7A74A2E82F}" presName="parentLeftMargin" presStyleLbl="node1" presStyleIdx="1" presStyleCnt="4"/>
      <dgm:spPr/>
    </dgm:pt>
    <dgm:pt modelId="{B888723D-E2DA-4135-AE7B-1148B6D24A95}" type="pres">
      <dgm:prSet presAssocID="{AB130556-B3D8-478B-9044-2C7A74A2E82F}" presName="parentText" presStyleLbl="node1" presStyleIdx="2" presStyleCnt="4">
        <dgm:presLayoutVars>
          <dgm:chMax val="0"/>
          <dgm:bulletEnabled val="1"/>
        </dgm:presLayoutVars>
      </dgm:prSet>
      <dgm:spPr/>
    </dgm:pt>
    <dgm:pt modelId="{01088F69-2F28-47FD-B4B7-34D5C3F4BA29}" type="pres">
      <dgm:prSet presAssocID="{AB130556-B3D8-478B-9044-2C7A74A2E82F}" presName="negativeSpace" presStyleCnt="0"/>
      <dgm:spPr/>
    </dgm:pt>
    <dgm:pt modelId="{360C4A8B-0B33-43D6-B33B-1CDB34913DD1}" type="pres">
      <dgm:prSet presAssocID="{AB130556-B3D8-478B-9044-2C7A74A2E82F}" presName="childText" presStyleLbl="conFgAcc1" presStyleIdx="2" presStyleCnt="4">
        <dgm:presLayoutVars>
          <dgm:bulletEnabled val="1"/>
        </dgm:presLayoutVars>
      </dgm:prSet>
      <dgm:spPr/>
    </dgm:pt>
    <dgm:pt modelId="{2582A0C9-5199-4A42-A9BC-4A1607F103CE}" type="pres">
      <dgm:prSet presAssocID="{89FC8458-F8DD-4743-ABAE-7EFAA9C6552A}" presName="spaceBetweenRectangles" presStyleCnt="0"/>
      <dgm:spPr/>
    </dgm:pt>
    <dgm:pt modelId="{2257067A-6767-441B-AC14-8927FD4384A3}" type="pres">
      <dgm:prSet presAssocID="{B97D1AA3-942B-4CD2-81C2-9B4A70327A07}" presName="parentLin" presStyleCnt="0"/>
      <dgm:spPr/>
    </dgm:pt>
    <dgm:pt modelId="{6F81473A-D4A4-4320-9E5C-AC195F5F23F4}" type="pres">
      <dgm:prSet presAssocID="{B97D1AA3-942B-4CD2-81C2-9B4A70327A07}" presName="parentLeftMargin" presStyleLbl="node1" presStyleIdx="2" presStyleCnt="4"/>
      <dgm:spPr/>
    </dgm:pt>
    <dgm:pt modelId="{0B3FDD68-2C66-419D-996A-38422D37FDDB}" type="pres">
      <dgm:prSet presAssocID="{B97D1AA3-942B-4CD2-81C2-9B4A70327A07}" presName="parentText" presStyleLbl="node1" presStyleIdx="3" presStyleCnt="4">
        <dgm:presLayoutVars>
          <dgm:chMax val="0"/>
          <dgm:bulletEnabled val="1"/>
        </dgm:presLayoutVars>
      </dgm:prSet>
      <dgm:spPr/>
    </dgm:pt>
    <dgm:pt modelId="{7D69EC9A-F530-4D9E-9FE5-D29FBF0D089A}" type="pres">
      <dgm:prSet presAssocID="{B97D1AA3-942B-4CD2-81C2-9B4A70327A07}" presName="negativeSpace" presStyleCnt="0"/>
      <dgm:spPr/>
    </dgm:pt>
    <dgm:pt modelId="{95DA6B27-CA30-49F1-91DC-D906D36FE9C4}" type="pres">
      <dgm:prSet presAssocID="{B97D1AA3-942B-4CD2-81C2-9B4A70327A07}" presName="childText" presStyleLbl="conFgAcc1" presStyleIdx="3" presStyleCnt="4">
        <dgm:presLayoutVars>
          <dgm:bulletEnabled val="1"/>
        </dgm:presLayoutVars>
      </dgm:prSet>
      <dgm:spPr/>
    </dgm:pt>
  </dgm:ptLst>
  <dgm:cxnLst>
    <dgm:cxn modelId="{10435511-479D-43D5-B015-2B8A4FC85C80}" type="presOf" srcId="{ED879B84-9BFE-4C13-8948-10183398E9E9}" destId="{360C4A8B-0B33-43D6-B33B-1CDB34913DD1}" srcOrd="0" destOrd="0" presId="urn:microsoft.com/office/officeart/2005/8/layout/list1"/>
    <dgm:cxn modelId="{AD977815-BA62-4504-8F23-2B632836E39C}" type="presOf" srcId="{B97D1AA3-942B-4CD2-81C2-9B4A70327A07}" destId="{6F81473A-D4A4-4320-9E5C-AC195F5F23F4}" srcOrd="0" destOrd="0" presId="urn:microsoft.com/office/officeart/2005/8/layout/list1"/>
    <dgm:cxn modelId="{90C4CB21-1525-47C5-8653-34E6B61053E4}" srcId="{06990127-75BF-4836-A8DE-4B21F8F20DA0}" destId="{304AA860-ED5D-49CC-93C1-1AF8BB4615E2}" srcOrd="1" destOrd="0" parTransId="{3AB651E9-6B22-4C16-8686-DAC43E9C6AFC}" sibTransId="{7621CF78-2B3B-45D7-82A1-7FC15A401E02}"/>
    <dgm:cxn modelId="{25B73A24-C4BF-473F-81E1-A879F781BEDE}" type="presOf" srcId="{06990127-75BF-4836-A8DE-4B21F8F20DA0}" destId="{21D65105-49C7-44BD-BE14-423238F023D4}" srcOrd="0" destOrd="0" presId="urn:microsoft.com/office/officeart/2005/8/layout/list1"/>
    <dgm:cxn modelId="{2E854B3B-E18B-4A21-9AC2-B7F416942337}" type="presOf" srcId="{AB130556-B3D8-478B-9044-2C7A74A2E82F}" destId="{B599B92B-A8BE-4082-AEC9-4DB7B6AA51D6}" srcOrd="0" destOrd="0" presId="urn:microsoft.com/office/officeart/2005/8/layout/list1"/>
    <dgm:cxn modelId="{C3E98347-5865-43CF-8031-73552E407546}" srcId="{06990127-75BF-4836-A8DE-4B21F8F20DA0}" destId="{B97D1AA3-942B-4CD2-81C2-9B4A70327A07}" srcOrd="3" destOrd="0" parTransId="{3A6CDFAE-0DA1-447B-9017-339C226812A6}" sibTransId="{DF45F717-0439-4989-B2A5-4E8D7F0F77E5}"/>
    <dgm:cxn modelId="{59447168-E852-4C8D-951E-7DAABBDDE709}" type="presOf" srcId="{99B783F5-F1AF-4F89-8E53-8E96B9823AD2}" destId="{95DA6B27-CA30-49F1-91DC-D906D36FE9C4}" srcOrd="0" destOrd="0" presId="urn:microsoft.com/office/officeart/2005/8/layout/list1"/>
    <dgm:cxn modelId="{B222016A-15B9-4748-8D57-75388BC77034}" srcId="{304AA860-ED5D-49CC-93C1-1AF8BB4615E2}" destId="{2E4178F3-9CB3-4904-9FB4-9E3048E4E89E}" srcOrd="0" destOrd="0" parTransId="{5D1C6B57-1806-4923-89B0-394458108F3F}" sibTransId="{F7FE625E-BA88-4D06-9D4A-9B3D71AD3FEF}"/>
    <dgm:cxn modelId="{1401DC4E-FE78-412F-9E51-F459D4205C5D}" srcId="{304AA860-ED5D-49CC-93C1-1AF8BB4615E2}" destId="{9C1636CF-0E1E-417B-9130-4AA6BCC4E70B}" srcOrd="1" destOrd="0" parTransId="{16D0714D-A97C-4E1D-BBD7-5B5395BB75F3}" sibTransId="{B78F3A6D-A3B1-4E0C-883C-EB9A445BDE72}"/>
    <dgm:cxn modelId="{A06A457B-7D7E-47EE-96BA-8D7D8347CAF6}" srcId="{AB130556-B3D8-478B-9044-2C7A74A2E82F}" destId="{BD77B9E7-946A-4B08-9605-8764747C7407}" srcOrd="1" destOrd="0" parTransId="{2899052B-1BDC-4CD1-89F3-4730D5EAF015}" sibTransId="{24E99F99-959D-450B-82F7-D71831A8C20C}"/>
    <dgm:cxn modelId="{F1A0597D-C415-415E-B8E1-724C17BADFC1}" type="presOf" srcId="{2E4178F3-9CB3-4904-9FB4-9E3048E4E89E}" destId="{CF4DF74C-1FF9-45C7-870B-60DC22BD6ED7}" srcOrd="0" destOrd="0" presId="urn:microsoft.com/office/officeart/2005/8/layout/list1"/>
    <dgm:cxn modelId="{58D8A982-C1C2-4106-808B-14B048213016}" srcId="{06990127-75BF-4836-A8DE-4B21F8F20DA0}" destId="{AB130556-B3D8-478B-9044-2C7A74A2E82F}" srcOrd="2" destOrd="0" parTransId="{F0E2FEE0-7006-430F-9937-0866B2DC6A2F}" sibTransId="{89FC8458-F8DD-4743-ABAE-7EFAA9C6552A}"/>
    <dgm:cxn modelId="{B3043386-EFC9-4D05-A3E1-19CEC10C1B4B}" type="presOf" srcId="{AB130556-B3D8-478B-9044-2C7A74A2E82F}" destId="{B888723D-E2DA-4135-AE7B-1148B6D24A95}" srcOrd="1" destOrd="0" presId="urn:microsoft.com/office/officeart/2005/8/layout/list1"/>
    <dgm:cxn modelId="{B4FC998F-1865-4F9B-950F-A1A59B385F45}" type="presOf" srcId="{304AA860-ED5D-49CC-93C1-1AF8BB4615E2}" destId="{9DDB5934-B5D5-41D5-AD7A-41772DD56755}" srcOrd="0" destOrd="0" presId="urn:microsoft.com/office/officeart/2005/8/layout/list1"/>
    <dgm:cxn modelId="{8092B08F-C7C8-4603-95E6-B4126ED13A58}" srcId="{06990127-75BF-4836-A8DE-4B21F8F20DA0}" destId="{5E358F8F-7E06-4BD6-862E-2335ABB79E5C}" srcOrd="0" destOrd="0" parTransId="{4EA6703F-BADF-4956-93AC-E9C3789D3E2F}" sibTransId="{7B20AD53-A739-4844-8A0A-C473FBF38ED6}"/>
    <dgm:cxn modelId="{BCE31C9F-9131-4B82-962B-FF191B019CEC}" srcId="{AB130556-B3D8-478B-9044-2C7A74A2E82F}" destId="{ED879B84-9BFE-4C13-8948-10183398E9E9}" srcOrd="0" destOrd="0" parTransId="{654B6951-E2EA-4E9D-A4BB-A45FF2438C6A}" sibTransId="{37211F1E-DBCF-46A1-B7FF-D352BD358927}"/>
    <dgm:cxn modelId="{A5C13BBC-6F03-4C49-BF8A-BE0A19646356}" srcId="{B97D1AA3-942B-4CD2-81C2-9B4A70327A07}" destId="{99B783F5-F1AF-4F89-8E53-8E96B9823AD2}" srcOrd="0" destOrd="0" parTransId="{54A08D9E-3E4B-4C70-BD13-1C9948ECB6A9}" sibTransId="{11E49B55-7259-4E7E-AAF1-49E5E20C6764}"/>
    <dgm:cxn modelId="{B9A43BCA-24B3-4BB8-8152-5666AC1A48D9}" type="presOf" srcId="{B97D1AA3-942B-4CD2-81C2-9B4A70327A07}" destId="{0B3FDD68-2C66-419D-996A-38422D37FDDB}" srcOrd="1" destOrd="0" presId="urn:microsoft.com/office/officeart/2005/8/layout/list1"/>
    <dgm:cxn modelId="{6B8FDECA-106B-4E8F-9B21-E01FEA00A1F0}" type="presOf" srcId="{9C1636CF-0E1E-417B-9130-4AA6BCC4E70B}" destId="{CF4DF74C-1FF9-45C7-870B-60DC22BD6ED7}" srcOrd="0" destOrd="1" presId="urn:microsoft.com/office/officeart/2005/8/layout/list1"/>
    <dgm:cxn modelId="{3737ABCB-5166-4E38-87CC-0D7A4ACB16DD}" type="presOf" srcId="{304AA860-ED5D-49CC-93C1-1AF8BB4615E2}" destId="{BD5C781F-8E2D-4646-AC95-939FF0CB9E09}" srcOrd="1" destOrd="0" presId="urn:microsoft.com/office/officeart/2005/8/layout/list1"/>
    <dgm:cxn modelId="{7AB862CF-F144-4C62-82F8-B6AD9CC351C1}" type="presOf" srcId="{5E358F8F-7E06-4BD6-862E-2335ABB79E5C}" destId="{35C29671-0EAB-4202-AB31-52EE5C4B6E10}" srcOrd="0" destOrd="0" presId="urn:microsoft.com/office/officeart/2005/8/layout/list1"/>
    <dgm:cxn modelId="{1BCEF5F0-C384-41DD-982C-C37B264BC7BD}" type="presOf" srcId="{BD77B9E7-946A-4B08-9605-8764747C7407}" destId="{360C4A8B-0B33-43D6-B33B-1CDB34913DD1}" srcOrd="0" destOrd="1" presId="urn:microsoft.com/office/officeart/2005/8/layout/list1"/>
    <dgm:cxn modelId="{05AF8AFC-5FBA-46FD-A0E8-B37230316C72}" type="presOf" srcId="{5E358F8F-7E06-4BD6-862E-2335ABB79E5C}" destId="{EAD5216A-33E3-40F3-BBC9-6ED53092123F}" srcOrd="1" destOrd="0" presId="urn:microsoft.com/office/officeart/2005/8/layout/list1"/>
    <dgm:cxn modelId="{411D2167-9ACD-4310-997C-B8E9D5F4B3B7}" type="presParOf" srcId="{21D65105-49C7-44BD-BE14-423238F023D4}" destId="{403B7511-34C0-4DD9-AA18-5CE91792D20E}" srcOrd="0" destOrd="0" presId="urn:microsoft.com/office/officeart/2005/8/layout/list1"/>
    <dgm:cxn modelId="{CAA3BA51-1162-4196-8169-EA26F153FBD8}" type="presParOf" srcId="{403B7511-34C0-4DD9-AA18-5CE91792D20E}" destId="{35C29671-0EAB-4202-AB31-52EE5C4B6E10}" srcOrd="0" destOrd="0" presId="urn:microsoft.com/office/officeart/2005/8/layout/list1"/>
    <dgm:cxn modelId="{D4BFF965-5FBF-476B-B866-2533F4833E66}" type="presParOf" srcId="{403B7511-34C0-4DD9-AA18-5CE91792D20E}" destId="{EAD5216A-33E3-40F3-BBC9-6ED53092123F}" srcOrd="1" destOrd="0" presId="urn:microsoft.com/office/officeart/2005/8/layout/list1"/>
    <dgm:cxn modelId="{7440F703-6AD5-47C6-B2AF-FE0AE7BC5939}" type="presParOf" srcId="{21D65105-49C7-44BD-BE14-423238F023D4}" destId="{15EC0224-95DE-491E-B456-9DE3338810CC}" srcOrd="1" destOrd="0" presId="urn:microsoft.com/office/officeart/2005/8/layout/list1"/>
    <dgm:cxn modelId="{E4D30B13-F586-4911-B735-2389B5E67F50}" type="presParOf" srcId="{21D65105-49C7-44BD-BE14-423238F023D4}" destId="{6D515187-B83C-463D-B154-56460618F260}" srcOrd="2" destOrd="0" presId="urn:microsoft.com/office/officeart/2005/8/layout/list1"/>
    <dgm:cxn modelId="{59C21C6D-7043-4FD0-9AD6-F0178BDD8D74}" type="presParOf" srcId="{21D65105-49C7-44BD-BE14-423238F023D4}" destId="{79C011FF-C562-4F8E-9D01-E78C09A9C9F7}" srcOrd="3" destOrd="0" presId="urn:microsoft.com/office/officeart/2005/8/layout/list1"/>
    <dgm:cxn modelId="{4DEB4C0F-7307-4705-90E1-20E339AEC4C1}" type="presParOf" srcId="{21D65105-49C7-44BD-BE14-423238F023D4}" destId="{AF67CBD1-AFC8-463A-8DCB-622AC0954A1B}" srcOrd="4" destOrd="0" presId="urn:microsoft.com/office/officeart/2005/8/layout/list1"/>
    <dgm:cxn modelId="{3EBA6928-62A6-4EFA-8BF6-DCF1CD2E2576}" type="presParOf" srcId="{AF67CBD1-AFC8-463A-8DCB-622AC0954A1B}" destId="{9DDB5934-B5D5-41D5-AD7A-41772DD56755}" srcOrd="0" destOrd="0" presId="urn:microsoft.com/office/officeart/2005/8/layout/list1"/>
    <dgm:cxn modelId="{088326C5-687A-4399-A8C6-1122D18DAE7D}" type="presParOf" srcId="{AF67CBD1-AFC8-463A-8DCB-622AC0954A1B}" destId="{BD5C781F-8E2D-4646-AC95-939FF0CB9E09}" srcOrd="1" destOrd="0" presId="urn:microsoft.com/office/officeart/2005/8/layout/list1"/>
    <dgm:cxn modelId="{744AE6E7-C574-4E0E-B4CD-D41224F80F8A}" type="presParOf" srcId="{21D65105-49C7-44BD-BE14-423238F023D4}" destId="{100FACC2-74E8-4139-B07B-C0C5550C4E2D}" srcOrd="5" destOrd="0" presId="urn:microsoft.com/office/officeart/2005/8/layout/list1"/>
    <dgm:cxn modelId="{DACF010F-0EC8-4A76-9527-FF0DA0D9C973}" type="presParOf" srcId="{21D65105-49C7-44BD-BE14-423238F023D4}" destId="{CF4DF74C-1FF9-45C7-870B-60DC22BD6ED7}" srcOrd="6" destOrd="0" presId="urn:microsoft.com/office/officeart/2005/8/layout/list1"/>
    <dgm:cxn modelId="{13424FE7-5131-466E-A071-49950EAA1E07}" type="presParOf" srcId="{21D65105-49C7-44BD-BE14-423238F023D4}" destId="{0667F890-E783-46E5-8EEF-E60D93C0C523}" srcOrd="7" destOrd="0" presId="urn:microsoft.com/office/officeart/2005/8/layout/list1"/>
    <dgm:cxn modelId="{87686B6C-8045-4260-A56D-055D06DCE8B7}" type="presParOf" srcId="{21D65105-49C7-44BD-BE14-423238F023D4}" destId="{D709C3CB-68A0-4BCA-B993-A68B3F9260AB}" srcOrd="8" destOrd="0" presId="urn:microsoft.com/office/officeart/2005/8/layout/list1"/>
    <dgm:cxn modelId="{9E474DDF-D813-496C-8C50-67833A5BF70E}" type="presParOf" srcId="{D709C3CB-68A0-4BCA-B993-A68B3F9260AB}" destId="{B599B92B-A8BE-4082-AEC9-4DB7B6AA51D6}" srcOrd="0" destOrd="0" presId="urn:microsoft.com/office/officeart/2005/8/layout/list1"/>
    <dgm:cxn modelId="{A97AD168-12BD-4D64-9F64-A7BFBEDCA908}" type="presParOf" srcId="{D709C3CB-68A0-4BCA-B993-A68B3F9260AB}" destId="{B888723D-E2DA-4135-AE7B-1148B6D24A95}" srcOrd="1" destOrd="0" presId="urn:microsoft.com/office/officeart/2005/8/layout/list1"/>
    <dgm:cxn modelId="{2FC02156-8579-4336-A935-FC145DB88CCD}" type="presParOf" srcId="{21D65105-49C7-44BD-BE14-423238F023D4}" destId="{01088F69-2F28-47FD-B4B7-34D5C3F4BA29}" srcOrd="9" destOrd="0" presId="urn:microsoft.com/office/officeart/2005/8/layout/list1"/>
    <dgm:cxn modelId="{9A4D0A57-B221-42F2-ADD7-EA179CC9E617}" type="presParOf" srcId="{21D65105-49C7-44BD-BE14-423238F023D4}" destId="{360C4A8B-0B33-43D6-B33B-1CDB34913DD1}" srcOrd="10" destOrd="0" presId="urn:microsoft.com/office/officeart/2005/8/layout/list1"/>
    <dgm:cxn modelId="{ED793521-1B58-4B62-BFE2-B539C97C98F7}" type="presParOf" srcId="{21D65105-49C7-44BD-BE14-423238F023D4}" destId="{2582A0C9-5199-4A42-A9BC-4A1607F103CE}" srcOrd="11" destOrd="0" presId="urn:microsoft.com/office/officeart/2005/8/layout/list1"/>
    <dgm:cxn modelId="{3F700BD0-63CC-49AE-A322-F6BE89B365B6}" type="presParOf" srcId="{21D65105-49C7-44BD-BE14-423238F023D4}" destId="{2257067A-6767-441B-AC14-8927FD4384A3}" srcOrd="12" destOrd="0" presId="urn:microsoft.com/office/officeart/2005/8/layout/list1"/>
    <dgm:cxn modelId="{07A2054D-CE3E-4336-B302-5AE564B0BFA4}" type="presParOf" srcId="{2257067A-6767-441B-AC14-8927FD4384A3}" destId="{6F81473A-D4A4-4320-9E5C-AC195F5F23F4}" srcOrd="0" destOrd="0" presId="urn:microsoft.com/office/officeart/2005/8/layout/list1"/>
    <dgm:cxn modelId="{19F675FC-AA10-496C-A9B4-E13EB9E7DE47}" type="presParOf" srcId="{2257067A-6767-441B-AC14-8927FD4384A3}" destId="{0B3FDD68-2C66-419D-996A-38422D37FDDB}" srcOrd="1" destOrd="0" presId="urn:microsoft.com/office/officeart/2005/8/layout/list1"/>
    <dgm:cxn modelId="{A5AA410B-E392-4A2F-8649-82B716922DB2}" type="presParOf" srcId="{21D65105-49C7-44BD-BE14-423238F023D4}" destId="{7D69EC9A-F530-4D9E-9FE5-D29FBF0D089A}" srcOrd="13" destOrd="0" presId="urn:microsoft.com/office/officeart/2005/8/layout/list1"/>
    <dgm:cxn modelId="{11104222-5317-40BA-9729-BCE997864945}" type="presParOf" srcId="{21D65105-49C7-44BD-BE14-423238F023D4}" destId="{95DA6B27-CA30-49F1-91DC-D906D36FE9C4}"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CE09497-DDCB-4269-96D7-B0107B6ACC4F}" type="doc">
      <dgm:prSet loTypeId="urn:microsoft.com/office/officeart/2018/5/layout/Centered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7A3FA792-66E3-433F-8979-F7595B0609A2}">
      <dgm:prSet/>
      <dgm:spPr/>
      <dgm:t>
        <a:bodyPr/>
        <a:lstStyle/>
        <a:p>
          <a:pPr>
            <a:defRPr b="1"/>
          </a:pPr>
          <a:r>
            <a:rPr lang="en-US"/>
            <a:t>How do we control these image generators with text?</a:t>
          </a:r>
        </a:p>
      </dgm:t>
    </dgm:pt>
    <dgm:pt modelId="{CB3C95E1-8FFD-4554-979A-E4284852A870}" type="parTrans" cxnId="{2FEED5F7-8F11-4461-B6A4-4DE5327679D0}">
      <dgm:prSet/>
      <dgm:spPr/>
      <dgm:t>
        <a:bodyPr/>
        <a:lstStyle/>
        <a:p>
          <a:endParaRPr lang="en-US"/>
        </a:p>
      </dgm:t>
    </dgm:pt>
    <dgm:pt modelId="{A11C826F-5DFF-4258-A4A8-8A925FA68227}" type="sibTrans" cxnId="{2FEED5F7-8F11-4461-B6A4-4DE5327679D0}">
      <dgm:prSet/>
      <dgm:spPr/>
      <dgm:t>
        <a:bodyPr/>
        <a:lstStyle/>
        <a:p>
          <a:endParaRPr lang="en-US"/>
        </a:p>
      </dgm:t>
    </dgm:pt>
    <dgm:pt modelId="{DCAD3B6F-5E35-444F-8A13-0D23D616EC82}">
      <dgm:prSet/>
      <dgm:spPr/>
      <dgm:t>
        <a:bodyPr/>
        <a:lstStyle/>
        <a:p>
          <a:pPr>
            <a:defRPr b="1"/>
          </a:pPr>
          <a:r>
            <a:rPr lang="en-US"/>
            <a:t>We need a model that understands both modalities.</a:t>
          </a:r>
        </a:p>
      </dgm:t>
    </dgm:pt>
    <dgm:pt modelId="{B0FF7341-0485-47BD-81ED-7703CD996AFF}" type="parTrans" cxnId="{5D8D931D-7577-4271-8AED-3D295F5D952A}">
      <dgm:prSet/>
      <dgm:spPr/>
      <dgm:t>
        <a:bodyPr/>
        <a:lstStyle/>
        <a:p>
          <a:endParaRPr lang="en-US"/>
        </a:p>
      </dgm:t>
    </dgm:pt>
    <dgm:pt modelId="{1E9B113D-A741-45C2-97F0-91A8E2B9D117}" type="sibTrans" cxnId="{5D8D931D-7577-4271-8AED-3D295F5D952A}">
      <dgm:prSet/>
      <dgm:spPr/>
      <dgm:t>
        <a:bodyPr/>
        <a:lstStyle/>
        <a:p>
          <a:endParaRPr lang="en-US"/>
        </a:p>
      </dgm:t>
    </dgm:pt>
    <dgm:pt modelId="{9440B84B-A307-469E-A68B-4C95C17F2EE3}">
      <dgm:prSet/>
      <dgm:spPr/>
      <dgm:t>
        <a:bodyPr/>
        <a:lstStyle/>
        <a:p>
          <a:pPr>
            <a:defRPr b="1"/>
          </a:pPr>
          <a:r>
            <a:rPr lang="en-US" dirty="0"/>
            <a:t>The industry standard is CLIP (Contrastive Language-Image Pre-training).</a:t>
          </a:r>
        </a:p>
      </dgm:t>
    </dgm:pt>
    <dgm:pt modelId="{687B460A-CFDD-40B3-9390-07EBDB5B51BD}" type="parTrans" cxnId="{953D4480-B11E-4BFB-8EAA-008C44DB4D71}">
      <dgm:prSet/>
      <dgm:spPr/>
      <dgm:t>
        <a:bodyPr/>
        <a:lstStyle/>
        <a:p>
          <a:endParaRPr lang="en-US"/>
        </a:p>
      </dgm:t>
    </dgm:pt>
    <dgm:pt modelId="{A7D737F7-E997-414F-A980-FEF94792B05C}" type="sibTrans" cxnId="{953D4480-B11E-4BFB-8EAA-008C44DB4D71}">
      <dgm:prSet/>
      <dgm:spPr/>
      <dgm:t>
        <a:bodyPr/>
        <a:lstStyle/>
        <a:p>
          <a:endParaRPr lang="en-US"/>
        </a:p>
      </dgm:t>
    </dgm:pt>
    <dgm:pt modelId="{18BCACDD-CB70-4AD8-B5E0-5C4AB567CC3C}">
      <dgm:prSet/>
      <dgm:spPr/>
      <dgm:t>
        <a:bodyPr/>
        <a:lstStyle/>
        <a:p>
          <a:pPr>
            <a:defRPr b="1"/>
          </a:pPr>
          <a:r>
            <a:rPr lang="en-US"/>
            <a:t>CLIP Architecture</a:t>
          </a:r>
        </a:p>
      </dgm:t>
    </dgm:pt>
    <dgm:pt modelId="{416B47B9-2E3D-44E1-A121-211CE8C2E849}" type="parTrans" cxnId="{174FB206-542D-4602-AB8F-A463885FE9D6}">
      <dgm:prSet/>
      <dgm:spPr/>
      <dgm:t>
        <a:bodyPr/>
        <a:lstStyle/>
        <a:p>
          <a:endParaRPr lang="en-US"/>
        </a:p>
      </dgm:t>
    </dgm:pt>
    <dgm:pt modelId="{96D02CBF-C9E8-4F4F-B8CD-29C972547D81}" type="sibTrans" cxnId="{174FB206-542D-4602-AB8F-A463885FE9D6}">
      <dgm:prSet/>
      <dgm:spPr/>
      <dgm:t>
        <a:bodyPr/>
        <a:lstStyle/>
        <a:p>
          <a:endParaRPr lang="en-US"/>
        </a:p>
      </dgm:t>
    </dgm:pt>
    <dgm:pt modelId="{B16F9CE9-1501-4AEA-930D-A60EF8357CCC}">
      <dgm:prSet/>
      <dgm:spPr/>
      <dgm:t>
        <a:bodyPr/>
        <a:lstStyle/>
        <a:p>
          <a:r>
            <a:rPr lang="en-US"/>
            <a:t>CLIP trains two Encoders simultaneously:</a:t>
          </a:r>
        </a:p>
      </dgm:t>
    </dgm:pt>
    <dgm:pt modelId="{45010FED-D085-4B90-9188-38FCE42A1FD5}" type="parTrans" cxnId="{154C54CB-81A8-477E-812D-4AB370F93D1A}">
      <dgm:prSet/>
      <dgm:spPr/>
      <dgm:t>
        <a:bodyPr/>
        <a:lstStyle/>
        <a:p>
          <a:endParaRPr lang="en-US"/>
        </a:p>
      </dgm:t>
    </dgm:pt>
    <dgm:pt modelId="{75E853AD-2313-4CD7-B4A0-D0ACD1952E8B}" type="sibTrans" cxnId="{154C54CB-81A8-477E-812D-4AB370F93D1A}">
      <dgm:prSet/>
      <dgm:spPr/>
      <dgm:t>
        <a:bodyPr/>
        <a:lstStyle/>
        <a:p>
          <a:endParaRPr lang="en-US"/>
        </a:p>
      </dgm:t>
    </dgm:pt>
    <dgm:pt modelId="{EF61C107-1F1C-4BD1-9B2C-C003023B716D}">
      <dgm:prSet/>
      <dgm:spPr/>
      <dgm:t>
        <a:bodyPr/>
        <a:lstStyle/>
        <a:p>
          <a:r>
            <a:rPr lang="en-US"/>
            <a:t>Text Encoder: Turns text into a vector.</a:t>
          </a:r>
        </a:p>
      </dgm:t>
    </dgm:pt>
    <dgm:pt modelId="{47B064AE-D904-4001-AD7E-F7EFDC771F9F}" type="parTrans" cxnId="{537A6EE8-384B-4B0F-A5EB-E595FBE0072C}">
      <dgm:prSet/>
      <dgm:spPr/>
      <dgm:t>
        <a:bodyPr/>
        <a:lstStyle/>
        <a:p>
          <a:endParaRPr lang="en-US"/>
        </a:p>
      </dgm:t>
    </dgm:pt>
    <dgm:pt modelId="{3E0F82B5-DB11-497A-BEEF-A67FA183DA89}" type="sibTrans" cxnId="{537A6EE8-384B-4B0F-A5EB-E595FBE0072C}">
      <dgm:prSet/>
      <dgm:spPr/>
      <dgm:t>
        <a:bodyPr/>
        <a:lstStyle/>
        <a:p>
          <a:endParaRPr lang="en-US"/>
        </a:p>
      </dgm:t>
    </dgm:pt>
    <dgm:pt modelId="{DF78A0E0-E375-4E3C-9552-22929C43DB64}">
      <dgm:prSet/>
      <dgm:spPr/>
      <dgm:t>
        <a:bodyPr/>
        <a:lstStyle/>
        <a:p>
          <a:r>
            <a:rPr lang="en-US"/>
            <a:t>Image Encoder: Turns images into a vector.</a:t>
          </a:r>
        </a:p>
      </dgm:t>
    </dgm:pt>
    <dgm:pt modelId="{27C0F920-3E8E-409B-96A8-35C036947573}" type="parTrans" cxnId="{2F7EEFE1-6905-4161-AE66-10CE3158AD55}">
      <dgm:prSet/>
      <dgm:spPr/>
      <dgm:t>
        <a:bodyPr/>
        <a:lstStyle/>
        <a:p>
          <a:endParaRPr lang="en-US"/>
        </a:p>
      </dgm:t>
    </dgm:pt>
    <dgm:pt modelId="{969AA668-6F16-4F8F-B605-1373348B9678}" type="sibTrans" cxnId="{2F7EEFE1-6905-4161-AE66-10CE3158AD55}">
      <dgm:prSet/>
      <dgm:spPr/>
      <dgm:t>
        <a:bodyPr/>
        <a:lstStyle/>
        <a:p>
          <a:endParaRPr lang="en-US"/>
        </a:p>
      </dgm:t>
    </dgm:pt>
    <dgm:pt modelId="{2D15D8E9-6CEB-4C64-A49C-127E1397BEB0}" type="pres">
      <dgm:prSet presAssocID="{BCE09497-DDCB-4269-96D7-B0107B6ACC4F}" presName="root" presStyleCnt="0">
        <dgm:presLayoutVars>
          <dgm:dir/>
          <dgm:resizeHandles val="exact"/>
        </dgm:presLayoutVars>
      </dgm:prSet>
      <dgm:spPr/>
    </dgm:pt>
    <dgm:pt modelId="{9E086314-3F56-4FAC-98E8-62C8C65A47C4}" type="pres">
      <dgm:prSet presAssocID="{7A3FA792-66E3-433F-8979-F7595B0609A2}" presName="compNode" presStyleCnt="0"/>
      <dgm:spPr/>
    </dgm:pt>
    <dgm:pt modelId="{135BDDB8-62F5-4196-979B-9D9962F9BF81}" type="pres">
      <dgm:prSet presAssocID="{7A3FA792-66E3-433F-8979-F7595B0609A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mart Phone"/>
        </a:ext>
      </dgm:extLst>
    </dgm:pt>
    <dgm:pt modelId="{B2A3FF42-FE74-4C58-A37A-3280341A1A5B}" type="pres">
      <dgm:prSet presAssocID="{7A3FA792-66E3-433F-8979-F7595B0609A2}" presName="iconSpace" presStyleCnt="0"/>
      <dgm:spPr/>
    </dgm:pt>
    <dgm:pt modelId="{6FEA0ACC-84D8-4C80-9E38-C5BD017B3235}" type="pres">
      <dgm:prSet presAssocID="{7A3FA792-66E3-433F-8979-F7595B0609A2}" presName="parTx" presStyleLbl="revTx" presStyleIdx="0" presStyleCnt="8">
        <dgm:presLayoutVars>
          <dgm:chMax val="0"/>
          <dgm:chPref val="0"/>
        </dgm:presLayoutVars>
      </dgm:prSet>
      <dgm:spPr/>
    </dgm:pt>
    <dgm:pt modelId="{6269BA01-3412-4AEF-9C9F-1D042426A7F7}" type="pres">
      <dgm:prSet presAssocID="{7A3FA792-66E3-433F-8979-F7595B0609A2}" presName="txSpace" presStyleCnt="0"/>
      <dgm:spPr/>
    </dgm:pt>
    <dgm:pt modelId="{177CB72E-39AB-4D8A-AEE5-062DEC1BF61D}" type="pres">
      <dgm:prSet presAssocID="{7A3FA792-66E3-433F-8979-F7595B0609A2}" presName="desTx" presStyleLbl="revTx" presStyleIdx="1" presStyleCnt="8">
        <dgm:presLayoutVars/>
      </dgm:prSet>
      <dgm:spPr/>
    </dgm:pt>
    <dgm:pt modelId="{190B46C8-E51B-4360-BA0A-DBEF38184564}" type="pres">
      <dgm:prSet presAssocID="{A11C826F-5DFF-4258-A4A8-8A925FA68227}" presName="sibTrans" presStyleCnt="0"/>
      <dgm:spPr/>
    </dgm:pt>
    <dgm:pt modelId="{7ADC455F-4723-49DD-BD2D-86DD3CAA3AC4}" type="pres">
      <dgm:prSet presAssocID="{DCAD3B6F-5E35-444F-8A13-0D23D616EC82}" presName="compNode" presStyleCnt="0"/>
      <dgm:spPr/>
    </dgm:pt>
    <dgm:pt modelId="{91B8C05E-F4FB-45AC-9EE0-708CEB379F1B}" type="pres">
      <dgm:prSet presAssocID="{DCAD3B6F-5E35-444F-8A13-0D23D616EC8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rama"/>
        </a:ext>
      </dgm:extLst>
    </dgm:pt>
    <dgm:pt modelId="{53D56D31-4D97-457F-8CA4-9805E43BD809}" type="pres">
      <dgm:prSet presAssocID="{DCAD3B6F-5E35-444F-8A13-0D23D616EC82}" presName="iconSpace" presStyleCnt="0"/>
      <dgm:spPr/>
    </dgm:pt>
    <dgm:pt modelId="{B9BBEEB2-D448-461F-A1C5-580B1B56D028}" type="pres">
      <dgm:prSet presAssocID="{DCAD3B6F-5E35-444F-8A13-0D23D616EC82}" presName="parTx" presStyleLbl="revTx" presStyleIdx="2" presStyleCnt="8">
        <dgm:presLayoutVars>
          <dgm:chMax val="0"/>
          <dgm:chPref val="0"/>
        </dgm:presLayoutVars>
      </dgm:prSet>
      <dgm:spPr/>
    </dgm:pt>
    <dgm:pt modelId="{82E6CEE1-D047-4D9F-B6F9-7F67AF3A9E1D}" type="pres">
      <dgm:prSet presAssocID="{DCAD3B6F-5E35-444F-8A13-0D23D616EC82}" presName="txSpace" presStyleCnt="0"/>
      <dgm:spPr/>
    </dgm:pt>
    <dgm:pt modelId="{ABE5EA0F-711B-4736-9908-9332CCBED2CD}" type="pres">
      <dgm:prSet presAssocID="{DCAD3B6F-5E35-444F-8A13-0D23D616EC82}" presName="desTx" presStyleLbl="revTx" presStyleIdx="3" presStyleCnt="8">
        <dgm:presLayoutVars/>
      </dgm:prSet>
      <dgm:spPr/>
    </dgm:pt>
    <dgm:pt modelId="{5B01D0E9-0EED-436D-A221-A1086DE2928E}" type="pres">
      <dgm:prSet presAssocID="{1E9B113D-A741-45C2-97F0-91A8E2B9D117}" presName="sibTrans" presStyleCnt="0"/>
      <dgm:spPr/>
    </dgm:pt>
    <dgm:pt modelId="{6DF89F65-CA96-4287-A631-E63D63CFB771}" type="pres">
      <dgm:prSet presAssocID="{9440B84B-A307-469E-A68B-4C95C17F2EE3}" presName="compNode" presStyleCnt="0"/>
      <dgm:spPr/>
    </dgm:pt>
    <dgm:pt modelId="{40FB3154-A5A7-47BD-B100-49132AC1BBF8}" type="pres">
      <dgm:prSet presAssocID="{9440B84B-A307-469E-A68B-4C95C17F2EE3}"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ipboard"/>
        </a:ext>
      </dgm:extLst>
    </dgm:pt>
    <dgm:pt modelId="{ECC51249-9D95-4AD0-A710-878F41EECBFA}" type="pres">
      <dgm:prSet presAssocID="{9440B84B-A307-469E-A68B-4C95C17F2EE3}" presName="iconSpace" presStyleCnt="0"/>
      <dgm:spPr/>
    </dgm:pt>
    <dgm:pt modelId="{92AD0F0F-426A-4AFD-9399-8929142B27F1}" type="pres">
      <dgm:prSet presAssocID="{9440B84B-A307-469E-A68B-4C95C17F2EE3}" presName="parTx" presStyleLbl="revTx" presStyleIdx="4" presStyleCnt="8">
        <dgm:presLayoutVars>
          <dgm:chMax val="0"/>
          <dgm:chPref val="0"/>
        </dgm:presLayoutVars>
      </dgm:prSet>
      <dgm:spPr/>
    </dgm:pt>
    <dgm:pt modelId="{AB4F7A5C-1989-458A-AA57-506B88412D72}" type="pres">
      <dgm:prSet presAssocID="{9440B84B-A307-469E-A68B-4C95C17F2EE3}" presName="txSpace" presStyleCnt="0"/>
      <dgm:spPr/>
    </dgm:pt>
    <dgm:pt modelId="{488850AB-3CBD-488A-958A-37A885454CFB}" type="pres">
      <dgm:prSet presAssocID="{9440B84B-A307-469E-A68B-4C95C17F2EE3}" presName="desTx" presStyleLbl="revTx" presStyleIdx="5" presStyleCnt="8">
        <dgm:presLayoutVars/>
      </dgm:prSet>
      <dgm:spPr/>
    </dgm:pt>
    <dgm:pt modelId="{DE3AA1BB-A841-460C-909D-5AC60B6638EB}" type="pres">
      <dgm:prSet presAssocID="{A7D737F7-E997-414F-A980-FEF94792B05C}" presName="sibTrans" presStyleCnt="0"/>
      <dgm:spPr/>
    </dgm:pt>
    <dgm:pt modelId="{46BBF994-2045-40F4-97D3-537F12DCFB41}" type="pres">
      <dgm:prSet presAssocID="{18BCACDD-CB70-4AD8-B5E0-5C4AB567CC3C}" presName="compNode" presStyleCnt="0"/>
      <dgm:spPr/>
    </dgm:pt>
    <dgm:pt modelId="{B9919B65-2AB3-4207-BF27-81FD60405433}" type="pres">
      <dgm:prSet presAssocID="{18BCACDD-CB70-4AD8-B5E0-5C4AB567CC3C}"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rain"/>
        </a:ext>
      </dgm:extLst>
    </dgm:pt>
    <dgm:pt modelId="{AFE83871-404F-4426-8430-AF4F50CBAB0E}" type="pres">
      <dgm:prSet presAssocID="{18BCACDD-CB70-4AD8-B5E0-5C4AB567CC3C}" presName="iconSpace" presStyleCnt="0"/>
      <dgm:spPr/>
    </dgm:pt>
    <dgm:pt modelId="{1FDEB78E-D866-4B9A-8741-32DD80794D7C}" type="pres">
      <dgm:prSet presAssocID="{18BCACDD-CB70-4AD8-B5E0-5C4AB567CC3C}" presName="parTx" presStyleLbl="revTx" presStyleIdx="6" presStyleCnt="8">
        <dgm:presLayoutVars>
          <dgm:chMax val="0"/>
          <dgm:chPref val="0"/>
        </dgm:presLayoutVars>
      </dgm:prSet>
      <dgm:spPr/>
    </dgm:pt>
    <dgm:pt modelId="{61AA0464-61BA-4F09-808A-109304A23862}" type="pres">
      <dgm:prSet presAssocID="{18BCACDD-CB70-4AD8-B5E0-5C4AB567CC3C}" presName="txSpace" presStyleCnt="0"/>
      <dgm:spPr/>
    </dgm:pt>
    <dgm:pt modelId="{2D75465B-6306-43C9-A6E6-300500393D42}" type="pres">
      <dgm:prSet presAssocID="{18BCACDD-CB70-4AD8-B5E0-5C4AB567CC3C}" presName="desTx" presStyleLbl="revTx" presStyleIdx="7" presStyleCnt="8">
        <dgm:presLayoutVars/>
      </dgm:prSet>
      <dgm:spPr/>
    </dgm:pt>
  </dgm:ptLst>
  <dgm:cxnLst>
    <dgm:cxn modelId="{C95F1500-124A-440C-B120-4DCD9206AB61}" type="presOf" srcId="{9440B84B-A307-469E-A68B-4C95C17F2EE3}" destId="{92AD0F0F-426A-4AFD-9399-8929142B27F1}" srcOrd="0" destOrd="0" presId="urn:microsoft.com/office/officeart/2018/5/layout/CenteredIconLabelDescriptionList"/>
    <dgm:cxn modelId="{174FB206-542D-4602-AB8F-A463885FE9D6}" srcId="{BCE09497-DDCB-4269-96D7-B0107B6ACC4F}" destId="{18BCACDD-CB70-4AD8-B5E0-5C4AB567CC3C}" srcOrd="3" destOrd="0" parTransId="{416B47B9-2E3D-44E1-A121-211CE8C2E849}" sibTransId="{96D02CBF-C9E8-4F4F-B8CD-29C972547D81}"/>
    <dgm:cxn modelId="{5D8D931D-7577-4271-8AED-3D295F5D952A}" srcId="{BCE09497-DDCB-4269-96D7-B0107B6ACC4F}" destId="{DCAD3B6F-5E35-444F-8A13-0D23D616EC82}" srcOrd="1" destOrd="0" parTransId="{B0FF7341-0485-47BD-81ED-7703CD996AFF}" sibTransId="{1E9B113D-A741-45C2-97F0-91A8E2B9D117}"/>
    <dgm:cxn modelId="{953D4480-B11E-4BFB-8EAA-008C44DB4D71}" srcId="{BCE09497-DDCB-4269-96D7-B0107B6ACC4F}" destId="{9440B84B-A307-469E-A68B-4C95C17F2EE3}" srcOrd="2" destOrd="0" parTransId="{687B460A-CFDD-40B3-9390-07EBDB5B51BD}" sibTransId="{A7D737F7-E997-414F-A980-FEF94792B05C}"/>
    <dgm:cxn modelId="{6054608F-750E-4FB2-911F-4EAB8D2C47C4}" type="presOf" srcId="{EF61C107-1F1C-4BD1-9B2C-C003023B716D}" destId="{2D75465B-6306-43C9-A6E6-300500393D42}" srcOrd="0" destOrd="1" presId="urn:microsoft.com/office/officeart/2018/5/layout/CenteredIconLabelDescriptionList"/>
    <dgm:cxn modelId="{B2E43F92-652F-4034-BF76-A1FEEE84AAA5}" type="presOf" srcId="{B16F9CE9-1501-4AEA-930D-A60EF8357CCC}" destId="{2D75465B-6306-43C9-A6E6-300500393D42}" srcOrd="0" destOrd="0" presId="urn:microsoft.com/office/officeart/2018/5/layout/CenteredIconLabelDescriptionList"/>
    <dgm:cxn modelId="{94FFC09F-DDF2-4675-AEC1-FD5059FE7CE2}" type="presOf" srcId="{BCE09497-DDCB-4269-96D7-B0107B6ACC4F}" destId="{2D15D8E9-6CEB-4C64-A49C-127E1397BEB0}" srcOrd="0" destOrd="0" presId="urn:microsoft.com/office/officeart/2018/5/layout/CenteredIconLabelDescriptionList"/>
    <dgm:cxn modelId="{B45037BF-5C9B-4251-800F-17997E01A238}" type="presOf" srcId="{18BCACDD-CB70-4AD8-B5E0-5C4AB567CC3C}" destId="{1FDEB78E-D866-4B9A-8741-32DD80794D7C}" srcOrd="0" destOrd="0" presId="urn:microsoft.com/office/officeart/2018/5/layout/CenteredIconLabelDescriptionList"/>
    <dgm:cxn modelId="{154C54CB-81A8-477E-812D-4AB370F93D1A}" srcId="{18BCACDD-CB70-4AD8-B5E0-5C4AB567CC3C}" destId="{B16F9CE9-1501-4AEA-930D-A60EF8357CCC}" srcOrd="0" destOrd="0" parTransId="{45010FED-D085-4B90-9188-38FCE42A1FD5}" sibTransId="{75E853AD-2313-4CD7-B4A0-D0ACD1952E8B}"/>
    <dgm:cxn modelId="{FEF8EFD6-09C2-4299-A88D-035D73BC764B}" type="presOf" srcId="{DF78A0E0-E375-4E3C-9552-22929C43DB64}" destId="{2D75465B-6306-43C9-A6E6-300500393D42}" srcOrd="0" destOrd="2" presId="urn:microsoft.com/office/officeart/2018/5/layout/CenteredIconLabelDescriptionList"/>
    <dgm:cxn modelId="{FB94D4E1-D493-418B-A5C0-B1A3F8CC051B}" type="presOf" srcId="{7A3FA792-66E3-433F-8979-F7595B0609A2}" destId="{6FEA0ACC-84D8-4C80-9E38-C5BD017B3235}" srcOrd="0" destOrd="0" presId="urn:microsoft.com/office/officeart/2018/5/layout/CenteredIconLabelDescriptionList"/>
    <dgm:cxn modelId="{2F7EEFE1-6905-4161-AE66-10CE3158AD55}" srcId="{B16F9CE9-1501-4AEA-930D-A60EF8357CCC}" destId="{DF78A0E0-E375-4E3C-9552-22929C43DB64}" srcOrd="1" destOrd="0" parTransId="{27C0F920-3E8E-409B-96A8-35C036947573}" sibTransId="{969AA668-6F16-4F8F-B605-1373348B9678}"/>
    <dgm:cxn modelId="{537A6EE8-384B-4B0F-A5EB-E595FBE0072C}" srcId="{B16F9CE9-1501-4AEA-930D-A60EF8357CCC}" destId="{EF61C107-1F1C-4BD1-9B2C-C003023B716D}" srcOrd="0" destOrd="0" parTransId="{47B064AE-D904-4001-AD7E-F7EFDC771F9F}" sibTransId="{3E0F82B5-DB11-497A-BEEF-A67FA183DA89}"/>
    <dgm:cxn modelId="{6ED4BDE8-0902-44A2-B28B-30508AA77F8B}" type="presOf" srcId="{DCAD3B6F-5E35-444F-8A13-0D23D616EC82}" destId="{B9BBEEB2-D448-461F-A1C5-580B1B56D028}" srcOrd="0" destOrd="0" presId="urn:microsoft.com/office/officeart/2018/5/layout/CenteredIconLabelDescriptionList"/>
    <dgm:cxn modelId="{2FEED5F7-8F11-4461-B6A4-4DE5327679D0}" srcId="{BCE09497-DDCB-4269-96D7-B0107B6ACC4F}" destId="{7A3FA792-66E3-433F-8979-F7595B0609A2}" srcOrd="0" destOrd="0" parTransId="{CB3C95E1-8FFD-4554-979A-E4284852A870}" sibTransId="{A11C826F-5DFF-4258-A4A8-8A925FA68227}"/>
    <dgm:cxn modelId="{9BB0549C-0575-4CF7-BDE9-36F1EB3AE6A5}" type="presParOf" srcId="{2D15D8E9-6CEB-4C64-A49C-127E1397BEB0}" destId="{9E086314-3F56-4FAC-98E8-62C8C65A47C4}" srcOrd="0" destOrd="0" presId="urn:microsoft.com/office/officeart/2018/5/layout/CenteredIconLabelDescriptionList"/>
    <dgm:cxn modelId="{8F66C392-F6FE-4AD7-B31D-E911985F4B9A}" type="presParOf" srcId="{9E086314-3F56-4FAC-98E8-62C8C65A47C4}" destId="{135BDDB8-62F5-4196-979B-9D9962F9BF81}" srcOrd="0" destOrd="0" presId="urn:microsoft.com/office/officeart/2018/5/layout/CenteredIconLabelDescriptionList"/>
    <dgm:cxn modelId="{C2A65B91-36CD-4777-8F2A-7BE7AED4D040}" type="presParOf" srcId="{9E086314-3F56-4FAC-98E8-62C8C65A47C4}" destId="{B2A3FF42-FE74-4C58-A37A-3280341A1A5B}" srcOrd="1" destOrd="0" presId="urn:microsoft.com/office/officeart/2018/5/layout/CenteredIconLabelDescriptionList"/>
    <dgm:cxn modelId="{6A79AA18-27A0-4910-971B-F13C06BEF59D}" type="presParOf" srcId="{9E086314-3F56-4FAC-98E8-62C8C65A47C4}" destId="{6FEA0ACC-84D8-4C80-9E38-C5BD017B3235}" srcOrd="2" destOrd="0" presId="urn:microsoft.com/office/officeart/2018/5/layout/CenteredIconLabelDescriptionList"/>
    <dgm:cxn modelId="{D3749524-9826-4B31-A6D8-B4C985AA01A4}" type="presParOf" srcId="{9E086314-3F56-4FAC-98E8-62C8C65A47C4}" destId="{6269BA01-3412-4AEF-9C9F-1D042426A7F7}" srcOrd="3" destOrd="0" presId="urn:microsoft.com/office/officeart/2018/5/layout/CenteredIconLabelDescriptionList"/>
    <dgm:cxn modelId="{304CCEC3-A88F-4523-9F96-2005D8D7CFAC}" type="presParOf" srcId="{9E086314-3F56-4FAC-98E8-62C8C65A47C4}" destId="{177CB72E-39AB-4D8A-AEE5-062DEC1BF61D}" srcOrd="4" destOrd="0" presId="urn:microsoft.com/office/officeart/2018/5/layout/CenteredIconLabelDescriptionList"/>
    <dgm:cxn modelId="{9E871E52-61BD-45C0-A7E1-ABF44720BB60}" type="presParOf" srcId="{2D15D8E9-6CEB-4C64-A49C-127E1397BEB0}" destId="{190B46C8-E51B-4360-BA0A-DBEF38184564}" srcOrd="1" destOrd="0" presId="urn:microsoft.com/office/officeart/2018/5/layout/CenteredIconLabelDescriptionList"/>
    <dgm:cxn modelId="{7ED93282-D8A8-41B7-8129-D3F1C670C62A}" type="presParOf" srcId="{2D15D8E9-6CEB-4C64-A49C-127E1397BEB0}" destId="{7ADC455F-4723-49DD-BD2D-86DD3CAA3AC4}" srcOrd="2" destOrd="0" presId="urn:microsoft.com/office/officeart/2018/5/layout/CenteredIconLabelDescriptionList"/>
    <dgm:cxn modelId="{402D2678-5A72-4AC3-B391-9612B328E955}" type="presParOf" srcId="{7ADC455F-4723-49DD-BD2D-86DD3CAA3AC4}" destId="{91B8C05E-F4FB-45AC-9EE0-708CEB379F1B}" srcOrd="0" destOrd="0" presId="urn:microsoft.com/office/officeart/2018/5/layout/CenteredIconLabelDescriptionList"/>
    <dgm:cxn modelId="{9266F43F-7F63-4C6B-A72A-4984FBE0CD49}" type="presParOf" srcId="{7ADC455F-4723-49DD-BD2D-86DD3CAA3AC4}" destId="{53D56D31-4D97-457F-8CA4-9805E43BD809}" srcOrd="1" destOrd="0" presId="urn:microsoft.com/office/officeart/2018/5/layout/CenteredIconLabelDescriptionList"/>
    <dgm:cxn modelId="{0AE1A266-076B-4353-921F-5D73F5D24A1D}" type="presParOf" srcId="{7ADC455F-4723-49DD-BD2D-86DD3CAA3AC4}" destId="{B9BBEEB2-D448-461F-A1C5-580B1B56D028}" srcOrd="2" destOrd="0" presId="urn:microsoft.com/office/officeart/2018/5/layout/CenteredIconLabelDescriptionList"/>
    <dgm:cxn modelId="{876EC099-035C-48DD-BF26-E22501474ED4}" type="presParOf" srcId="{7ADC455F-4723-49DD-BD2D-86DD3CAA3AC4}" destId="{82E6CEE1-D047-4D9F-B6F9-7F67AF3A9E1D}" srcOrd="3" destOrd="0" presId="urn:microsoft.com/office/officeart/2018/5/layout/CenteredIconLabelDescriptionList"/>
    <dgm:cxn modelId="{E41AFA0D-C7A2-4DAF-91FA-8AFE83A26557}" type="presParOf" srcId="{7ADC455F-4723-49DD-BD2D-86DD3CAA3AC4}" destId="{ABE5EA0F-711B-4736-9908-9332CCBED2CD}" srcOrd="4" destOrd="0" presId="urn:microsoft.com/office/officeart/2018/5/layout/CenteredIconLabelDescriptionList"/>
    <dgm:cxn modelId="{88BDD59D-5858-42B3-8E84-396CF7E886DC}" type="presParOf" srcId="{2D15D8E9-6CEB-4C64-A49C-127E1397BEB0}" destId="{5B01D0E9-0EED-436D-A221-A1086DE2928E}" srcOrd="3" destOrd="0" presId="urn:microsoft.com/office/officeart/2018/5/layout/CenteredIconLabelDescriptionList"/>
    <dgm:cxn modelId="{513D532A-8613-441F-A066-7BB7098EE41D}" type="presParOf" srcId="{2D15D8E9-6CEB-4C64-A49C-127E1397BEB0}" destId="{6DF89F65-CA96-4287-A631-E63D63CFB771}" srcOrd="4" destOrd="0" presId="urn:microsoft.com/office/officeart/2018/5/layout/CenteredIconLabelDescriptionList"/>
    <dgm:cxn modelId="{6E8622F6-76CD-466E-92B0-C80CAC4E172A}" type="presParOf" srcId="{6DF89F65-CA96-4287-A631-E63D63CFB771}" destId="{40FB3154-A5A7-47BD-B100-49132AC1BBF8}" srcOrd="0" destOrd="0" presId="urn:microsoft.com/office/officeart/2018/5/layout/CenteredIconLabelDescriptionList"/>
    <dgm:cxn modelId="{6605AF7A-EA61-4D21-A546-16E45C64FF57}" type="presParOf" srcId="{6DF89F65-CA96-4287-A631-E63D63CFB771}" destId="{ECC51249-9D95-4AD0-A710-878F41EECBFA}" srcOrd="1" destOrd="0" presId="urn:microsoft.com/office/officeart/2018/5/layout/CenteredIconLabelDescriptionList"/>
    <dgm:cxn modelId="{890A78FC-DF10-4C6C-9B32-DA30765CC61C}" type="presParOf" srcId="{6DF89F65-CA96-4287-A631-E63D63CFB771}" destId="{92AD0F0F-426A-4AFD-9399-8929142B27F1}" srcOrd="2" destOrd="0" presId="urn:microsoft.com/office/officeart/2018/5/layout/CenteredIconLabelDescriptionList"/>
    <dgm:cxn modelId="{697844C6-6E7D-4511-AF67-985B719ECB8A}" type="presParOf" srcId="{6DF89F65-CA96-4287-A631-E63D63CFB771}" destId="{AB4F7A5C-1989-458A-AA57-506B88412D72}" srcOrd="3" destOrd="0" presId="urn:microsoft.com/office/officeart/2018/5/layout/CenteredIconLabelDescriptionList"/>
    <dgm:cxn modelId="{9E18B098-CA4E-47DB-A3F7-0A76DA097E8A}" type="presParOf" srcId="{6DF89F65-CA96-4287-A631-E63D63CFB771}" destId="{488850AB-3CBD-488A-958A-37A885454CFB}" srcOrd="4" destOrd="0" presId="urn:microsoft.com/office/officeart/2018/5/layout/CenteredIconLabelDescriptionList"/>
    <dgm:cxn modelId="{10D7063D-5F3A-42E0-B3C9-BD41596C1C7A}" type="presParOf" srcId="{2D15D8E9-6CEB-4C64-A49C-127E1397BEB0}" destId="{DE3AA1BB-A841-460C-909D-5AC60B6638EB}" srcOrd="5" destOrd="0" presId="urn:microsoft.com/office/officeart/2018/5/layout/CenteredIconLabelDescriptionList"/>
    <dgm:cxn modelId="{A7F227F5-8DEF-4AC6-90A8-C2970F74816B}" type="presParOf" srcId="{2D15D8E9-6CEB-4C64-A49C-127E1397BEB0}" destId="{46BBF994-2045-40F4-97D3-537F12DCFB41}" srcOrd="6" destOrd="0" presId="urn:microsoft.com/office/officeart/2018/5/layout/CenteredIconLabelDescriptionList"/>
    <dgm:cxn modelId="{E9DA0A24-0691-44E5-BAF7-E240159786AC}" type="presParOf" srcId="{46BBF994-2045-40F4-97D3-537F12DCFB41}" destId="{B9919B65-2AB3-4207-BF27-81FD60405433}" srcOrd="0" destOrd="0" presId="urn:microsoft.com/office/officeart/2018/5/layout/CenteredIconLabelDescriptionList"/>
    <dgm:cxn modelId="{DFEEA9E3-F8F5-44FB-8515-922452FB85A6}" type="presParOf" srcId="{46BBF994-2045-40F4-97D3-537F12DCFB41}" destId="{AFE83871-404F-4426-8430-AF4F50CBAB0E}" srcOrd="1" destOrd="0" presId="urn:microsoft.com/office/officeart/2018/5/layout/CenteredIconLabelDescriptionList"/>
    <dgm:cxn modelId="{A8942C69-994F-4560-8489-0673833C9C47}" type="presParOf" srcId="{46BBF994-2045-40F4-97D3-537F12DCFB41}" destId="{1FDEB78E-D866-4B9A-8741-32DD80794D7C}" srcOrd="2" destOrd="0" presId="urn:microsoft.com/office/officeart/2018/5/layout/CenteredIconLabelDescriptionList"/>
    <dgm:cxn modelId="{D20C05B1-31E6-456D-848A-2B88AA200639}" type="presParOf" srcId="{46BBF994-2045-40F4-97D3-537F12DCFB41}" destId="{61AA0464-61BA-4F09-808A-109304A23862}" srcOrd="3" destOrd="0" presId="urn:microsoft.com/office/officeart/2018/5/layout/CenteredIconLabelDescriptionList"/>
    <dgm:cxn modelId="{A7FCA2F0-444A-42B8-B40B-EFA2806D6A1D}" type="presParOf" srcId="{46BBF994-2045-40F4-97D3-537F12DCFB41}" destId="{2D75465B-6306-43C9-A6E6-300500393D42}"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BC3B5333-FE40-4518-802B-D3F90F18D494}"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0A4E939-BC11-46C7-A7F5-B7306A7FA60C}">
      <dgm:prSet/>
      <dgm:spPr/>
      <dgm:t>
        <a:bodyPr/>
        <a:lstStyle/>
        <a:p>
          <a:r>
            <a:rPr lang="en-US"/>
            <a:t>We feed the model millions of Image-Text pairs</a:t>
          </a:r>
        </a:p>
      </dgm:t>
    </dgm:pt>
    <dgm:pt modelId="{18F69C85-B8BE-4EC4-802C-5213DB35DD24}" type="parTrans" cxnId="{32F149C4-F1A3-4434-9101-4696D191F0AE}">
      <dgm:prSet/>
      <dgm:spPr/>
      <dgm:t>
        <a:bodyPr/>
        <a:lstStyle/>
        <a:p>
          <a:endParaRPr lang="en-US"/>
        </a:p>
      </dgm:t>
    </dgm:pt>
    <dgm:pt modelId="{15C97E57-07BD-4ACA-90CA-E442ACC19CDE}" type="sibTrans" cxnId="{32F149C4-F1A3-4434-9101-4696D191F0AE}">
      <dgm:prSet/>
      <dgm:spPr/>
      <dgm:t>
        <a:bodyPr/>
        <a:lstStyle/>
        <a:p>
          <a:endParaRPr lang="en-US"/>
        </a:p>
      </dgm:t>
    </dgm:pt>
    <dgm:pt modelId="{AE710600-512D-4FF3-AC84-272568246BD3}">
      <dgm:prSet/>
      <dgm:spPr/>
      <dgm:t>
        <a:bodyPr/>
        <a:lstStyle/>
        <a:p>
          <a:r>
            <a:rPr lang="en-US"/>
            <a:t>e.g.,: a photo of a dog and the caption "A cute dog"</a:t>
          </a:r>
        </a:p>
      </dgm:t>
    </dgm:pt>
    <dgm:pt modelId="{43B29BA6-741B-4D03-8681-E334755B8EAF}" type="parTrans" cxnId="{D9562AAD-8760-4283-9831-CAFE82DDCD4F}">
      <dgm:prSet/>
      <dgm:spPr/>
      <dgm:t>
        <a:bodyPr/>
        <a:lstStyle/>
        <a:p>
          <a:endParaRPr lang="en-US"/>
        </a:p>
      </dgm:t>
    </dgm:pt>
    <dgm:pt modelId="{32F1841C-D1DD-4771-8C48-9F98B26346C6}" type="sibTrans" cxnId="{D9562AAD-8760-4283-9831-CAFE82DDCD4F}">
      <dgm:prSet/>
      <dgm:spPr/>
      <dgm:t>
        <a:bodyPr/>
        <a:lstStyle/>
        <a:p>
          <a:endParaRPr lang="en-US"/>
        </a:p>
      </dgm:t>
    </dgm:pt>
    <dgm:pt modelId="{8CC33000-C161-473A-9882-7FD2D3A051BE}">
      <dgm:prSet/>
      <dgm:spPr/>
      <dgm:t>
        <a:bodyPr/>
        <a:lstStyle/>
        <a:p>
          <a:r>
            <a:rPr lang="en-US"/>
            <a:t>The model must move the vector for the image of the dog and the text "A cute dog" closer together in mathematical space.</a:t>
          </a:r>
        </a:p>
      </dgm:t>
    </dgm:pt>
    <dgm:pt modelId="{2F5559E7-34A1-49B1-9C01-452EEDFC3D14}" type="parTrans" cxnId="{E8D2DC0F-0081-4930-A98E-6F3271F557B4}">
      <dgm:prSet/>
      <dgm:spPr/>
      <dgm:t>
        <a:bodyPr/>
        <a:lstStyle/>
        <a:p>
          <a:endParaRPr lang="en-US"/>
        </a:p>
      </dgm:t>
    </dgm:pt>
    <dgm:pt modelId="{BA22B67B-3546-447C-AA2C-271099A8D920}" type="sibTrans" cxnId="{E8D2DC0F-0081-4930-A98E-6F3271F557B4}">
      <dgm:prSet/>
      <dgm:spPr/>
      <dgm:t>
        <a:bodyPr/>
        <a:lstStyle/>
        <a:p>
          <a:endParaRPr lang="en-US"/>
        </a:p>
      </dgm:t>
    </dgm:pt>
    <dgm:pt modelId="{B88E8F08-E849-4BCB-A2AC-9A9F09F12E82}">
      <dgm:prSet/>
      <dgm:spPr/>
      <dgm:t>
        <a:bodyPr/>
        <a:lstStyle/>
        <a:p>
          <a:r>
            <a:rPr lang="en-US"/>
            <a:t>It must move the vector for "A cute dog" and a photo of a banana farther apart.</a:t>
          </a:r>
        </a:p>
      </dgm:t>
    </dgm:pt>
    <dgm:pt modelId="{B82F3E44-CA65-4EA2-8FD4-B987E86B8003}" type="parTrans" cxnId="{B9255259-F37D-41EA-923B-FEB64AE66EC5}">
      <dgm:prSet/>
      <dgm:spPr/>
      <dgm:t>
        <a:bodyPr/>
        <a:lstStyle/>
        <a:p>
          <a:endParaRPr lang="en-US"/>
        </a:p>
      </dgm:t>
    </dgm:pt>
    <dgm:pt modelId="{CCFB11F0-5E24-41E8-964C-789CFD99DD29}" type="sibTrans" cxnId="{B9255259-F37D-41EA-923B-FEB64AE66EC5}">
      <dgm:prSet/>
      <dgm:spPr/>
      <dgm:t>
        <a:bodyPr/>
        <a:lstStyle/>
        <a:p>
          <a:endParaRPr lang="en-US"/>
        </a:p>
      </dgm:t>
    </dgm:pt>
    <dgm:pt modelId="{FED0FD76-A9FD-4C26-ABD0-4D70914C2B01}" type="pres">
      <dgm:prSet presAssocID="{BC3B5333-FE40-4518-802B-D3F90F18D494}" presName="root" presStyleCnt="0">
        <dgm:presLayoutVars>
          <dgm:dir/>
          <dgm:resizeHandles val="exact"/>
        </dgm:presLayoutVars>
      </dgm:prSet>
      <dgm:spPr/>
    </dgm:pt>
    <dgm:pt modelId="{610B2EB7-E4C4-45BD-A5DE-0FE9A0697C3A}" type="pres">
      <dgm:prSet presAssocID="{90A4E939-BC11-46C7-A7F5-B7306A7FA60C}" presName="compNode" presStyleCnt="0"/>
      <dgm:spPr/>
    </dgm:pt>
    <dgm:pt modelId="{D15A37E1-9D0E-4AE5-B129-2C7BDA613DAD}" type="pres">
      <dgm:prSet presAssocID="{90A4E939-BC11-46C7-A7F5-B7306A7FA60C}" presName="bgRect" presStyleLbl="bgShp" presStyleIdx="0" presStyleCnt="4"/>
      <dgm:spPr/>
    </dgm:pt>
    <dgm:pt modelId="{CBEE4108-61C2-4443-8967-50E1466ACEE7}" type="pres">
      <dgm:prSet presAssocID="{90A4E939-BC11-46C7-A7F5-B7306A7FA60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ubtitles"/>
        </a:ext>
      </dgm:extLst>
    </dgm:pt>
    <dgm:pt modelId="{C87925AC-2C8F-4208-9EF2-76EE7A015DF7}" type="pres">
      <dgm:prSet presAssocID="{90A4E939-BC11-46C7-A7F5-B7306A7FA60C}" presName="spaceRect" presStyleCnt="0"/>
      <dgm:spPr/>
    </dgm:pt>
    <dgm:pt modelId="{31E60823-309A-434B-92BF-AEEEA26E2DDF}" type="pres">
      <dgm:prSet presAssocID="{90A4E939-BC11-46C7-A7F5-B7306A7FA60C}" presName="parTx" presStyleLbl="revTx" presStyleIdx="0" presStyleCnt="4">
        <dgm:presLayoutVars>
          <dgm:chMax val="0"/>
          <dgm:chPref val="0"/>
        </dgm:presLayoutVars>
      </dgm:prSet>
      <dgm:spPr/>
    </dgm:pt>
    <dgm:pt modelId="{5F9B224E-FF30-4C8F-B2CE-92E20C184425}" type="pres">
      <dgm:prSet presAssocID="{15C97E57-07BD-4ACA-90CA-E442ACC19CDE}" presName="sibTrans" presStyleCnt="0"/>
      <dgm:spPr/>
    </dgm:pt>
    <dgm:pt modelId="{DCCA6572-3B24-4D37-A959-C9271AB390D1}" type="pres">
      <dgm:prSet presAssocID="{AE710600-512D-4FF3-AC84-272568246BD3}" presName="compNode" presStyleCnt="0"/>
      <dgm:spPr/>
    </dgm:pt>
    <dgm:pt modelId="{EF065F8A-F948-4905-B018-376C50A2A8DB}" type="pres">
      <dgm:prSet presAssocID="{AE710600-512D-4FF3-AC84-272568246BD3}" presName="bgRect" presStyleLbl="bgShp" presStyleIdx="1" presStyleCnt="4"/>
      <dgm:spPr/>
    </dgm:pt>
    <dgm:pt modelId="{01BD8A0C-648A-49D7-80C6-5F7269DA3026}" type="pres">
      <dgm:prSet presAssocID="{AE710600-512D-4FF3-AC84-272568246BD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g"/>
        </a:ext>
      </dgm:extLst>
    </dgm:pt>
    <dgm:pt modelId="{B0879E27-673D-42D9-A640-8DF8E902CDCB}" type="pres">
      <dgm:prSet presAssocID="{AE710600-512D-4FF3-AC84-272568246BD3}" presName="spaceRect" presStyleCnt="0"/>
      <dgm:spPr/>
    </dgm:pt>
    <dgm:pt modelId="{92E2FCE8-D94A-4010-9CAB-3E590566C702}" type="pres">
      <dgm:prSet presAssocID="{AE710600-512D-4FF3-AC84-272568246BD3}" presName="parTx" presStyleLbl="revTx" presStyleIdx="1" presStyleCnt="4">
        <dgm:presLayoutVars>
          <dgm:chMax val="0"/>
          <dgm:chPref val="0"/>
        </dgm:presLayoutVars>
      </dgm:prSet>
      <dgm:spPr/>
    </dgm:pt>
    <dgm:pt modelId="{F273D5BF-8B86-46BA-9BF4-A92D0A872E09}" type="pres">
      <dgm:prSet presAssocID="{32F1841C-D1DD-4771-8C48-9F98B26346C6}" presName="sibTrans" presStyleCnt="0"/>
      <dgm:spPr/>
    </dgm:pt>
    <dgm:pt modelId="{F0D62AF3-4540-4717-A76A-697DDF7ECDF2}" type="pres">
      <dgm:prSet presAssocID="{8CC33000-C161-473A-9882-7FD2D3A051BE}" presName="compNode" presStyleCnt="0"/>
      <dgm:spPr/>
    </dgm:pt>
    <dgm:pt modelId="{46DD6EC9-CA7D-461A-BA4F-086B47706F5F}" type="pres">
      <dgm:prSet presAssocID="{8CC33000-C161-473A-9882-7FD2D3A051BE}" presName="bgRect" presStyleLbl="bgShp" presStyleIdx="2" presStyleCnt="4"/>
      <dgm:spPr/>
    </dgm:pt>
    <dgm:pt modelId="{4ACFEB96-26E3-412E-8727-52D115173655}" type="pres">
      <dgm:prSet presAssocID="{8CC33000-C161-473A-9882-7FD2D3A051B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aw Prints"/>
        </a:ext>
      </dgm:extLst>
    </dgm:pt>
    <dgm:pt modelId="{3D606BAA-F2ED-4ED6-9C18-A097E24E7E19}" type="pres">
      <dgm:prSet presAssocID="{8CC33000-C161-473A-9882-7FD2D3A051BE}" presName="spaceRect" presStyleCnt="0"/>
      <dgm:spPr/>
    </dgm:pt>
    <dgm:pt modelId="{AF274D6E-BF4C-4BC5-B9C9-0639CE9C166C}" type="pres">
      <dgm:prSet presAssocID="{8CC33000-C161-473A-9882-7FD2D3A051BE}" presName="parTx" presStyleLbl="revTx" presStyleIdx="2" presStyleCnt="4">
        <dgm:presLayoutVars>
          <dgm:chMax val="0"/>
          <dgm:chPref val="0"/>
        </dgm:presLayoutVars>
      </dgm:prSet>
      <dgm:spPr/>
    </dgm:pt>
    <dgm:pt modelId="{A6B2DC87-EAF8-46AD-822E-03CBFC524C4F}" type="pres">
      <dgm:prSet presAssocID="{BA22B67B-3546-447C-AA2C-271099A8D920}" presName="sibTrans" presStyleCnt="0"/>
      <dgm:spPr/>
    </dgm:pt>
    <dgm:pt modelId="{442A2E51-6ACD-43FD-A8AC-C1B6AF17D3E7}" type="pres">
      <dgm:prSet presAssocID="{B88E8F08-E849-4BCB-A2AC-9A9F09F12E82}" presName="compNode" presStyleCnt="0"/>
      <dgm:spPr/>
    </dgm:pt>
    <dgm:pt modelId="{4390B8A0-FE8D-4EFB-98D3-0B2B04FC3726}" type="pres">
      <dgm:prSet presAssocID="{B88E8F08-E849-4BCB-A2AC-9A9F09F12E82}" presName="bgRect" presStyleLbl="bgShp" presStyleIdx="3" presStyleCnt="4"/>
      <dgm:spPr/>
    </dgm:pt>
    <dgm:pt modelId="{E13BACCB-709F-4B8C-A8AF-FD138B0B3708}" type="pres">
      <dgm:prSet presAssocID="{B88E8F08-E849-4BCB-A2AC-9A9F09F12E8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rapes"/>
        </a:ext>
      </dgm:extLst>
    </dgm:pt>
    <dgm:pt modelId="{7A4222BA-C2EC-40AC-A404-E27FDB38B07F}" type="pres">
      <dgm:prSet presAssocID="{B88E8F08-E849-4BCB-A2AC-9A9F09F12E82}" presName="spaceRect" presStyleCnt="0"/>
      <dgm:spPr/>
    </dgm:pt>
    <dgm:pt modelId="{5FB891EC-3E34-4247-9B49-F473BC344EB5}" type="pres">
      <dgm:prSet presAssocID="{B88E8F08-E849-4BCB-A2AC-9A9F09F12E82}" presName="parTx" presStyleLbl="revTx" presStyleIdx="3" presStyleCnt="4">
        <dgm:presLayoutVars>
          <dgm:chMax val="0"/>
          <dgm:chPref val="0"/>
        </dgm:presLayoutVars>
      </dgm:prSet>
      <dgm:spPr/>
    </dgm:pt>
  </dgm:ptLst>
  <dgm:cxnLst>
    <dgm:cxn modelId="{AB485B02-7176-4C34-8786-028A52B07DFB}" type="presOf" srcId="{AE710600-512D-4FF3-AC84-272568246BD3}" destId="{92E2FCE8-D94A-4010-9CAB-3E590566C702}" srcOrd="0" destOrd="0" presId="urn:microsoft.com/office/officeart/2018/2/layout/IconVerticalSolidList"/>
    <dgm:cxn modelId="{E8D2DC0F-0081-4930-A98E-6F3271F557B4}" srcId="{BC3B5333-FE40-4518-802B-D3F90F18D494}" destId="{8CC33000-C161-473A-9882-7FD2D3A051BE}" srcOrd="2" destOrd="0" parTransId="{2F5559E7-34A1-49B1-9C01-452EEDFC3D14}" sibTransId="{BA22B67B-3546-447C-AA2C-271099A8D920}"/>
    <dgm:cxn modelId="{7D1F9245-620A-43B2-B715-2FC6879D5E12}" type="presOf" srcId="{8CC33000-C161-473A-9882-7FD2D3A051BE}" destId="{AF274D6E-BF4C-4BC5-B9C9-0639CE9C166C}" srcOrd="0" destOrd="0" presId="urn:microsoft.com/office/officeart/2018/2/layout/IconVerticalSolidList"/>
    <dgm:cxn modelId="{3D1A7046-AC7D-4FEB-8982-78346450697E}" type="presOf" srcId="{B88E8F08-E849-4BCB-A2AC-9A9F09F12E82}" destId="{5FB891EC-3E34-4247-9B49-F473BC344EB5}" srcOrd="0" destOrd="0" presId="urn:microsoft.com/office/officeart/2018/2/layout/IconVerticalSolidList"/>
    <dgm:cxn modelId="{B4CDC457-19DA-482C-9948-643F313D28F7}" type="presOf" srcId="{90A4E939-BC11-46C7-A7F5-B7306A7FA60C}" destId="{31E60823-309A-434B-92BF-AEEEA26E2DDF}" srcOrd="0" destOrd="0" presId="urn:microsoft.com/office/officeart/2018/2/layout/IconVerticalSolidList"/>
    <dgm:cxn modelId="{B9255259-F37D-41EA-923B-FEB64AE66EC5}" srcId="{BC3B5333-FE40-4518-802B-D3F90F18D494}" destId="{B88E8F08-E849-4BCB-A2AC-9A9F09F12E82}" srcOrd="3" destOrd="0" parTransId="{B82F3E44-CA65-4EA2-8FD4-B987E86B8003}" sibTransId="{CCFB11F0-5E24-41E8-964C-789CFD99DD29}"/>
    <dgm:cxn modelId="{D9562AAD-8760-4283-9831-CAFE82DDCD4F}" srcId="{BC3B5333-FE40-4518-802B-D3F90F18D494}" destId="{AE710600-512D-4FF3-AC84-272568246BD3}" srcOrd="1" destOrd="0" parTransId="{43B29BA6-741B-4D03-8681-E334755B8EAF}" sibTransId="{32F1841C-D1DD-4771-8C48-9F98B26346C6}"/>
    <dgm:cxn modelId="{32F149C4-F1A3-4434-9101-4696D191F0AE}" srcId="{BC3B5333-FE40-4518-802B-D3F90F18D494}" destId="{90A4E939-BC11-46C7-A7F5-B7306A7FA60C}" srcOrd="0" destOrd="0" parTransId="{18F69C85-B8BE-4EC4-802C-5213DB35DD24}" sibTransId="{15C97E57-07BD-4ACA-90CA-E442ACC19CDE}"/>
    <dgm:cxn modelId="{646760EB-4200-4D53-A18E-8D2D353BD2BB}" type="presOf" srcId="{BC3B5333-FE40-4518-802B-D3F90F18D494}" destId="{FED0FD76-A9FD-4C26-ABD0-4D70914C2B01}" srcOrd="0" destOrd="0" presId="urn:microsoft.com/office/officeart/2018/2/layout/IconVerticalSolidList"/>
    <dgm:cxn modelId="{0ABD8B9E-4450-4BBE-BABD-137A8E5F29A9}" type="presParOf" srcId="{FED0FD76-A9FD-4C26-ABD0-4D70914C2B01}" destId="{610B2EB7-E4C4-45BD-A5DE-0FE9A0697C3A}" srcOrd="0" destOrd="0" presId="urn:microsoft.com/office/officeart/2018/2/layout/IconVerticalSolidList"/>
    <dgm:cxn modelId="{FADC3895-4E09-4396-8739-A98579A8914C}" type="presParOf" srcId="{610B2EB7-E4C4-45BD-A5DE-0FE9A0697C3A}" destId="{D15A37E1-9D0E-4AE5-B129-2C7BDA613DAD}" srcOrd="0" destOrd="0" presId="urn:microsoft.com/office/officeart/2018/2/layout/IconVerticalSolidList"/>
    <dgm:cxn modelId="{204F1740-A8DA-4499-AFA4-639D30F3CF2D}" type="presParOf" srcId="{610B2EB7-E4C4-45BD-A5DE-0FE9A0697C3A}" destId="{CBEE4108-61C2-4443-8967-50E1466ACEE7}" srcOrd="1" destOrd="0" presId="urn:microsoft.com/office/officeart/2018/2/layout/IconVerticalSolidList"/>
    <dgm:cxn modelId="{5F398C8D-58C9-4BFA-AA74-0ADD88CF0E8B}" type="presParOf" srcId="{610B2EB7-E4C4-45BD-A5DE-0FE9A0697C3A}" destId="{C87925AC-2C8F-4208-9EF2-76EE7A015DF7}" srcOrd="2" destOrd="0" presId="urn:microsoft.com/office/officeart/2018/2/layout/IconVerticalSolidList"/>
    <dgm:cxn modelId="{0E3A63EE-9DFF-46B9-B36D-3CDBD94334EE}" type="presParOf" srcId="{610B2EB7-E4C4-45BD-A5DE-0FE9A0697C3A}" destId="{31E60823-309A-434B-92BF-AEEEA26E2DDF}" srcOrd="3" destOrd="0" presId="urn:microsoft.com/office/officeart/2018/2/layout/IconVerticalSolidList"/>
    <dgm:cxn modelId="{2451348C-47B1-4642-8B9B-6B8CB22D4F83}" type="presParOf" srcId="{FED0FD76-A9FD-4C26-ABD0-4D70914C2B01}" destId="{5F9B224E-FF30-4C8F-B2CE-92E20C184425}" srcOrd="1" destOrd="0" presId="urn:microsoft.com/office/officeart/2018/2/layout/IconVerticalSolidList"/>
    <dgm:cxn modelId="{9CAD5BE0-ED89-4E5A-BAC2-EDF9CED91D5F}" type="presParOf" srcId="{FED0FD76-A9FD-4C26-ABD0-4D70914C2B01}" destId="{DCCA6572-3B24-4D37-A959-C9271AB390D1}" srcOrd="2" destOrd="0" presId="urn:microsoft.com/office/officeart/2018/2/layout/IconVerticalSolidList"/>
    <dgm:cxn modelId="{848EC741-7195-4F2B-A64D-404EC838B79C}" type="presParOf" srcId="{DCCA6572-3B24-4D37-A959-C9271AB390D1}" destId="{EF065F8A-F948-4905-B018-376C50A2A8DB}" srcOrd="0" destOrd="0" presId="urn:microsoft.com/office/officeart/2018/2/layout/IconVerticalSolidList"/>
    <dgm:cxn modelId="{221395FC-556B-4681-A912-41C9C99BCDCB}" type="presParOf" srcId="{DCCA6572-3B24-4D37-A959-C9271AB390D1}" destId="{01BD8A0C-648A-49D7-80C6-5F7269DA3026}" srcOrd="1" destOrd="0" presId="urn:microsoft.com/office/officeart/2018/2/layout/IconVerticalSolidList"/>
    <dgm:cxn modelId="{59206013-B08A-49C1-B380-193629FFB942}" type="presParOf" srcId="{DCCA6572-3B24-4D37-A959-C9271AB390D1}" destId="{B0879E27-673D-42D9-A640-8DF8E902CDCB}" srcOrd="2" destOrd="0" presId="urn:microsoft.com/office/officeart/2018/2/layout/IconVerticalSolidList"/>
    <dgm:cxn modelId="{456795EE-9172-4EDA-8E6A-32C5F8C8AA6C}" type="presParOf" srcId="{DCCA6572-3B24-4D37-A959-C9271AB390D1}" destId="{92E2FCE8-D94A-4010-9CAB-3E590566C702}" srcOrd="3" destOrd="0" presId="urn:microsoft.com/office/officeart/2018/2/layout/IconVerticalSolidList"/>
    <dgm:cxn modelId="{3FDEB247-3953-46DC-90E3-ECEB2A88899F}" type="presParOf" srcId="{FED0FD76-A9FD-4C26-ABD0-4D70914C2B01}" destId="{F273D5BF-8B86-46BA-9BF4-A92D0A872E09}" srcOrd="3" destOrd="0" presId="urn:microsoft.com/office/officeart/2018/2/layout/IconVerticalSolidList"/>
    <dgm:cxn modelId="{DD9FE89A-77F9-4C3C-B1D3-FAB91EE157F5}" type="presParOf" srcId="{FED0FD76-A9FD-4C26-ABD0-4D70914C2B01}" destId="{F0D62AF3-4540-4717-A76A-697DDF7ECDF2}" srcOrd="4" destOrd="0" presId="urn:microsoft.com/office/officeart/2018/2/layout/IconVerticalSolidList"/>
    <dgm:cxn modelId="{B9F14293-71BE-44E7-BB6F-F625596EA636}" type="presParOf" srcId="{F0D62AF3-4540-4717-A76A-697DDF7ECDF2}" destId="{46DD6EC9-CA7D-461A-BA4F-086B47706F5F}" srcOrd="0" destOrd="0" presId="urn:microsoft.com/office/officeart/2018/2/layout/IconVerticalSolidList"/>
    <dgm:cxn modelId="{94A7D6E0-328E-439B-A7E8-462962C90BA9}" type="presParOf" srcId="{F0D62AF3-4540-4717-A76A-697DDF7ECDF2}" destId="{4ACFEB96-26E3-412E-8727-52D115173655}" srcOrd="1" destOrd="0" presId="urn:microsoft.com/office/officeart/2018/2/layout/IconVerticalSolidList"/>
    <dgm:cxn modelId="{40E73890-830F-4218-B516-24F12E313408}" type="presParOf" srcId="{F0D62AF3-4540-4717-A76A-697DDF7ECDF2}" destId="{3D606BAA-F2ED-4ED6-9C18-A097E24E7E19}" srcOrd="2" destOrd="0" presId="urn:microsoft.com/office/officeart/2018/2/layout/IconVerticalSolidList"/>
    <dgm:cxn modelId="{1A0683AE-7D52-4746-B36E-BD4595F88A35}" type="presParOf" srcId="{F0D62AF3-4540-4717-A76A-697DDF7ECDF2}" destId="{AF274D6E-BF4C-4BC5-B9C9-0639CE9C166C}" srcOrd="3" destOrd="0" presId="urn:microsoft.com/office/officeart/2018/2/layout/IconVerticalSolidList"/>
    <dgm:cxn modelId="{9D514845-9BA7-4F07-9DFC-F5E9944F05B0}" type="presParOf" srcId="{FED0FD76-A9FD-4C26-ABD0-4D70914C2B01}" destId="{A6B2DC87-EAF8-46AD-822E-03CBFC524C4F}" srcOrd="5" destOrd="0" presId="urn:microsoft.com/office/officeart/2018/2/layout/IconVerticalSolidList"/>
    <dgm:cxn modelId="{293EDF1B-FE5A-412D-A26C-96C4568D0962}" type="presParOf" srcId="{FED0FD76-A9FD-4C26-ABD0-4D70914C2B01}" destId="{442A2E51-6ACD-43FD-A8AC-C1B6AF17D3E7}" srcOrd="6" destOrd="0" presId="urn:microsoft.com/office/officeart/2018/2/layout/IconVerticalSolidList"/>
    <dgm:cxn modelId="{3E851F4E-6D22-47F9-9D70-CED30B5720C1}" type="presParOf" srcId="{442A2E51-6ACD-43FD-A8AC-C1B6AF17D3E7}" destId="{4390B8A0-FE8D-4EFB-98D3-0B2B04FC3726}" srcOrd="0" destOrd="0" presId="urn:microsoft.com/office/officeart/2018/2/layout/IconVerticalSolidList"/>
    <dgm:cxn modelId="{E618E488-19CC-4B04-898F-8531BD3D5FEF}" type="presParOf" srcId="{442A2E51-6ACD-43FD-A8AC-C1B6AF17D3E7}" destId="{E13BACCB-709F-4B8C-A8AF-FD138B0B3708}" srcOrd="1" destOrd="0" presId="urn:microsoft.com/office/officeart/2018/2/layout/IconVerticalSolidList"/>
    <dgm:cxn modelId="{31A2652A-3BFA-47D4-94B7-F14FA0454A48}" type="presParOf" srcId="{442A2E51-6ACD-43FD-A8AC-C1B6AF17D3E7}" destId="{7A4222BA-C2EC-40AC-A404-E27FDB38B07F}" srcOrd="2" destOrd="0" presId="urn:microsoft.com/office/officeart/2018/2/layout/IconVerticalSolidList"/>
    <dgm:cxn modelId="{8CCFA5FE-6BB1-4522-9277-50E0C466036B}" type="presParOf" srcId="{442A2E51-6ACD-43FD-A8AC-C1B6AF17D3E7}" destId="{5FB891EC-3E34-4247-9B49-F473BC344EB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11FF54E5-55C5-4482-BA43-D834513E81BE}"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EFBDDCE-1665-40A0-BC9F-75CC0C0899A9}">
      <dgm:prSet/>
      <dgm:spPr/>
      <dgm:t>
        <a:bodyPr/>
        <a:lstStyle/>
        <a:p>
          <a:pPr>
            <a:defRPr b="1"/>
          </a:pPr>
          <a:r>
            <a:rPr lang="en-US"/>
            <a:t>The Math (Dot Product maximization):</a:t>
          </a:r>
        </a:p>
      </dgm:t>
    </dgm:pt>
    <dgm:pt modelId="{99C633BD-4255-4387-8DC7-90F706120703}" type="parTrans" cxnId="{8E13605B-65A6-448F-B2EA-67B3E3847CE9}">
      <dgm:prSet/>
      <dgm:spPr/>
      <dgm:t>
        <a:bodyPr/>
        <a:lstStyle/>
        <a:p>
          <a:endParaRPr lang="en-US"/>
        </a:p>
      </dgm:t>
    </dgm:pt>
    <dgm:pt modelId="{B610F1F4-FACD-4487-AF87-C9912DC5C30F}" type="sibTrans" cxnId="{8E13605B-65A6-448F-B2EA-67B3E3847CE9}">
      <dgm:prSet/>
      <dgm:spPr/>
      <dgm:t>
        <a:bodyPr/>
        <a:lstStyle/>
        <a:p>
          <a:endParaRPr lang="en-US"/>
        </a:p>
      </dgm:t>
    </dgm:pt>
    <dgm:pt modelId="{C5B003B5-5866-4869-88C7-5DCC6DDF31AA}">
      <dgm:prSet/>
      <dgm:spPr/>
      <dgm:t>
        <a:bodyPr/>
        <a:lstStyle/>
        <a:p>
          <a:r>
            <a:rPr lang="en-US"/>
            <a:t>We want to maximize the dot product similarity between correct pairs () and minimize it for incorrect pairs.</a:t>
          </a:r>
        </a:p>
      </dgm:t>
    </dgm:pt>
    <dgm:pt modelId="{3CC48ED6-0A3C-4307-A7D1-BB57993016A1}" type="parTrans" cxnId="{9B854426-071E-4182-BAFB-E5449B55FEA4}">
      <dgm:prSet/>
      <dgm:spPr/>
      <dgm:t>
        <a:bodyPr/>
        <a:lstStyle/>
        <a:p>
          <a:endParaRPr lang="en-US"/>
        </a:p>
      </dgm:t>
    </dgm:pt>
    <dgm:pt modelId="{04B07F84-D0C8-4C42-A66B-C7F5973AD880}" type="sibTrans" cxnId="{9B854426-071E-4182-BAFB-E5449B55FEA4}">
      <dgm:prSet/>
      <dgm:spPr/>
      <dgm:t>
        <a:bodyPr/>
        <a:lstStyle/>
        <a:p>
          <a:endParaRPr lang="en-US"/>
        </a:p>
      </dgm:t>
    </dgm:pt>
    <dgm:pt modelId="{544CCC74-08DB-491B-A0BA-73153E3F96FE}">
      <dgm:prSet/>
      <dgm:spPr/>
      <dgm:t>
        <a:bodyPr/>
        <a:lstStyle/>
        <a:p>
          <a:pPr>
            <a:defRPr b="1"/>
          </a:pPr>
          <a:r>
            <a:rPr lang="en-US"/>
            <a:t>Why this matters</a:t>
          </a:r>
        </a:p>
      </dgm:t>
    </dgm:pt>
    <dgm:pt modelId="{C16D680A-E59D-4D84-9214-34199F5731E3}" type="parTrans" cxnId="{BF5060B5-9CEF-4E99-BF13-55FCE7F82B14}">
      <dgm:prSet/>
      <dgm:spPr/>
      <dgm:t>
        <a:bodyPr/>
        <a:lstStyle/>
        <a:p>
          <a:endParaRPr lang="en-US"/>
        </a:p>
      </dgm:t>
    </dgm:pt>
    <dgm:pt modelId="{B2E4DCB8-2A23-49D3-8A0E-22D7C0504BF0}" type="sibTrans" cxnId="{BF5060B5-9CEF-4E99-BF13-55FCE7F82B14}">
      <dgm:prSet/>
      <dgm:spPr/>
      <dgm:t>
        <a:bodyPr/>
        <a:lstStyle/>
        <a:p>
          <a:endParaRPr lang="en-US"/>
        </a:p>
      </dgm:t>
    </dgm:pt>
    <dgm:pt modelId="{37F0C27D-C632-4B5E-B341-8B73BE83E70E}">
      <dgm:prSet/>
      <dgm:spPr/>
      <dgm:t>
        <a:bodyPr/>
        <a:lstStyle/>
        <a:p>
          <a:r>
            <a:rPr lang="en-US"/>
            <a:t>When you type "A futuristic city" into Midjourney, the AI uses CLIP to find the mathematical vector for that phrase, then uses Diffusion to generate an image that matches that vector.</a:t>
          </a:r>
        </a:p>
      </dgm:t>
    </dgm:pt>
    <dgm:pt modelId="{DBA24BB6-B83F-4C38-880D-FF17CB871398}" type="parTrans" cxnId="{573918E1-7EB7-49EB-B53A-2B541CCA2EC8}">
      <dgm:prSet/>
      <dgm:spPr/>
      <dgm:t>
        <a:bodyPr/>
        <a:lstStyle/>
        <a:p>
          <a:endParaRPr lang="en-US"/>
        </a:p>
      </dgm:t>
    </dgm:pt>
    <dgm:pt modelId="{82B8D89D-C5BB-4C63-80F7-16E108A88978}" type="sibTrans" cxnId="{573918E1-7EB7-49EB-B53A-2B541CCA2EC8}">
      <dgm:prSet/>
      <dgm:spPr/>
      <dgm:t>
        <a:bodyPr/>
        <a:lstStyle/>
        <a:p>
          <a:endParaRPr lang="en-US"/>
        </a:p>
      </dgm:t>
    </dgm:pt>
    <dgm:pt modelId="{560EBBA6-06BB-4BFC-AE73-D7277543C027}" type="pres">
      <dgm:prSet presAssocID="{11FF54E5-55C5-4482-BA43-D834513E81BE}" presName="root" presStyleCnt="0">
        <dgm:presLayoutVars>
          <dgm:dir/>
          <dgm:resizeHandles val="exact"/>
        </dgm:presLayoutVars>
      </dgm:prSet>
      <dgm:spPr/>
    </dgm:pt>
    <dgm:pt modelId="{8B254C97-2874-47A3-B453-806309D65316}" type="pres">
      <dgm:prSet presAssocID="{5EFBDDCE-1665-40A0-BC9F-75CC0C0899A9}" presName="compNode" presStyleCnt="0"/>
      <dgm:spPr/>
    </dgm:pt>
    <dgm:pt modelId="{9670705C-2DEA-44CE-AED0-7DF39D734240}" type="pres">
      <dgm:prSet presAssocID="{5EFBDDCE-1665-40A0-BC9F-75CC0C0899A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uler"/>
        </a:ext>
      </dgm:extLst>
    </dgm:pt>
    <dgm:pt modelId="{F5E60676-594E-450E-8FD9-7DA9FA5E5E4D}" type="pres">
      <dgm:prSet presAssocID="{5EFBDDCE-1665-40A0-BC9F-75CC0C0899A9}" presName="iconSpace" presStyleCnt="0"/>
      <dgm:spPr/>
    </dgm:pt>
    <dgm:pt modelId="{21866B03-FC64-4009-B5E4-9DCA7315E22C}" type="pres">
      <dgm:prSet presAssocID="{5EFBDDCE-1665-40A0-BC9F-75CC0C0899A9}" presName="parTx" presStyleLbl="revTx" presStyleIdx="0" presStyleCnt="4">
        <dgm:presLayoutVars>
          <dgm:chMax val="0"/>
          <dgm:chPref val="0"/>
        </dgm:presLayoutVars>
      </dgm:prSet>
      <dgm:spPr/>
    </dgm:pt>
    <dgm:pt modelId="{7D212EAA-6C1A-4029-8E3B-EA3AEA75ECC9}" type="pres">
      <dgm:prSet presAssocID="{5EFBDDCE-1665-40A0-BC9F-75CC0C0899A9}" presName="txSpace" presStyleCnt="0"/>
      <dgm:spPr/>
    </dgm:pt>
    <dgm:pt modelId="{EF252A57-9A76-4A8A-9C22-920F98AED1CF}" type="pres">
      <dgm:prSet presAssocID="{5EFBDDCE-1665-40A0-BC9F-75CC0C0899A9}" presName="desTx" presStyleLbl="revTx" presStyleIdx="1" presStyleCnt="4">
        <dgm:presLayoutVars/>
      </dgm:prSet>
      <dgm:spPr/>
    </dgm:pt>
    <dgm:pt modelId="{E0D6B68D-E863-4D62-B147-4A2D8B144FD6}" type="pres">
      <dgm:prSet presAssocID="{B610F1F4-FACD-4487-AF87-C9912DC5C30F}" presName="sibTrans" presStyleCnt="0"/>
      <dgm:spPr/>
    </dgm:pt>
    <dgm:pt modelId="{86DA29FA-101B-4094-B458-83F74528D20E}" type="pres">
      <dgm:prSet presAssocID="{544CCC74-08DB-491B-A0BA-73153E3F96FE}" presName="compNode" presStyleCnt="0"/>
      <dgm:spPr/>
    </dgm:pt>
    <dgm:pt modelId="{557889E0-BA56-4408-90E1-B25D5D8A007B}" type="pres">
      <dgm:prSet presAssocID="{544CCC74-08DB-491B-A0BA-73153E3F96F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 mark"/>
        </a:ext>
      </dgm:extLst>
    </dgm:pt>
    <dgm:pt modelId="{8259B576-8AC2-4D0E-B112-C74380B20ACA}" type="pres">
      <dgm:prSet presAssocID="{544CCC74-08DB-491B-A0BA-73153E3F96FE}" presName="iconSpace" presStyleCnt="0"/>
      <dgm:spPr/>
    </dgm:pt>
    <dgm:pt modelId="{53BBC100-5B1A-4565-9A03-00EF7563EBA8}" type="pres">
      <dgm:prSet presAssocID="{544CCC74-08DB-491B-A0BA-73153E3F96FE}" presName="parTx" presStyleLbl="revTx" presStyleIdx="2" presStyleCnt="4">
        <dgm:presLayoutVars>
          <dgm:chMax val="0"/>
          <dgm:chPref val="0"/>
        </dgm:presLayoutVars>
      </dgm:prSet>
      <dgm:spPr/>
    </dgm:pt>
    <dgm:pt modelId="{19FC6A5C-659F-49DA-93D7-3261F2DCC811}" type="pres">
      <dgm:prSet presAssocID="{544CCC74-08DB-491B-A0BA-73153E3F96FE}" presName="txSpace" presStyleCnt="0"/>
      <dgm:spPr/>
    </dgm:pt>
    <dgm:pt modelId="{E0398E92-EDBC-416D-8F11-2B04019C1E43}" type="pres">
      <dgm:prSet presAssocID="{544CCC74-08DB-491B-A0BA-73153E3F96FE}" presName="desTx" presStyleLbl="revTx" presStyleIdx="3" presStyleCnt="4">
        <dgm:presLayoutVars/>
      </dgm:prSet>
      <dgm:spPr/>
    </dgm:pt>
  </dgm:ptLst>
  <dgm:cxnLst>
    <dgm:cxn modelId="{9B854426-071E-4182-BAFB-E5449B55FEA4}" srcId="{5EFBDDCE-1665-40A0-BC9F-75CC0C0899A9}" destId="{C5B003B5-5866-4869-88C7-5DCC6DDF31AA}" srcOrd="0" destOrd="0" parTransId="{3CC48ED6-0A3C-4307-A7D1-BB57993016A1}" sibTransId="{04B07F84-D0C8-4C42-A66B-C7F5973AD880}"/>
    <dgm:cxn modelId="{A61ECB37-B712-410A-961B-4C489C289D83}" type="presOf" srcId="{5EFBDDCE-1665-40A0-BC9F-75CC0C0899A9}" destId="{21866B03-FC64-4009-B5E4-9DCA7315E22C}" srcOrd="0" destOrd="0" presId="urn:microsoft.com/office/officeart/2018/2/layout/IconLabelDescriptionList"/>
    <dgm:cxn modelId="{8E13605B-65A6-448F-B2EA-67B3E3847CE9}" srcId="{11FF54E5-55C5-4482-BA43-D834513E81BE}" destId="{5EFBDDCE-1665-40A0-BC9F-75CC0C0899A9}" srcOrd="0" destOrd="0" parTransId="{99C633BD-4255-4387-8DC7-90F706120703}" sibTransId="{B610F1F4-FACD-4487-AF87-C9912DC5C30F}"/>
    <dgm:cxn modelId="{2E1AF662-7E96-4ED5-812A-AA76C7C5E7F1}" type="presOf" srcId="{544CCC74-08DB-491B-A0BA-73153E3F96FE}" destId="{53BBC100-5B1A-4565-9A03-00EF7563EBA8}" srcOrd="0" destOrd="0" presId="urn:microsoft.com/office/officeart/2018/2/layout/IconLabelDescriptionList"/>
    <dgm:cxn modelId="{CA6B8E49-0E06-4AB1-BA22-F362AC41C3C5}" type="presOf" srcId="{11FF54E5-55C5-4482-BA43-D834513E81BE}" destId="{560EBBA6-06BB-4BFC-AE73-D7277543C027}" srcOrd="0" destOrd="0" presId="urn:microsoft.com/office/officeart/2018/2/layout/IconLabelDescriptionList"/>
    <dgm:cxn modelId="{10DDBC6D-E79F-4EBE-B8E4-4C1C0D3A6862}" type="presOf" srcId="{37F0C27D-C632-4B5E-B341-8B73BE83E70E}" destId="{E0398E92-EDBC-416D-8F11-2B04019C1E43}" srcOrd="0" destOrd="0" presId="urn:microsoft.com/office/officeart/2018/2/layout/IconLabelDescriptionList"/>
    <dgm:cxn modelId="{0BA8AB9E-D459-49CE-B5D5-928628A74EDE}" type="presOf" srcId="{C5B003B5-5866-4869-88C7-5DCC6DDF31AA}" destId="{EF252A57-9A76-4A8A-9C22-920F98AED1CF}" srcOrd="0" destOrd="0" presId="urn:microsoft.com/office/officeart/2018/2/layout/IconLabelDescriptionList"/>
    <dgm:cxn modelId="{BF5060B5-9CEF-4E99-BF13-55FCE7F82B14}" srcId="{11FF54E5-55C5-4482-BA43-D834513E81BE}" destId="{544CCC74-08DB-491B-A0BA-73153E3F96FE}" srcOrd="1" destOrd="0" parTransId="{C16D680A-E59D-4D84-9214-34199F5731E3}" sibTransId="{B2E4DCB8-2A23-49D3-8A0E-22D7C0504BF0}"/>
    <dgm:cxn modelId="{573918E1-7EB7-49EB-B53A-2B541CCA2EC8}" srcId="{544CCC74-08DB-491B-A0BA-73153E3F96FE}" destId="{37F0C27D-C632-4B5E-B341-8B73BE83E70E}" srcOrd="0" destOrd="0" parTransId="{DBA24BB6-B83F-4C38-880D-FF17CB871398}" sibTransId="{82B8D89D-C5BB-4C63-80F7-16E108A88978}"/>
    <dgm:cxn modelId="{EFC65035-155E-43AC-9886-CFF8F02ED354}" type="presParOf" srcId="{560EBBA6-06BB-4BFC-AE73-D7277543C027}" destId="{8B254C97-2874-47A3-B453-806309D65316}" srcOrd="0" destOrd="0" presId="urn:microsoft.com/office/officeart/2018/2/layout/IconLabelDescriptionList"/>
    <dgm:cxn modelId="{703CE520-31B6-4701-80D9-F98CB11C7540}" type="presParOf" srcId="{8B254C97-2874-47A3-B453-806309D65316}" destId="{9670705C-2DEA-44CE-AED0-7DF39D734240}" srcOrd="0" destOrd="0" presId="urn:microsoft.com/office/officeart/2018/2/layout/IconLabelDescriptionList"/>
    <dgm:cxn modelId="{E57575A5-9F48-438E-AC96-E151B2383CA0}" type="presParOf" srcId="{8B254C97-2874-47A3-B453-806309D65316}" destId="{F5E60676-594E-450E-8FD9-7DA9FA5E5E4D}" srcOrd="1" destOrd="0" presId="urn:microsoft.com/office/officeart/2018/2/layout/IconLabelDescriptionList"/>
    <dgm:cxn modelId="{C20F4ABF-03E1-4EE7-9615-27BECB82CDE3}" type="presParOf" srcId="{8B254C97-2874-47A3-B453-806309D65316}" destId="{21866B03-FC64-4009-B5E4-9DCA7315E22C}" srcOrd="2" destOrd="0" presId="urn:microsoft.com/office/officeart/2018/2/layout/IconLabelDescriptionList"/>
    <dgm:cxn modelId="{70B1B56A-261A-4D11-ACFD-68FA7B02EAF3}" type="presParOf" srcId="{8B254C97-2874-47A3-B453-806309D65316}" destId="{7D212EAA-6C1A-4029-8E3B-EA3AEA75ECC9}" srcOrd="3" destOrd="0" presId="urn:microsoft.com/office/officeart/2018/2/layout/IconLabelDescriptionList"/>
    <dgm:cxn modelId="{80D205BA-0AD3-417E-B077-CB40F8B24DE7}" type="presParOf" srcId="{8B254C97-2874-47A3-B453-806309D65316}" destId="{EF252A57-9A76-4A8A-9C22-920F98AED1CF}" srcOrd="4" destOrd="0" presId="urn:microsoft.com/office/officeart/2018/2/layout/IconLabelDescriptionList"/>
    <dgm:cxn modelId="{8259D763-9DBD-4533-B39B-EE09A13E58BC}" type="presParOf" srcId="{560EBBA6-06BB-4BFC-AE73-D7277543C027}" destId="{E0D6B68D-E863-4D62-B147-4A2D8B144FD6}" srcOrd="1" destOrd="0" presId="urn:microsoft.com/office/officeart/2018/2/layout/IconLabelDescriptionList"/>
    <dgm:cxn modelId="{1373E047-4A00-4415-807C-60DEA1631257}" type="presParOf" srcId="{560EBBA6-06BB-4BFC-AE73-D7277543C027}" destId="{86DA29FA-101B-4094-B458-83F74528D20E}" srcOrd="2" destOrd="0" presId="urn:microsoft.com/office/officeart/2018/2/layout/IconLabelDescriptionList"/>
    <dgm:cxn modelId="{D0CE68A2-C209-4457-8E35-0845C5888A93}" type="presParOf" srcId="{86DA29FA-101B-4094-B458-83F74528D20E}" destId="{557889E0-BA56-4408-90E1-B25D5D8A007B}" srcOrd="0" destOrd="0" presId="urn:microsoft.com/office/officeart/2018/2/layout/IconLabelDescriptionList"/>
    <dgm:cxn modelId="{1A129FCF-5164-4BFD-877F-4EE3D5B515CD}" type="presParOf" srcId="{86DA29FA-101B-4094-B458-83F74528D20E}" destId="{8259B576-8AC2-4D0E-B112-C74380B20ACA}" srcOrd="1" destOrd="0" presId="urn:microsoft.com/office/officeart/2018/2/layout/IconLabelDescriptionList"/>
    <dgm:cxn modelId="{5733A203-5583-44F5-A60E-83F7A6CC6DDB}" type="presParOf" srcId="{86DA29FA-101B-4094-B458-83F74528D20E}" destId="{53BBC100-5B1A-4565-9A03-00EF7563EBA8}" srcOrd="2" destOrd="0" presId="urn:microsoft.com/office/officeart/2018/2/layout/IconLabelDescriptionList"/>
    <dgm:cxn modelId="{C43A8FA6-DAA4-40A0-A1C3-238B85FBD8F6}" type="presParOf" srcId="{86DA29FA-101B-4094-B458-83F74528D20E}" destId="{19FC6A5C-659F-49DA-93D7-3261F2DCC811}" srcOrd="3" destOrd="0" presId="urn:microsoft.com/office/officeart/2018/2/layout/IconLabelDescriptionList"/>
    <dgm:cxn modelId="{121292C7-E5EE-451C-BBCF-075603EE6B93}" type="presParOf" srcId="{86DA29FA-101B-4094-B458-83F74528D20E}" destId="{E0398E92-EDBC-416D-8F11-2B04019C1E43}"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710A1A31-8B2F-4ED7-B7B5-E28D43651B6B}"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CEDF529C-98AE-44DB-926A-F3AF6411CA39}">
      <dgm:prSet/>
      <dgm:spPr/>
      <dgm:t>
        <a:bodyPr/>
        <a:lstStyle/>
        <a:p>
          <a:r>
            <a:rPr lang="en-US"/>
            <a:t>Stage 1</a:t>
          </a:r>
        </a:p>
      </dgm:t>
    </dgm:pt>
    <dgm:pt modelId="{F6780A09-39B6-464A-9EFE-01DDEB0E3828}" type="parTrans" cxnId="{A868F222-010C-4E60-8C2B-79EB38B6B9D5}">
      <dgm:prSet/>
      <dgm:spPr/>
      <dgm:t>
        <a:bodyPr/>
        <a:lstStyle/>
        <a:p>
          <a:endParaRPr lang="en-US"/>
        </a:p>
      </dgm:t>
    </dgm:pt>
    <dgm:pt modelId="{120D33CB-1C6F-4495-B7C9-2CD600F128F0}" type="sibTrans" cxnId="{A868F222-010C-4E60-8C2B-79EB38B6B9D5}">
      <dgm:prSet/>
      <dgm:spPr/>
      <dgm:t>
        <a:bodyPr/>
        <a:lstStyle/>
        <a:p>
          <a:endParaRPr lang="en-US"/>
        </a:p>
      </dgm:t>
    </dgm:pt>
    <dgm:pt modelId="{472FD4C1-9507-4881-965D-F13E09260570}">
      <dgm:prSet/>
      <dgm:spPr/>
      <dgm:t>
        <a:bodyPr/>
        <a:lstStyle/>
        <a:p>
          <a:r>
            <a:rPr lang="en-US"/>
            <a:t>Pre-Training (The Foundation)</a:t>
          </a:r>
        </a:p>
      </dgm:t>
    </dgm:pt>
    <dgm:pt modelId="{CB37BA2B-D2D0-4B8F-A719-3CEBC15E248E}" type="parTrans" cxnId="{D4812FC9-3D6A-4BAA-81C5-F4352D35E606}">
      <dgm:prSet/>
      <dgm:spPr/>
      <dgm:t>
        <a:bodyPr/>
        <a:lstStyle/>
        <a:p>
          <a:endParaRPr lang="en-US"/>
        </a:p>
      </dgm:t>
    </dgm:pt>
    <dgm:pt modelId="{0A5810A8-A056-4892-9F57-0B7D371C8F46}" type="sibTrans" cxnId="{D4812FC9-3D6A-4BAA-81C5-F4352D35E606}">
      <dgm:prSet/>
      <dgm:spPr/>
      <dgm:t>
        <a:bodyPr/>
        <a:lstStyle/>
        <a:p>
          <a:endParaRPr lang="en-US"/>
        </a:p>
      </dgm:t>
    </dgm:pt>
    <dgm:pt modelId="{985A8435-C966-4E40-B771-0914CC88EE52}">
      <dgm:prSet/>
      <dgm:spPr/>
      <dgm:t>
        <a:bodyPr/>
        <a:lstStyle/>
        <a:p>
          <a:r>
            <a:rPr lang="en-US"/>
            <a:t>What happens</a:t>
          </a:r>
        </a:p>
      </dgm:t>
    </dgm:pt>
    <dgm:pt modelId="{6F93D6DE-8628-477A-B9DC-0EEAB5E9FC4B}" type="parTrans" cxnId="{EA710F51-7048-476F-BB05-47B40EECEAD9}">
      <dgm:prSet/>
      <dgm:spPr/>
      <dgm:t>
        <a:bodyPr/>
        <a:lstStyle/>
        <a:p>
          <a:endParaRPr lang="en-US"/>
        </a:p>
      </dgm:t>
    </dgm:pt>
    <dgm:pt modelId="{3E794681-0BD4-4D73-8780-1DC9C4703C45}" type="sibTrans" cxnId="{EA710F51-7048-476F-BB05-47B40EECEAD9}">
      <dgm:prSet/>
      <dgm:spPr/>
      <dgm:t>
        <a:bodyPr/>
        <a:lstStyle/>
        <a:p>
          <a:endParaRPr lang="en-US"/>
        </a:p>
      </dgm:t>
    </dgm:pt>
    <dgm:pt modelId="{8A365E38-2B2C-4ABD-9EFD-37C68A3AE85F}">
      <dgm:prSet/>
      <dgm:spPr/>
      <dgm:t>
        <a:bodyPr/>
        <a:lstStyle/>
        <a:p>
          <a:r>
            <a:rPr lang="en-US"/>
            <a:t>The model reads the entire internet to learn "World Knowledge."</a:t>
          </a:r>
        </a:p>
      </dgm:t>
    </dgm:pt>
    <dgm:pt modelId="{F07F1F82-AEB7-4AA3-8BE3-9C0205BDF770}" type="parTrans" cxnId="{EE7C5AAE-6A14-45A9-BBEE-701BBAA6D5E3}">
      <dgm:prSet/>
      <dgm:spPr/>
      <dgm:t>
        <a:bodyPr/>
        <a:lstStyle/>
        <a:p>
          <a:endParaRPr lang="en-US"/>
        </a:p>
      </dgm:t>
    </dgm:pt>
    <dgm:pt modelId="{BAF4A954-A049-4501-ABB1-A24FCF0F2900}" type="sibTrans" cxnId="{EE7C5AAE-6A14-45A9-BBEE-701BBAA6D5E3}">
      <dgm:prSet/>
      <dgm:spPr/>
      <dgm:t>
        <a:bodyPr/>
        <a:lstStyle/>
        <a:p>
          <a:endParaRPr lang="en-US"/>
        </a:p>
      </dgm:t>
    </dgm:pt>
    <dgm:pt modelId="{880B0643-F482-4B30-9439-1827CC25F77D}">
      <dgm:prSet/>
      <dgm:spPr/>
      <dgm:t>
        <a:bodyPr/>
        <a:lstStyle/>
        <a:p>
          <a:r>
            <a:rPr lang="en-US"/>
            <a:t>Cost</a:t>
          </a:r>
        </a:p>
      </dgm:t>
    </dgm:pt>
    <dgm:pt modelId="{A193AF0F-FA23-45FC-8269-059814D6DCF7}" type="parTrans" cxnId="{014AEC5D-8E1D-47FA-BB0D-CF6DC77C5F82}">
      <dgm:prSet/>
      <dgm:spPr/>
      <dgm:t>
        <a:bodyPr/>
        <a:lstStyle/>
        <a:p>
          <a:endParaRPr lang="en-US"/>
        </a:p>
      </dgm:t>
    </dgm:pt>
    <dgm:pt modelId="{225B00BF-7735-4D28-B790-2EAC9FB9E2F7}" type="sibTrans" cxnId="{014AEC5D-8E1D-47FA-BB0D-CF6DC77C5F82}">
      <dgm:prSet/>
      <dgm:spPr/>
      <dgm:t>
        <a:bodyPr/>
        <a:lstStyle/>
        <a:p>
          <a:endParaRPr lang="en-US"/>
        </a:p>
      </dgm:t>
    </dgm:pt>
    <dgm:pt modelId="{9329BA1A-9691-4F30-9A0D-E2CE6F1098A0}">
      <dgm:prSet/>
      <dgm:spPr/>
      <dgm:t>
        <a:bodyPr/>
        <a:lstStyle/>
        <a:p>
          <a:r>
            <a:rPr lang="en-US"/>
            <a:t>Millions of dollars.</a:t>
          </a:r>
        </a:p>
      </dgm:t>
    </dgm:pt>
    <dgm:pt modelId="{18681F09-8F56-4103-BCB5-863C5EBC2D1B}" type="parTrans" cxnId="{9D2B288E-CEC1-4FBD-B8FD-C9F08F0C9C80}">
      <dgm:prSet/>
      <dgm:spPr/>
      <dgm:t>
        <a:bodyPr/>
        <a:lstStyle/>
        <a:p>
          <a:endParaRPr lang="en-US"/>
        </a:p>
      </dgm:t>
    </dgm:pt>
    <dgm:pt modelId="{86ED1433-E2AC-4A6A-8E2C-FC1016CBFA57}" type="sibTrans" cxnId="{9D2B288E-CEC1-4FBD-B8FD-C9F08F0C9C80}">
      <dgm:prSet/>
      <dgm:spPr/>
      <dgm:t>
        <a:bodyPr/>
        <a:lstStyle/>
        <a:p>
          <a:endParaRPr lang="en-US"/>
        </a:p>
      </dgm:t>
    </dgm:pt>
    <dgm:pt modelId="{A48764AC-1759-4F28-9A62-2A93374638FA}">
      <dgm:prSet/>
      <dgm:spPr/>
      <dgm:t>
        <a:bodyPr/>
        <a:lstStyle/>
        <a:p>
          <a:r>
            <a:rPr lang="en-US"/>
            <a:t>Outcome</a:t>
          </a:r>
        </a:p>
      </dgm:t>
    </dgm:pt>
    <dgm:pt modelId="{252202C1-42CE-4CC1-A7FD-4DE22C376631}" type="parTrans" cxnId="{163A16D4-D09A-42C2-9E8B-162D9D059689}">
      <dgm:prSet/>
      <dgm:spPr/>
      <dgm:t>
        <a:bodyPr/>
        <a:lstStyle/>
        <a:p>
          <a:endParaRPr lang="en-US"/>
        </a:p>
      </dgm:t>
    </dgm:pt>
    <dgm:pt modelId="{7140AC68-77C3-40FA-B265-B660AE8A8C9D}" type="sibTrans" cxnId="{163A16D4-D09A-42C2-9E8B-162D9D059689}">
      <dgm:prSet/>
      <dgm:spPr/>
      <dgm:t>
        <a:bodyPr/>
        <a:lstStyle/>
        <a:p>
          <a:endParaRPr lang="en-US"/>
        </a:p>
      </dgm:t>
    </dgm:pt>
    <dgm:pt modelId="{6706B61F-1FA8-4ACE-B801-83BCB767D850}">
      <dgm:prSet/>
      <dgm:spPr/>
      <dgm:t>
        <a:bodyPr/>
        <a:lstStyle/>
        <a:p>
          <a:r>
            <a:rPr lang="en-US"/>
            <a:t>A "Foundation Model" (Base GPT-4, Llama 3) that can speak fluently but has no specific instructions.</a:t>
          </a:r>
        </a:p>
      </dgm:t>
    </dgm:pt>
    <dgm:pt modelId="{376D4EE8-9BD2-484C-B567-F23B92B5BDF9}" type="parTrans" cxnId="{AEF08864-65C9-4DCF-B102-2C6AC1403D95}">
      <dgm:prSet/>
      <dgm:spPr/>
      <dgm:t>
        <a:bodyPr/>
        <a:lstStyle/>
        <a:p>
          <a:endParaRPr lang="en-US"/>
        </a:p>
      </dgm:t>
    </dgm:pt>
    <dgm:pt modelId="{B0ED5E2B-AA29-4F3A-85D6-0EA74E24B3B8}" type="sibTrans" cxnId="{AEF08864-65C9-4DCF-B102-2C6AC1403D95}">
      <dgm:prSet/>
      <dgm:spPr/>
      <dgm:t>
        <a:bodyPr/>
        <a:lstStyle/>
        <a:p>
          <a:endParaRPr lang="en-US"/>
        </a:p>
      </dgm:t>
    </dgm:pt>
    <dgm:pt modelId="{F221831C-BD0F-4826-AE4B-4F0BD0769F82}" type="pres">
      <dgm:prSet presAssocID="{710A1A31-8B2F-4ED7-B7B5-E28D43651B6B}" presName="linear" presStyleCnt="0">
        <dgm:presLayoutVars>
          <dgm:animLvl val="lvl"/>
          <dgm:resizeHandles val="exact"/>
        </dgm:presLayoutVars>
      </dgm:prSet>
      <dgm:spPr/>
    </dgm:pt>
    <dgm:pt modelId="{B0A1B4B3-DD9B-40C9-B19C-3A57D7D56539}" type="pres">
      <dgm:prSet presAssocID="{CEDF529C-98AE-44DB-926A-F3AF6411CA39}" presName="parentText" presStyleLbl="node1" presStyleIdx="0" presStyleCnt="5">
        <dgm:presLayoutVars>
          <dgm:chMax val="0"/>
          <dgm:bulletEnabled val="1"/>
        </dgm:presLayoutVars>
      </dgm:prSet>
      <dgm:spPr/>
    </dgm:pt>
    <dgm:pt modelId="{88720605-7C38-4A33-83BB-0427299BBE93}" type="pres">
      <dgm:prSet presAssocID="{120D33CB-1C6F-4495-B7C9-2CD600F128F0}" presName="spacer" presStyleCnt="0"/>
      <dgm:spPr/>
    </dgm:pt>
    <dgm:pt modelId="{1EA19BA7-23A0-4A91-B78F-A3EB482B0470}" type="pres">
      <dgm:prSet presAssocID="{472FD4C1-9507-4881-965D-F13E09260570}" presName="parentText" presStyleLbl="node1" presStyleIdx="1" presStyleCnt="5">
        <dgm:presLayoutVars>
          <dgm:chMax val="0"/>
          <dgm:bulletEnabled val="1"/>
        </dgm:presLayoutVars>
      </dgm:prSet>
      <dgm:spPr/>
    </dgm:pt>
    <dgm:pt modelId="{9F3CD058-68FF-4846-B08F-6B90FE42060E}" type="pres">
      <dgm:prSet presAssocID="{0A5810A8-A056-4892-9F57-0B7D371C8F46}" presName="spacer" presStyleCnt="0"/>
      <dgm:spPr/>
    </dgm:pt>
    <dgm:pt modelId="{C41DFC66-D038-4381-866B-9D2E48E4A20F}" type="pres">
      <dgm:prSet presAssocID="{985A8435-C966-4E40-B771-0914CC88EE52}" presName="parentText" presStyleLbl="node1" presStyleIdx="2" presStyleCnt="5">
        <dgm:presLayoutVars>
          <dgm:chMax val="0"/>
          <dgm:bulletEnabled val="1"/>
        </dgm:presLayoutVars>
      </dgm:prSet>
      <dgm:spPr/>
    </dgm:pt>
    <dgm:pt modelId="{457E497D-3AE0-431B-8479-6A79CA629AE4}" type="pres">
      <dgm:prSet presAssocID="{985A8435-C966-4E40-B771-0914CC88EE52}" presName="childText" presStyleLbl="revTx" presStyleIdx="0" presStyleCnt="3">
        <dgm:presLayoutVars>
          <dgm:bulletEnabled val="1"/>
        </dgm:presLayoutVars>
      </dgm:prSet>
      <dgm:spPr/>
    </dgm:pt>
    <dgm:pt modelId="{7683B0E8-8A59-4B6A-9A7F-A90066A17687}" type="pres">
      <dgm:prSet presAssocID="{880B0643-F482-4B30-9439-1827CC25F77D}" presName="parentText" presStyleLbl="node1" presStyleIdx="3" presStyleCnt="5">
        <dgm:presLayoutVars>
          <dgm:chMax val="0"/>
          <dgm:bulletEnabled val="1"/>
        </dgm:presLayoutVars>
      </dgm:prSet>
      <dgm:spPr/>
    </dgm:pt>
    <dgm:pt modelId="{3044A9B0-715E-4754-BB79-E185DEF55330}" type="pres">
      <dgm:prSet presAssocID="{880B0643-F482-4B30-9439-1827CC25F77D}" presName="childText" presStyleLbl="revTx" presStyleIdx="1" presStyleCnt="3">
        <dgm:presLayoutVars>
          <dgm:bulletEnabled val="1"/>
        </dgm:presLayoutVars>
      </dgm:prSet>
      <dgm:spPr/>
    </dgm:pt>
    <dgm:pt modelId="{123BC247-0451-4F77-BFDC-303580002B40}" type="pres">
      <dgm:prSet presAssocID="{A48764AC-1759-4F28-9A62-2A93374638FA}" presName="parentText" presStyleLbl="node1" presStyleIdx="4" presStyleCnt="5">
        <dgm:presLayoutVars>
          <dgm:chMax val="0"/>
          <dgm:bulletEnabled val="1"/>
        </dgm:presLayoutVars>
      </dgm:prSet>
      <dgm:spPr/>
    </dgm:pt>
    <dgm:pt modelId="{4AB4C168-D1DC-452B-9160-6E24AA994966}" type="pres">
      <dgm:prSet presAssocID="{A48764AC-1759-4F28-9A62-2A93374638FA}" presName="childText" presStyleLbl="revTx" presStyleIdx="2" presStyleCnt="3">
        <dgm:presLayoutVars>
          <dgm:bulletEnabled val="1"/>
        </dgm:presLayoutVars>
      </dgm:prSet>
      <dgm:spPr/>
    </dgm:pt>
  </dgm:ptLst>
  <dgm:cxnLst>
    <dgm:cxn modelId="{6030DF00-8F59-4C98-8A7B-3FA6BE58AA8F}" type="presOf" srcId="{880B0643-F482-4B30-9439-1827CC25F77D}" destId="{7683B0E8-8A59-4B6A-9A7F-A90066A17687}" srcOrd="0" destOrd="0" presId="urn:microsoft.com/office/officeart/2005/8/layout/vList2"/>
    <dgm:cxn modelId="{A868F222-010C-4E60-8C2B-79EB38B6B9D5}" srcId="{710A1A31-8B2F-4ED7-B7B5-E28D43651B6B}" destId="{CEDF529C-98AE-44DB-926A-F3AF6411CA39}" srcOrd="0" destOrd="0" parTransId="{F6780A09-39B6-464A-9EFE-01DDEB0E3828}" sibTransId="{120D33CB-1C6F-4495-B7C9-2CD600F128F0}"/>
    <dgm:cxn modelId="{E46B8026-DA13-4FD7-8C09-BA6D2788C307}" type="presOf" srcId="{472FD4C1-9507-4881-965D-F13E09260570}" destId="{1EA19BA7-23A0-4A91-B78F-A3EB482B0470}" srcOrd="0" destOrd="0" presId="urn:microsoft.com/office/officeart/2005/8/layout/vList2"/>
    <dgm:cxn modelId="{E679A55D-D86C-41A1-92B7-0DD565EE483A}" type="presOf" srcId="{9329BA1A-9691-4F30-9A0D-E2CE6F1098A0}" destId="{3044A9B0-715E-4754-BB79-E185DEF55330}" srcOrd="0" destOrd="0" presId="urn:microsoft.com/office/officeart/2005/8/layout/vList2"/>
    <dgm:cxn modelId="{014AEC5D-8E1D-47FA-BB0D-CF6DC77C5F82}" srcId="{710A1A31-8B2F-4ED7-B7B5-E28D43651B6B}" destId="{880B0643-F482-4B30-9439-1827CC25F77D}" srcOrd="3" destOrd="0" parTransId="{A193AF0F-FA23-45FC-8269-059814D6DCF7}" sibTransId="{225B00BF-7735-4D28-B790-2EAC9FB9E2F7}"/>
    <dgm:cxn modelId="{FB645B42-8407-450D-97B3-B3EB30C41F9A}" type="presOf" srcId="{8A365E38-2B2C-4ABD-9EFD-37C68A3AE85F}" destId="{457E497D-3AE0-431B-8479-6A79CA629AE4}" srcOrd="0" destOrd="0" presId="urn:microsoft.com/office/officeart/2005/8/layout/vList2"/>
    <dgm:cxn modelId="{AEF08864-65C9-4DCF-B102-2C6AC1403D95}" srcId="{A48764AC-1759-4F28-9A62-2A93374638FA}" destId="{6706B61F-1FA8-4ACE-B801-83BCB767D850}" srcOrd="0" destOrd="0" parTransId="{376D4EE8-9BD2-484C-B567-F23B92B5BDF9}" sibTransId="{B0ED5E2B-AA29-4F3A-85D6-0EA74E24B3B8}"/>
    <dgm:cxn modelId="{EA710F51-7048-476F-BB05-47B40EECEAD9}" srcId="{710A1A31-8B2F-4ED7-B7B5-E28D43651B6B}" destId="{985A8435-C966-4E40-B771-0914CC88EE52}" srcOrd="2" destOrd="0" parTransId="{6F93D6DE-8628-477A-B9DC-0EEAB5E9FC4B}" sibTransId="{3E794681-0BD4-4D73-8780-1DC9C4703C45}"/>
    <dgm:cxn modelId="{9D2B288E-CEC1-4FBD-B8FD-C9F08F0C9C80}" srcId="{880B0643-F482-4B30-9439-1827CC25F77D}" destId="{9329BA1A-9691-4F30-9A0D-E2CE6F1098A0}" srcOrd="0" destOrd="0" parTransId="{18681F09-8F56-4103-BCB5-863C5EBC2D1B}" sibTransId="{86ED1433-E2AC-4A6A-8E2C-FC1016CBFA57}"/>
    <dgm:cxn modelId="{6BAB6A8F-02C7-4129-A799-03B83ABADEB6}" type="presOf" srcId="{985A8435-C966-4E40-B771-0914CC88EE52}" destId="{C41DFC66-D038-4381-866B-9D2E48E4A20F}" srcOrd="0" destOrd="0" presId="urn:microsoft.com/office/officeart/2005/8/layout/vList2"/>
    <dgm:cxn modelId="{BD0DA291-9F9E-4A10-A842-549414F8502F}" type="presOf" srcId="{6706B61F-1FA8-4ACE-B801-83BCB767D850}" destId="{4AB4C168-D1DC-452B-9160-6E24AA994966}" srcOrd="0" destOrd="0" presId="urn:microsoft.com/office/officeart/2005/8/layout/vList2"/>
    <dgm:cxn modelId="{53843C99-9E66-496B-9139-A1AD117B5BC8}" type="presOf" srcId="{CEDF529C-98AE-44DB-926A-F3AF6411CA39}" destId="{B0A1B4B3-DD9B-40C9-B19C-3A57D7D56539}" srcOrd="0" destOrd="0" presId="urn:microsoft.com/office/officeart/2005/8/layout/vList2"/>
    <dgm:cxn modelId="{EE7C5AAE-6A14-45A9-BBEE-701BBAA6D5E3}" srcId="{985A8435-C966-4E40-B771-0914CC88EE52}" destId="{8A365E38-2B2C-4ABD-9EFD-37C68A3AE85F}" srcOrd="0" destOrd="0" parTransId="{F07F1F82-AEB7-4AA3-8BE3-9C0205BDF770}" sibTransId="{BAF4A954-A049-4501-ABB1-A24FCF0F2900}"/>
    <dgm:cxn modelId="{BD7E28B5-51CD-49FF-8F7A-821F2D7FE52E}" type="presOf" srcId="{710A1A31-8B2F-4ED7-B7B5-E28D43651B6B}" destId="{F221831C-BD0F-4826-AE4B-4F0BD0769F82}" srcOrd="0" destOrd="0" presId="urn:microsoft.com/office/officeart/2005/8/layout/vList2"/>
    <dgm:cxn modelId="{D4812FC9-3D6A-4BAA-81C5-F4352D35E606}" srcId="{710A1A31-8B2F-4ED7-B7B5-E28D43651B6B}" destId="{472FD4C1-9507-4881-965D-F13E09260570}" srcOrd="1" destOrd="0" parTransId="{CB37BA2B-D2D0-4B8F-A719-3CEBC15E248E}" sibTransId="{0A5810A8-A056-4892-9F57-0B7D371C8F46}"/>
    <dgm:cxn modelId="{163A16D4-D09A-42C2-9E8B-162D9D059689}" srcId="{710A1A31-8B2F-4ED7-B7B5-E28D43651B6B}" destId="{A48764AC-1759-4F28-9A62-2A93374638FA}" srcOrd="4" destOrd="0" parTransId="{252202C1-42CE-4CC1-A7FD-4DE22C376631}" sibTransId="{7140AC68-77C3-40FA-B265-B660AE8A8C9D}"/>
    <dgm:cxn modelId="{E2A693D7-BD63-4C48-BFC2-7C56629EC6C6}" type="presOf" srcId="{A48764AC-1759-4F28-9A62-2A93374638FA}" destId="{123BC247-0451-4F77-BFDC-303580002B40}" srcOrd="0" destOrd="0" presId="urn:microsoft.com/office/officeart/2005/8/layout/vList2"/>
    <dgm:cxn modelId="{E14363FD-6C2D-4E4E-8A57-60CD73C7D2EB}" type="presParOf" srcId="{F221831C-BD0F-4826-AE4B-4F0BD0769F82}" destId="{B0A1B4B3-DD9B-40C9-B19C-3A57D7D56539}" srcOrd="0" destOrd="0" presId="urn:microsoft.com/office/officeart/2005/8/layout/vList2"/>
    <dgm:cxn modelId="{B6C6A9F6-C721-4964-A37D-276BB9DE632D}" type="presParOf" srcId="{F221831C-BD0F-4826-AE4B-4F0BD0769F82}" destId="{88720605-7C38-4A33-83BB-0427299BBE93}" srcOrd="1" destOrd="0" presId="urn:microsoft.com/office/officeart/2005/8/layout/vList2"/>
    <dgm:cxn modelId="{445A2240-0182-4B5C-A0A1-C12F820EB120}" type="presParOf" srcId="{F221831C-BD0F-4826-AE4B-4F0BD0769F82}" destId="{1EA19BA7-23A0-4A91-B78F-A3EB482B0470}" srcOrd="2" destOrd="0" presId="urn:microsoft.com/office/officeart/2005/8/layout/vList2"/>
    <dgm:cxn modelId="{392476A1-A7B8-4D89-A64D-BF27490B17E5}" type="presParOf" srcId="{F221831C-BD0F-4826-AE4B-4F0BD0769F82}" destId="{9F3CD058-68FF-4846-B08F-6B90FE42060E}" srcOrd="3" destOrd="0" presId="urn:microsoft.com/office/officeart/2005/8/layout/vList2"/>
    <dgm:cxn modelId="{1E70DBEC-823F-4F63-94DA-7370E86C3E09}" type="presParOf" srcId="{F221831C-BD0F-4826-AE4B-4F0BD0769F82}" destId="{C41DFC66-D038-4381-866B-9D2E48E4A20F}" srcOrd="4" destOrd="0" presId="urn:microsoft.com/office/officeart/2005/8/layout/vList2"/>
    <dgm:cxn modelId="{4C16F14A-555F-4616-9B3A-A63BD651D66D}" type="presParOf" srcId="{F221831C-BD0F-4826-AE4B-4F0BD0769F82}" destId="{457E497D-3AE0-431B-8479-6A79CA629AE4}" srcOrd="5" destOrd="0" presId="urn:microsoft.com/office/officeart/2005/8/layout/vList2"/>
    <dgm:cxn modelId="{6594387E-5092-470E-AE6E-05ED04FC0F1B}" type="presParOf" srcId="{F221831C-BD0F-4826-AE4B-4F0BD0769F82}" destId="{7683B0E8-8A59-4B6A-9A7F-A90066A17687}" srcOrd="6" destOrd="0" presId="urn:microsoft.com/office/officeart/2005/8/layout/vList2"/>
    <dgm:cxn modelId="{6BF9C2E3-8952-48E4-8031-0737203081F1}" type="presParOf" srcId="{F221831C-BD0F-4826-AE4B-4F0BD0769F82}" destId="{3044A9B0-715E-4754-BB79-E185DEF55330}" srcOrd="7" destOrd="0" presId="urn:microsoft.com/office/officeart/2005/8/layout/vList2"/>
    <dgm:cxn modelId="{87FE31C7-7720-4ECE-A246-A81AC9E5F215}" type="presParOf" srcId="{F221831C-BD0F-4826-AE4B-4F0BD0769F82}" destId="{123BC247-0451-4F77-BFDC-303580002B40}" srcOrd="8" destOrd="0" presId="urn:microsoft.com/office/officeart/2005/8/layout/vList2"/>
    <dgm:cxn modelId="{CA0E04DC-1488-4452-82A2-3DC85544E1CC}" type="presParOf" srcId="{F221831C-BD0F-4826-AE4B-4F0BD0769F82}" destId="{4AB4C168-D1DC-452B-9160-6E24AA994966}" srcOrd="9"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1862DBA0-7D79-4C91-BEFA-D3A20512130C}" type="doc">
      <dgm:prSet loTypeId="urn:microsoft.com/office/officeart/2005/8/layout/list1" loCatId="list" qsTypeId="urn:microsoft.com/office/officeart/2005/8/quickstyle/simple1" qsCatId="simple" csTypeId="urn:microsoft.com/office/officeart/2005/8/colors/colorful5" csCatId="colorful"/>
      <dgm:spPr/>
      <dgm:t>
        <a:bodyPr/>
        <a:lstStyle/>
        <a:p>
          <a:endParaRPr lang="en-US"/>
        </a:p>
      </dgm:t>
    </dgm:pt>
    <dgm:pt modelId="{2AB15BDC-6E66-438F-817E-24560BA302D2}">
      <dgm:prSet/>
      <dgm:spPr/>
      <dgm:t>
        <a:bodyPr/>
        <a:lstStyle/>
        <a:p>
          <a:r>
            <a:rPr lang="en-US"/>
            <a:t>Stage 2</a:t>
          </a:r>
        </a:p>
      </dgm:t>
    </dgm:pt>
    <dgm:pt modelId="{755CE7D6-BED2-4631-A96D-36FC3B437005}" type="parTrans" cxnId="{BDBDDCCE-01CD-4DE2-A8CB-07521846B3E3}">
      <dgm:prSet/>
      <dgm:spPr/>
      <dgm:t>
        <a:bodyPr/>
        <a:lstStyle/>
        <a:p>
          <a:endParaRPr lang="en-US"/>
        </a:p>
      </dgm:t>
    </dgm:pt>
    <dgm:pt modelId="{2B9D984E-D624-4B5E-B95F-25D842A9254C}" type="sibTrans" cxnId="{BDBDDCCE-01CD-4DE2-A8CB-07521846B3E3}">
      <dgm:prSet/>
      <dgm:spPr/>
      <dgm:t>
        <a:bodyPr/>
        <a:lstStyle/>
        <a:p>
          <a:endParaRPr lang="en-US"/>
        </a:p>
      </dgm:t>
    </dgm:pt>
    <dgm:pt modelId="{8D629C74-58D3-4E72-9B7F-6C09F07B5C96}">
      <dgm:prSet/>
      <dgm:spPr/>
      <dgm:t>
        <a:bodyPr/>
        <a:lstStyle/>
        <a:p>
          <a:r>
            <a:rPr lang="en-US"/>
            <a:t>SFT (Supervised Fine-Tuning)</a:t>
          </a:r>
        </a:p>
      </dgm:t>
    </dgm:pt>
    <dgm:pt modelId="{9FCA2137-E965-4499-9B0A-7A71BBF78BAF}" type="parTrans" cxnId="{BC9C5848-7716-43E2-ABFF-B03EA3AE46C1}">
      <dgm:prSet/>
      <dgm:spPr/>
      <dgm:t>
        <a:bodyPr/>
        <a:lstStyle/>
        <a:p>
          <a:endParaRPr lang="en-US"/>
        </a:p>
      </dgm:t>
    </dgm:pt>
    <dgm:pt modelId="{F7EA0236-F3D6-4A4E-B9B0-C428B6E857AA}" type="sibTrans" cxnId="{BC9C5848-7716-43E2-ABFF-B03EA3AE46C1}">
      <dgm:prSet/>
      <dgm:spPr/>
      <dgm:t>
        <a:bodyPr/>
        <a:lstStyle/>
        <a:p>
          <a:endParaRPr lang="en-US"/>
        </a:p>
      </dgm:t>
    </dgm:pt>
    <dgm:pt modelId="{8B09F4F5-A5C3-4663-A5B3-D6E82A05FD24}">
      <dgm:prSet/>
      <dgm:spPr/>
      <dgm:t>
        <a:bodyPr/>
        <a:lstStyle/>
        <a:p>
          <a:r>
            <a:rPr lang="en-US"/>
            <a:t>The Shift</a:t>
          </a:r>
        </a:p>
      </dgm:t>
    </dgm:pt>
    <dgm:pt modelId="{60E575D5-93E2-4FA1-A433-EDBC7EF6F20F}" type="parTrans" cxnId="{73D7F4EA-37CE-4E29-BE61-6872406270A0}">
      <dgm:prSet/>
      <dgm:spPr/>
      <dgm:t>
        <a:bodyPr/>
        <a:lstStyle/>
        <a:p>
          <a:endParaRPr lang="en-US"/>
        </a:p>
      </dgm:t>
    </dgm:pt>
    <dgm:pt modelId="{A13ED723-75C3-4282-8D89-E19221CAD86D}" type="sibTrans" cxnId="{73D7F4EA-37CE-4E29-BE61-6872406270A0}">
      <dgm:prSet/>
      <dgm:spPr/>
      <dgm:t>
        <a:bodyPr/>
        <a:lstStyle/>
        <a:p>
          <a:endParaRPr lang="en-US"/>
        </a:p>
      </dgm:t>
    </dgm:pt>
    <dgm:pt modelId="{34B6FFA9-5B35-4646-9F08-39A92121D316}">
      <dgm:prSet/>
      <dgm:spPr/>
      <dgm:t>
        <a:bodyPr/>
        <a:lstStyle/>
        <a:p>
          <a:r>
            <a:rPr lang="en-US"/>
            <a:t>We move from "predicting the next word" to "following instructions."</a:t>
          </a:r>
        </a:p>
      </dgm:t>
    </dgm:pt>
    <dgm:pt modelId="{4220ADB0-35AF-4844-AF4C-39A637E262BD}" type="parTrans" cxnId="{5574AFC2-B2DB-47EC-81A9-B6A2B17A8FF2}">
      <dgm:prSet/>
      <dgm:spPr/>
      <dgm:t>
        <a:bodyPr/>
        <a:lstStyle/>
        <a:p>
          <a:endParaRPr lang="en-US"/>
        </a:p>
      </dgm:t>
    </dgm:pt>
    <dgm:pt modelId="{54ABF80D-AE67-4DF5-8B28-02CB5EE9B838}" type="sibTrans" cxnId="{5574AFC2-B2DB-47EC-81A9-B6A2B17A8FF2}">
      <dgm:prSet/>
      <dgm:spPr/>
      <dgm:t>
        <a:bodyPr/>
        <a:lstStyle/>
        <a:p>
          <a:endParaRPr lang="en-US"/>
        </a:p>
      </dgm:t>
    </dgm:pt>
    <dgm:pt modelId="{523B8A20-410B-4F61-8EFC-05EFA4D8AE8A}">
      <dgm:prSet/>
      <dgm:spPr/>
      <dgm:t>
        <a:bodyPr/>
        <a:lstStyle/>
        <a:p>
          <a:r>
            <a:rPr lang="en-US"/>
            <a:t>Action</a:t>
          </a:r>
        </a:p>
      </dgm:t>
    </dgm:pt>
    <dgm:pt modelId="{423B776E-3B9A-4A04-AF83-10AF888373AF}" type="parTrans" cxnId="{C9A86D78-CA44-402C-9CC4-10B0B738B1DE}">
      <dgm:prSet/>
      <dgm:spPr/>
      <dgm:t>
        <a:bodyPr/>
        <a:lstStyle/>
        <a:p>
          <a:endParaRPr lang="en-US"/>
        </a:p>
      </dgm:t>
    </dgm:pt>
    <dgm:pt modelId="{B7229799-860B-4A6E-80A1-E4D0F981D22B}" type="sibTrans" cxnId="{C9A86D78-CA44-402C-9CC4-10B0B738B1DE}">
      <dgm:prSet/>
      <dgm:spPr/>
      <dgm:t>
        <a:bodyPr/>
        <a:lstStyle/>
        <a:p>
          <a:endParaRPr lang="en-US"/>
        </a:p>
      </dgm:t>
    </dgm:pt>
    <dgm:pt modelId="{4D207462-454C-4147-A085-DF7A4E9923B2}">
      <dgm:prSet/>
      <dgm:spPr/>
      <dgm:t>
        <a:bodyPr/>
        <a:lstStyle/>
        <a:p>
          <a:r>
            <a:rPr lang="en-US"/>
            <a:t>We feed the model Q&amp;A pairs (Instruction Response).</a:t>
          </a:r>
        </a:p>
      </dgm:t>
    </dgm:pt>
    <dgm:pt modelId="{7FEF9172-7EFC-439E-BFB6-C862564D9751}" type="parTrans" cxnId="{523DD052-4CB3-43CD-AAEB-D21FE24BE456}">
      <dgm:prSet/>
      <dgm:spPr/>
      <dgm:t>
        <a:bodyPr/>
        <a:lstStyle/>
        <a:p>
          <a:endParaRPr lang="en-US"/>
        </a:p>
      </dgm:t>
    </dgm:pt>
    <dgm:pt modelId="{DCFD171F-5955-4F1F-AA8D-EFA93A120FFC}" type="sibTrans" cxnId="{523DD052-4CB3-43CD-AAEB-D21FE24BE456}">
      <dgm:prSet/>
      <dgm:spPr/>
      <dgm:t>
        <a:bodyPr/>
        <a:lstStyle/>
        <a:p>
          <a:endParaRPr lang="en-US"/>
        </a:p>
      </dgm:t>
    </dgm:pt>
    <dgm:pt modelId="{49FA8D84-5EB5-4DFF-A9F1-8F6F009F751A}">
      <dgm:prSet/>
      <dgm:spPr/>
      <dgm:t>
        <a:bodyPr/>
        <a:lstStyle/>
        <a:p>
          <a:r>
            <a:rPr lang="en-US"/>
            <a:t>Result</a:t>
          </a:r>
        </a:p>
      </dgm:t>
    </dgm:pt>
    <dgm:pt modelId="{07997467-CBC0-43F0-9864-0B7DCE0392FF}" type="parTrans" cxnId="{14328582-52C6-4CCD-96C8-F1C72269F1F2}">
      <dgm:prSet/>
      <dgm:spPr/>
      <dgm:t>
        <a:bodyPr/>
        <a:lstStyle/>
        <a:p>
          <a:endParaRPr lang="en-US"/>
        </a:p>
      </dgm:t>
    </dgm:pt>
    <dgm:pt modelId="{E6627D03-A8E0-4F5E-A9AF-A9AF9528F0E4}" type="sibTrans" cxnId="{14328582-52C6-4CCD-96C8-F1C72269F1F2}">
      <dgm:prSet/>
      <dgm:spPr/>
      <dgm:t>
        <a:bodyPr/>
        <a:lstStyle/>
        <a:p>
          <a:endParaRPr lang="en-US"/>
        </a:p>
      </dgm:t>
    </dgm:pt>
    <dgm:pt modelId="{D44131F4-D954-4881-81D7-F98D425FF1D2}">
      <dgm:prSet/>
      <dgm:spPr/>
      <dgm:t>
        <a:bodyPr/>
        <a:lstStyle/>
        <a:p>
          <a:r>
            <a:rPr lang="en-US"/>
            <a:t>The model learns to act like an assistant rather than just a document completer.</a:t>
          </a:r>
        </a:p>
      </dgm:t>
    </dgm:pt>
    <dgm:pt modelId="{00E517FD-E2E4-413A-B02F-25DF53B84169}" type="parTrans" cxnId="{C899FBFC-8B33-45F0-91F9-C414177E8D99}">
      <dgm:prSet/>
      <dgm:spPr/>
      <dgm:t>
        <a:bodyPr/>
        <a:lstStyle/>
        <a:p>
          <a:endParaRPr lang="en-US"/>
        </a:p>
      </dgm:t>
    </dgm:pt>
    <dgm:pt modelId="{A3D0E22C-9B9A-44EB-B692-5132DC5615BD}" type="sibTrans" cxnId="{C899FBFC-8B33-45F0-91F9-C414177E8D99}">
      <dgm:prSet/>
      <dgm:spPr/>
      <dgm:t>
        <a:bodyPr/>
        <a:lstStyle/>
        <a:p>
          <a:endParaRPr lang="en-US"/>
        </a:p>
      </dgm:t>
    </dgm:pt>
    <dgm:pt modelId="{DDB1B6B9-155D-4D3E-A10B-AC5A785194F4}" type="pres">
      <dgm:prSet presAssocID="{1862DBA0-7D79-4C91-BEFA-D3A20512130C}" presName="linear" presStyleCnt="0">
        <dgm:presLayoutVars>
          <dgm:dir/>
          <dgm:animLvl val="lvl"/>
          <dgm:resizeHandles val="exact"/>
        </dgm:presLayoutVars>
      </dgm:prSet>
      <dgm:spPr/>
    </dgm:pt>
    <dgm:pt modelId="{9E8E89D6-76EF-4E8E-A5A1-CCDF6942631E}" type="pres">
      <dgm:prSet presAssocID="{2AB15BDC-6E66-438F-817E-24560BA302D2}" presName="parentLin" presStyleCnt="0"/>
      <dgm:spPr/>
    </dgm:pt>
    <dgm:pt modelId="{4F5CF0D7-2223-48A7-AFBB-F46BE38205CB}" type="pres">
      <dgm:prSet presAssocID="{2AB15BDC-6E66-438F-817E-24560BA302D2}" presName="parentLeftMargin" presStyleLbl="node1" presStyleIdx="0" presStyleCnt="5"/>
      <dgm:spPr/>
    </dgm:pt>
    <dgm:pt modelId="{EB5CBE54-2D7F-4E84-A865-41F083F2B9EB}" type="pres">
      <dgm:prSet presAssocID="{2AB15BDC-6E66-438F-817E-24560BA302D2}" presName="parentText" presStyleLbl="node1" presStyleIdx="0" presStyleCnt="5">
        <dgm:presLayoutVars>
          <dgm:chMax val="0"/>
          <dgm:bulletEnabled val="1"/>
        </dgm:presLayoutVars>
      </dgm:prSet>
      <dgm:spPr/>
    </dgm:pt>
    <dgm:pt modelId="{6EAE7C3C-2C22-457B-8610-778383ADA599}" type="pres">
      <dgm:prSet presAssocID="{2AB15BDC-6E66-438F-817E-24560BA302D2}" presName="negativeSpace" presStyleCnt="0"/>
      <dgm:spPr/>
    </dgm:pt>
    <dgm:pt modelId="{881C9935-DF0E-48B2-84E0-103F5D3A82B1}" type="pres">
      <dgm:prSet presAssocID="{2AB15BDC-6E66-438F-817E-24560BA302D2}" presName="childText" presStyleLbl="conFgAcc1" presStyleIdx="0" presStyleCnt="5">
        <dgm:presLayoutVars>
          <dgm:bulletEnabled val="1"/>
        </dgm:presLayoutVars>
      </dgm:prSet>
      <dgm:spPr/>
    </dgm:pt>
    <dgm:pt modelId="{2684550A-346C-492D-BEED-8C6D62551DEC}" type="pres">
      <dgm:prSet presAssocID="{2B9D984E-D624-4B5E-B95F-25D842A9254C}" presName="spaceBetweenRectangles" presStyleCnt="0"/>
      <dgm:spPr/>
    </dgm:pt>
    <dgm:pt modelId="{B5811CE8-C1BD-4654-81CF-3EAC8DF2E89A}" type="pres">
      <dgm:prSet presAssocID="{8D629C74-58D3-4E72-9B7F-6C09F07B5C96}" presName="parentLin" presStyleCnt="0"/>
      <dgm:spPr/>
    </dgm:pt>
    <dgm:pt modelId="{16CA1BEB-5663-4E6D-95DF-7DF864EB143B}" type="pres">
      <dgm:prSet presAssocID="{8D629C74-58D3-4E72-9B7F-6C09F07B5C96}" presName="parentLeftMargin" presStyleLbl="node1" presStyleIdx="0" presStyleCnt="5"/>
      <dgm:spPr/>
    </dgm:pt>
    <dgm:pt modelId="{E83E7C5E-F929-4BC5-BEAD-E385B6631CCC}" type="pres">
      <dgm:prSet presAssocID="{8D629C74-58D3-4E72-9B7F-6C09F07B5C96}" presName="parentText" presStyleLbl="node1" presStyleIdx="1" presStyleCnt="5">
        <dgm:presLayoutVars>
          <dgm:chMax val="0"/>
          <dgm:bulletEnabled val="1"/>
        </dgm:presLayoutVars>
      </dgm:prSet>
      <dgm:spPr/>
    </dgm:pt>
    <dgm:pt modelId="{55A1001E-5989-48FC-8CC5-6AB8FA2AF022}" type="pres">
      <dgm:prSet presAssocID="{8D629C74-58D3-4E72-9B7F-6C09F07B5C96}" presName="negativeSpace" presStyleCnt="0"/>
      <dgm:spPr/>
    </dgm:pt>
    <dgm:pt modelId="{0767C570-3C20-427E-A6C8-39EDAC877C28}" type="pres">
      <dgm:prSet presAssocID="{8D629C74-58D3-4E72-9B7F-6C09F07B5C96}" presName="childText" presStyleLbl="conFgAcc1" presStyleIdx="1" presStyleCnt="5">
        <dgm:presLayoutVars>
          <dgm:bulletEnabled val="1"/>
        </dgm:presLayoutVars>
      </dgm:prSet>
      <dgm:spPr/>
    </dgm:pt>
    <dgm:pt modelId="{5968E6FF-AE77-4322-AB80-CD031B3B4E0A}" type="pres">
      <dgm:prSet presAssocID="{F7EA0236-F3D6-4A4E-B9B0-C428B6E857AA}" presName="spaceBetweenRectangles" presStyleCnt="0"/>
      <dgm:spPr/>
    </dgm:pt>
    <dgm:pt modelId="{9210B99A-04E7-4194-828D-3D25634B0908}" type="pres">
      <dgm:prSet presAssocID="{8B09F4F5-A5C3-4663-A5B3-D6E82A05FD24}" presName="parentLin" presStyleCnt="0"/>
      <dgm:spPr/>
    </dgm:pt>
    <dgm:pt modelId="{23E9248E-668C-44E2-BC56-73F9ECE9C5B9}" type="pres">
      <dgm:prSet presAssocID="{8B09F4F5-A5C3-4663-A5B3-D6E82A05FD24}" presName="parentLeftMargin" presStyleLbl="node1" presStyleIdx="1" presStyleCnt="5"/>
      <dgm:spPr/>
    </dgm:pt>
    <dgm:pt modelId="{491694C5-DFC9-4D34-8E8E-E599C5D27C72}" type="pres">
      <dgm:prSet presAssocID="{8B09F4F5-A5C3-4663-A5B3-D6E82A05FD24}" presName="parentText" presStyleLbl="node1" presStyleIdx="2" presStyleCnt="5">
        <dgm:presLayoutVars>
          <dgm:chMax val="0"/>
          <dgm:bulletEnabled val="1"/>
        </dgm:presLayoutVars>
      </dgm:prSet>
      <dgm:spPr/>
    </dgm:pt>
    <dgm:pt modelId="{49FDF5A8-F868-408A-937B-A45640C769B2}" type="pres">
      <dgm:prSet presAssocID="{8B09F4F5-A5C3-4663-A5B3-D6E82A05FD24}" presName="negativeSpace" presStyleCnt="0"/>
      <dgm:spPr/>
    </dgm:pt>
    <dgm:pt modelId="{6720C0EC-9E68-449F-B92D-E6422041A01B}" type="pres">
      <dgm:prSet presAssocID="{8B09F4F5-A5C3-4663-A5B3-D6E82A05FD24}" presName="childText" presStyleLbl="conFgAcc1" presStyleIdx="2" presStyleCnt="5">
        <dgm:presLayoutVars>
          <dgm:bulletEnabled val="1"/>
        </dgm:presLayoutVars>
      </dgm:prSet>
      <dgm:spPr/>
    </dgm:pt>
    <dgm:pt modelId="{E8B10057-3450-40DE-B555-2E468C6CBCA2}" type="pres">
      <dgm:prSet presAssocID="{A13ED723-75C3-4282-8D89-E19221CAD86D}" presName="spaceBetweenRectangles" presStyleCnt="0"/>
      <dgm:spPr/>
    </dgm:pt>
    <dgm:pt modelId="{85A89971-CB7B-4E19-8A8A-372BFC825BD4}" type="pres">
      <dgm:prSet presAssocID="{523B8A20-410B-4F61-8EFC-05EFA4D8AE8A}" presName="parentLin" presStyleCnt="0"/>
      <dgm:spPr/>
    </dgm:pt>
    <dgm:pt modelId="{F5592BF8-AA11-4399-874E-FD4FCCB96B3F}" type="pres">
      <dgm:prSet presAssocID="{523B8A20-410B-4F61-8EFC-05EFA4D8AE8A}" presName="parentLeftMargin" presStyleLbl="node1" presStyleIdx="2" presStyleCnt="5"/>
      <dgm:spPr/>
    </dgm:pt>
    <dgm:pt modelId="{B265C44A-43D9-4BCB-8FA1-7EEB43C511CA}" type="pres">
      <dgm:prSet presAssocID="{523B8A20-410B-4F61-8EFC-05EFA4D8AE8A}" presName="parentText" presStyleLbl="node1" presStyleIdx="3" presStyleCnt="5">
        <dgm:presLayoutVars>
          <dgm:chMax val="0"/>
          <dgm:bulletEnabled val="1"/>
        </dgm:presLayoutVars>
      </dgm:prSet>
      <dgm:spPr/>
    </dgm:pt>
    <dgm:pt modelId="{ABF7A5F3-95AA-440D-A6D7-142A0446A9AC}" type="pres">
      <dgm:prSet presAssocID="{523B8A20-410B-4F61-8EFC-05EFA4D8AE8A}" presName="negativeSpace" presStyleCnt="0"/>
      <dgm:spPr/>
    </dgm:pt>
    <dgm:pt modelId="{3169619C-A328-44D7-AAF6-4569D6B09E8F}" type="pres">
      <dgm:prSet presAssocID="{523B8A20-410B-4F61-8EFC-05EFA4D8AE8A}" presName="childText" presStyleLbl="conFgAcc1" presStyleIdx="3" presStyleCnt="5">
        <dgm:presLayoutVars>
          <dgm:bulletEnabled val="1"/>
        </dgm:presLayoutVars>
      </dgm:prSet>
      <dgm:spPr/>
    </dgm:pt>
    <dgm:pt modelId="{E9DE8516-6F88-43FB-880B-86CF35BDC62B}" type="pres">
      <dgm:prSet presAssocID="{B7229799-860B-4A6E-80A1-E4D0F981D22B}" presName="spaceBetweenRectangles" presStyleCnt="0"/>
      <dgm:spPr/>
    </dgm:pt>
    <dgm:pt modelId="{5D4B3004-ED9D-4F67-B27E-81BD3C61BA78}" type="pres">
      <dgm:prSet presAssocID="{49FA8D84-5EB5-4DFF-A9F1-8F6F009F751A}" presName="parentLin" presStyleCnt="0"/>
      <dgm:spPr/>
    </dgm:pt>
    <dgm:pt modelId="{2CF459BD-CDED-4F49-BED5-7FFE83FC1B42}" type="pres">
      <dgm:prSet presAssocID="{49FA8D84-5EB5-4DFF-A9F1-8F6F009F751A}" presName="parentLeftMargin" presStyleLbl="node1" presStyleIdx="3" presStyleCnt="5"/>
      <dgm:spPr/>
    </dgm:pt>
    <dgm:pt modelId="{92BC7F2C-8FFE-42EC-8FB0-C6D235BDDAAA}" type="pres">
      <dgm:prSet presAssocID="{49FA8D84-5EB5-4DFF-A9F1-8F6F009F751A}" presName="parentText" presStyleLbl="node1" presStyleIdx="4" presStyleCnt="5">
        <dgm:presLayoutVars>
          <dgm:chMax val="0"/>
          <dgm:bulletEnabled val="1"/>
        </dgm:presLayoutVars>
      </dgm:prSet>
      <dgm:spPr/>
    </dgm:pt>
    <dgm:pt modelId="{F2F6E12D-40D5-415A-BADE-10E1BB2B7F98}" type="pres">
      <dgm:prSet presAssocID="{49FA8D84-5EB5-4DFF-A9F1-8F6F009F751A}" presName="negativeSpace" presStyleCnt="0"/>
      <dgm:spPr/>
    </dgm:pt>
    <dgm:pt modelId="{28042D5F-B9A9-4348-87C3-4B674059EE72}" type="pres">
      <dgm:prSet presAssocID="{49FA8D84-5EB5-4DFF-A9F1-8F6F009F751A}" presName="childText" presStyleLbl="conFgAcc1" presStyleIdx="4" presStyleCnt="5">
        <dgm:presLayoutVars>
          <dgm:bulletEnabled val="1"/>
        </dgm:presLayoutVars>
      </dgm:prSet>
      <dgm:spPr/>
    </dgm:pt>
  </dgm:ptLst>
  <dgm:cxnLst>
    <dgm:cxn modelId="{C0010914-0D08-4B12-96C9-71F654DE8A1F}" type="presOf" srcId="{8B09F4F5-A5C3-4663-A5B3-D6E82A05FD24}" destId="{491694C5-DFC9-4D34-8E8E-E599C5D27C72}" srcOrd="1" destOrd="0" presId="urn:microsoft.com/office/officeart/2005/8/layout/list1"/>
    <dgm:cxn modelId="{F733381A-5CCF-4102-8323-6FB476954D14}" type="presOf" srcId="{2AB15BDC-6E66-438F-817E-24560BA302D2}" destId="{4F5CF0D7-2223-48A7-AFBB-F46BE38205CB}" srcOrd="0" destOrd="0" presId="urn:microsoft.com/office/officeart/2005/8/layout/list1"/>
    <dgm:cxn modelId="{3430A121-40CB-4CCC-8F37-402E3931AC2C}" type="presOf" srcId="{4D207462-454C-4147-A085-DF7A4E9923B2}" destId="{3169619C-A328-44D7-AAF6-4569D6B09E8F}" srcOrd="0" destOrd="0" presId="urn:microsoft.com/office/officeart/2005/8/layout/list1"/>
    <dgm:cxn modelId="{DCC67B26-A6BB-4182-A29B-B98CE037D97C}" type="presOf" srcId="{49FA8D84-5EB5-4DFF-A9F1-8F6F009F751A}" destId="{2CF459BD-CDED-4F49-BED5-7FFE83FC1B42}" srcOrd="0" destOrd="0" presId="urn:microsoft.com/office/officeart/2005/8/layout/list1"/>
    <dgm:cxn modelId="{E6C42434-2997-4A77-9840-122B9182A6B9}" type="presOf" srcId="{8B09F4F5-A5C3-4663-A5B3-D6E82A05FD24}" destId="{23E9248E-668C-44E2-BC56-73F9ECE9C5B9}" srcOrd="0" destOrd="0" presId="urn:microsoft.com/office/officeart/2005/8/layout/list1"/>
    <dgm:cxn modelId="{84BE575D-5445-4A27-8155-061F995031DC}" type="presOf" srcId="{34B6FFA9-5B35-4646-9F08-39A92121D316}" destId="{6720C0EC-9E68-449F-B92D-E6422041A01B}" srcOrd="0" destOrd="0" presId="urn:microsoft.com/office/officeart/2005/8/layout/list1"/>
    <dgm:cxn modelId="{E95CEE66-2AFB-42D9-840D-DC94E67746B3}" type="presOf" srcId="{8D629C74-58D3-4E72-9B7F-6C09F07B5C96}" destId="{16CA1BEB-5663-4E6D-95DF-7DF864EB143B}" srcOrd="0" destOrd="0" presId="urn:microsoft.com/office/officeart/2005/8/layout/list1"/>
    <dgm:cxn modelId="{BC9C5848-7716-43E2-ABFF-B03EA3AE46C1}" srcId="{1862DBA0-7D79-4C91-BEFA-D3A20512130C}" destId="{8D629C74-58D3-4E72-9B7F-6C09F07B5C96}" srcOrd="1" destOrd="0" parTransId="{9FCA2137-E965-4499-9B0A-7A71BBF78BAF}" sibTransId="{F7EA0236-F3D6-4A4E-B9B0-C428B6E857AA}"/>
    <dgm:cxn modelId="{31181D6B-0E4C-48A1-9CF5-945F7AD7EFF9}" type="presOf" srcId="{D44131F4-D954-4881-81D7-F98D425FF1D2}" destId="{28042D5F-B9A9-4348-87C3-4B674059EE72}" srcOrd="0" destOrd="0" presId="urn:microsoft.com/office/officeart/2005/8/layout/list1"/>
    <dgm:cxn modelId="{71A9D450-BE95-4163-8D71-CCA3FD6C6BA7}" type="presOf" srcId="{523B8A20-410B-4F61-8EFC-05EFA4D8AE8A}" destId="{B265C44A-43D9-4BCB-8FA1-7EEB43C511CA}" srcOrd="1" destOrd="0" presId="urn:microsoft.com/office/officeart/2005/8/layout/list1"/>
    <dgm:cxn modelId="{523DD052-4CB3-43CD-AAEB-D21FE24BE456}" srcId="{523B8A20-410B-4F61-8EFC-05EFA4D8AE8A}" destId="{4D207462-454C-4147-A085-DF7A4E9923B2}" srcOrd="0" destOrd="0" parTransId="{7FEF9172-7EFC-439E-BFB6-C862564D9751}" sibTransId="{DCFD171F-5955-4F1F-AA8D-EFA93A120FFC}"/>
    <dgm:cxn modelId="{C9A86D78-CA44-402C-9CC4-10B0B738B1DE}" srcId="{1862DBA0-7D79-4C91-BEFA-D3A20512130C}" destId="{523B8A20-410B-4F61-8EFC-05EFA4D8AE8A}" srcOrd="3" destOrd="0" parTransId="{423B776E-3B9A-4A04-AF83-10AF888373AF}" sibTransId="{B7229799-860B-4A6E-80A1-E4D0F981D22B}"/>
    <dgm:cxn modelId="{14328582-52C6-4CCD-96C8-F1C72269F1F2}" srcId="{1862DBA0-7D79-4C91-BEFA-D3A20512130C}" destId="{49FA8D84-5EB5-4DFF-A9F1-8F6F009F751A}" srcOrd="4" destOrd="0" parTransId="{07997467-CBC0-43F0-9864-0B7DCE0392FF}" sibTransId="{E6627D03-A8E0-4F5E-A9AF-A9AF9528F0E4}"/>
    <dgm:cxn modelId="{DD005A9E-789E-43C8-9487-FA745A42AB5A}" type="presOf" srcId="{2AB15BDC-6E66-438F-817E-24560BA302D2}" destId="{EB5CBE54-2D7F-4E84-A865-41F083F2B9EB}" srcOrd="1" destOrd="0" presId="urn:microsoft.com/office/officeart/2005/8/layout/list1"/>
    <dgm:cxn modelId="{3058E5B0-1B28-4C44-8BC3-0981A52FE5B8}" type="presOf" srcId="{8D629C74-58D3-4E72-9B7F-6C09F07B5C96}" destId="{E83E7C5E-F929-4BC5-BEAD-E385B6631CCC}" srcOrd="1" destOrd="0" presId="urn:microsoft.com/office/officeart/2005/8/layout/list1"/>
    <dgm:cxn modelId="{82346FB8-DC54-4C49-83B3-15ACEE7EDC42}" type="presOf" srcId="{1862DBA0-7D79-4C91-BEFA-D3A20512130C}" destId="{DDB1B6B9-155D-4D3E-A10B-AC5A785194F4}" srcOrd="0" destOrd="0" presId="urn:microsoft.com/office/officeart/2005/8/layout/list1"/>
    <dgm:cxn modelId="{5574AFC2-B2DB-47EC-81A9-B6A2B17A8FF2}" srcId="{8B09F4F5-A5C3-4663-A5B3-D6E82A05FD24}" destId="{34B6FFA9-5B35-4646-9F08-39A92121D316}" srcOrd="0" destOrd="0" parTransId="{4220ADB0-35AF-4844-AF4C-39A637E262BD}" sibTransId="{54ABF80D-AE67-4DF5-8B28-02CB5EE9B838}"/>
    <dgm:cxn modelId="{254200C6-CE67-4309-BE69-C8884F0BF77A}" type="presOf" srcId="{49FA8D84-5EB5-4DFF-A9F1-8F6F009F751A}" destId="{92BC7F2C-8FFE-42EC-8FB0-C6D235BDDAAA}" srcOrd="1" destOrd="0" presId="urn:microsoft.com/office/officeart/2005/8/layout/list1"/>
    <dgm:cxn modelId="{BDBDDCCE-01CD-4DE2-A8CB-07521846B3E3}" srcId="{1862DBA0-7D79-4C91-BEFA-D3A20512130C}" destId="{2AB15BDC-6E66-438F-817E-24560BA302D2}" srcOrd="0" destOrd="0" parTransId="{755CE7D6-BED2-4631-A96D-36FC3B437005}" sibTransId="{2B9D984E-D624-4B5E-B95F-25D842A9254C}"/>
    <dgm:cxn modelId="{73D7F4EA-37CE-4E29-BE61-6872406270A0}" srcId="{1862DBA0-7D79-4C91-BEFA-D3A20512130C}" destId="{8B09F4F5-A5C3-4663-A5B3-D6E82A05FD24}" srcOrd="2" destOrd="0" parTransId="{60E575D5-93E2-4FA1-A433-EDBC7EF6F20F}" sibTransId="{A13ED723-75C3-4282-8D89-E19221CAD86D}"/>
    <dgm:cxn modelId="{D364EBF4-F4D3-4E56-A52D-F5410E414626}" type="presOf" srcId="{523B8A20-410B-4F61-8EFC-05EFA4D8AE8A}" destId="{F5592BF8-AA11-4399-874E-FD4FCCB96B3F}" srcOrd="0" destOrd="0" presId="urn:microsoft.com/office/officeart/2005/8/layout/list1"/>
    <dgm:cxn modelId="{C899FBFC-8B33-45F0-91F9-C414177E8D99}" srcId="{49FA8D84-5EB5-4DFF-A9F1-8F6F009F751A}" destId="{D44131F4-D954-4881-81D7-F98D425FF1D2}" srcOrd="0" destOrd="0" parTransId="{00E517FD-E2E4-413A-B02F-25DF53B84169}" sibTransId="{A3D0E22C-9B9A-44EB-B692-5132DC5615BD}"/>
    <dgm:cxn modelId="{B4F2F069-D290-4E91-8792-9505228AA7B0}" type="presParOf" srcId="{DDB1B6B9-155D-4D3E-A10B-AC5A785194F4}" destId="{9E8E89D6-76EF-4E8E-A5A1-CCDF6942631E}" srcOrd="0" destOrd="0" presId="urn:microsoft.com/office/officeart/2005/8/layout/list1"/>
    <dgm:cxn modelId="{D3152800-36D5-4B84-890B-4317B6C123F0}" type="presParOf" srcId="{9E8E89D6-76EF-4E8E-A5A1-CCDF6942631E}" destId="{4F5CF0D7-2223-48A7-AFBB-F46BE38205CB}" srcOrd="0" destOrd="0" presId="urn:microsoft.com/office/officeart/2005/8/layout/list1"/>
    <dgm:cxn modelId="{B57FB712-5C14-4730-B519-2CBEB3A40233}" type="presParOf" srcId="{9E8E89D6-76EF-4E8E-A5A1-CCDF6942631E}" destId="{EB5CBE54-2D7F-4E84-A865-41F083F2B9EB}" srcOrd="1" destOrd="0" presId="urn:microsoft.com/office/officeart/2005/8/layout/list1"/>
    <dgm:cxn modelId="{1CB7316B-7157-4248-BA78-883104EB7736}" type="presParOf" srcId="{DDB1B6B9-155D-4D3E-A10B-AC5A785194F4}" destId="{6EAE7C3C-2C22-457B-8610-778383ADA599}" srcOrd="1" destOrd="0" presId="urn:microsoft.com/office/officeart/2005/8/layout/list1"/>
    <dgm:cxn modelId="{8E0E15B2-A626-4EA9-B1F9-099A067DC434}" type="presParOf" srcId="{DDB1B6B9-155D-4D3E-A10B-AC5A785194F4}" destId="{881C9935-DF0E-48B2-84E0-103F5D3A82B1}" srcOrd="2" destOrd="0" presId="urn:microsoft.com/office/officeart/2005/8/layout/list1"/>
    <dgm:cxn modelId="{435A3887-A842-4B4F-B0D3-ED35E400C774}" type="presParOf" srcId="{DDB1B6B9-155D-4D3E-A10B-AC5A785194F4}" destId="{2684550A-346C-492D-BEED-8C6D62551DEC}" srcOrd="3" destOrd="0" presId="urn:microsoft.com/office/officeart/2005/8/layout/list1"/>
    <dgm:cxn modelId="{B5B0B748-6986-44EE-90B7-08EA0FDFCE48}" type="presParOf" srcId="{DDB1B6B9-155D-4D3E-A10B-AC5A785194F4}" destId="{B5811CE8-C1BD-4654-81CF-3EAC8DF2E89A}" srcOrd="4" destOrd="0" presId="urn:microsoft.com/office/officeart/2005/8/layout/list1"/>
    <dgm:cxn modelId="{CC4D7A91-14F3-4160-AFDD-B6C950867C01}" type="presParOf" srcId="{B5811CE8-C1BD-4654-81CF-3EAC8DF2E89A}" destId="{16CA1BEB-5663-4E6D-95DF-7DF864EB143B}" srcOrd="0" destOrd="0" presId="urn:microsoft.com/office/officeart/2005/8/layout/list1"/>
    <dgm:cxn modelId="{BD27990D-C50A-41E8-8975-F061BF0525CA}" type="presParOf" srcId="{B5811CE8-C1BD-4654-81CF-3EAC8DF2E89A}" destId="{E83E7C5E-F929-4BC5-BEAD-E385B6631CCC}" srcOrd="1" destOrd="0" presId="urn:microsoft.com/office/officeart/2005/8/layout/list1"/>
    <dgm:cxn modelId="{952EE4E6-EF5E-45C9-9825-7E1F82AFE670}" type="presParOf" srcId="{DDB1B6B9-155D-4D3E-A10B-AC5A785194F4}" destId="{55A1001E-5989-48FC-8CC5-6AB8FA2AF022}" srcOrd="5" destOrd="0" presId="urn:microsoft.com/office/officeart/2005/8/layout/list1"/>
    <dgm:cxn modelId="{1B57DEAA-044D-4ABD-8741-A822BFCA2BA8}" type="presParOf" srcId="{DDB1B6B9-155D-4D3E-A10B-AC5A785194F4}" destId="{0767C570-3C20-427E-A6C8-39EDAC877C28}" srcOrd="6" destOrd="0" presId="urn:microsoft.com/office/officeart/2005/8/layout/list1"/>
    <dgm:cxn modelId="{F2FE11FD-D06F-4285-AE3A-48EDA155EF48}" type="presParOf" srcId="{DDB1B6B9-155D-4D3E-A10B-AC5A785194F4}" destId="{5968E6FF-AE77-4322-AB80-CD031B3B4E0A}" srcOrd="7" destOrd="0" presId="urn:microsoft.com/office/officeart/2005/8/layout/list1"/>
    <dgm:cxn modelId="{6AE2E64D-3A0F-4B5A-BC0F-2D56E29F55C8}" type="presParOf" srcId="{DDB1B6B9-155D-4D3E-A10B-AC5A785194F4}" destId="{9210B99A-04E7-4194-828D-3D25634B0908}" srcOrd="8" destOrd="0" presId="urn:microsoft.com/office/officeart/2005/8/layout/list1"/>
    <dgm:cxn modelId="{A590FFC4-D413-49D0-872B-DFCA546076E0}" type="presParOf" srcId="{9210B99A-04E7-4194-828D-3D25634B0908}" destId="{23E9248E-668C-44E2-BC56-73F9ECE9C5B9}" srcOrd="0" destOrd="0" presId="urn:microsoft.com/office/officeart/2005/8/layout/list1"/>
    <dgm:cxn modelId="{34391704-FF40-4208-B16F-63F63B191EE1}" type="presParOf" srcId="{9210B99A-04E7-4194-828D-3D25634B0908}" destId="{491694C5-DFC9-4D34-8E8E-E599C5D27C72}" srcOrd="1" destOrd="0" presId="urn:microsoft.com/office/officeart/2005/8/layout/list1"/>
    <dgm:cxn modelId="{4488E206-2791-402B-B9A2-6CAE64161BFC}" type="presParOf" srcId="{DDB1B6B9-155D-4D3E-A10B-AC5A785194F4}" destId="{49FDF5A8-F868-408A-937B-A45640C769B2}" srcOrd="9" destOrd="0" presId="urn:microsoft.com/office/officeart/2005/8/layout/list1"/>
    <dgm:cxn modelId="{5F8137FD-C24D-403C-8AC4-8B6D9201AABE}" type="presParOf" srcId="{DDB1B6B9-155D-4D3E-A10B-AC5A785194F4}" destId="{6720C0EC-9E68-449F-B92D-E6422041A01B}" srcOrd="10" destOrd="0" presId="urn:microsoft.com/office/officeart/2005/8/layout/list1"/>
    <dgm:cxn modelId="{FBC70DFF-3919-438D-A211-A54D94B654EB}" type="presParOf" srcId="{DDB1B6B9-155D-4D3E-A10B-AC5A785194F4}" destId="{E8B10057-3450-40DE-B555-2E468C6CBCA2}" srcOrd="11" destOrd="0" presId="urn:microsoft.com/office/officeart/2005/8/layout/list1"/>
    <dgm:cxn modelId="{2FF1DF28-0835-49C5-A72C-8F828EE60AF8}" type="presParOf" srcId="{DDB1B6B9-155D-4D3E-A10B-AC5A785194F4}" destId="{85A89971-CB7B-4E19-8A8A-372BFC825BD4}" srcOrd="12" destOrd="0" presId="urn:microsoft.com/office/officeart/2005/8/layout/list1"/>
    <dgm:cxn modelId="{136C0F5B-12DE-45B0-A949-E61DA594A16F}" type="presParOf" srcId="{85A89971-CB7B-4E19-8A8A-372BFC825BD4}" destId="{F5592BF8-AA11-4399-874E-FD4FCCB96B3F}" srcOrd="0" destOrd="0" presId="urn:microsoft.com/office/officeart/2005/8/layout/list1"/>
    <dgm:cxn modelId="{00CC6EF3-0CD4-4F0A-8934-0D9AD1EF00B7}" type="presParOf" srcId="{85A89971-CB7B-4E19-8A8A-372BFC825BD4}" destId="{B265C44A-43D9-4BCB-8FA1-7EEB43C511CA}" srcOrd="1" destOrd="0" presId="urn:microsoft.com/office/officeart/2005/8/layout/list1"/>
    <dgm:cxn modelId="{9AD4E3F3-D2D2-4AE1-9FB1-8B2BC80D1815}" type="presParOf" srcId="{DDB1B6B9-155D-4D3E-A10B-AC5A785194F4}" destId="{ABF7A5F3-95AA-440D-A6D7-142A0446A9AC}" srcOrd="13" destOrd="0" presId="urn:microsoft.com/office/officeart/2005/8/layout/list1"/>
    <dgm:cxn modelId="{C1D72818-43AF-456F-BCCE-BD08FB434058}" type="presParOf" srcId="{DDB1B6B9-155D-4D3E-A10B-AC5A785194F4}" destId="{3169619C-A328-44D7-AAF6-4569D6B09E8F}" srcOrd="14" destOrd="0" presId="urn:microsoft.com/office/officeart/2005/8/layout/list1"/>
    <dgm:cxn modelId="{EE6F24EE-8C40-4C69-B189-08868D833934}" type="presParOf" srcId="{DDB1B6B9-155D-4D3E-A10B-AC5A785194F4}" destId="{E9DE8516-6F88-43FB-880B-86CF35BDC62B}" srcOrd="15" destOrd="0" presId="urn:microsoft.com/office/officeart/2005/8/layout/list1"/>
    <dgm:cxn modelId="{DFE80AE5-C744-4BE6-BC45-6238DBDCDD71}" type="presParOf" srcId="{DDB1B6B9-155D-4D3E-A10B-AC5A785194F4}" destId="{5D4B3004-ED9D-4F67-B27E-81BD3C61BA78}" srcOrd="16" destOrd="0" presId="urn:microsoft.com/office/officeart/2005/8/layout/list1"/>
    <dgm:cxn modelId="{55744018-AAF3-4FF1-BC2C-34F38F606308}" type="presParOf" srcId="{5D4B3004-ED9D-4F67-B27E-81BD3C61BA78}" destId="{2CF459BD-CDED-4F49-BED5-7FFE83FC1B42}" srcOrd="0" destOrd="0" presId="urn:microsoft.com/office/officeart/2005/8/layout/list1"/>
    <dgm:cxn modelId="{CEF4FE18-E81F-4CDE-AF5E-AD6DFA6A7063}" type="presParOf" srcId="{5D4B3004-ED9D-4F67-B27E-81BD3C61BA78}" destId="{92BC7F2C-8FFE-42EC-8FB0-C6D235BDDAAA}" srcOrd="1" destOrd="0" presId="urn:microsoft.com/office/officeart/2005/8/layout/list1"/>
    <dgm:cxn modelId="{E665B1D3-1656-4F3F-97F9-C5D856E394A2}" type="presParOf" srcId="{DDB1B6B9-155D-4D3E-A10B-AC5A785194F4}" destId="{F2F6E12D-40D5-415A-BADE-10E1BB2B7F98}" srcOrd="17" destOrd="0" presId="urn:microsoft.com/office/officeart/2005/8/layout/list1"/>
    <dgm:cxn modelId="{03A6BBFC-8DA4-41FB-8FA0-078B723AC07D}" type="presParOf" srcId="{DDB1B6B9-155D-4D3E-A10B-AC5A785194F4}" destId="{28042D5F-B9A9-4348-87C3-4B674059EE72}"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97C1C8DE-8D08-47BD-8F9E-B1BAD3D1C93E}"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4055E2DA-A6A9-4086-94EF-EF25ED146E89}">
      <dgm:prSet/>
      <dgm:spPr/>
      <dgm:t>
        <a:bodyPr/>
        <a:lstStyle/>
        <a:p>
          <a:r>
            <a:rPr lang="en-US"/>
            <a:t>Stage 3</a:t>
          </a:r>
        </a:p>
      </dgm:t>
    </dgm:pt>
    <dgm:pt modelId="{236DCB88-ED08-4890-9A1F-3B6ABD759D2C}" type="parTrans" cxnId="{76A0AC74-4ABA-48F5-8015-B7609E9A85A4}">
      <dgm:prSet/>
      <dgm:spPr/>
      <dgm:t>
        <a:bodyPr/>
        <a:lstStyle/>
        <a:p>
          <a:endParaRPr lang="en-US"/>
        </a:p>
      </dgm:t>
    </dgm:pt>
    <dgm:pt modelId="{F0A4BB8F-3AE2-46C1-B4CC-2373A7CAAEC3}" type="sibTrans" cxnId="{76A0AC74-4ABA-48F5-8015-B7609E9A85A4}">
      <dgm:prSet/>
      <dgm:spPr/>
      <dgm:t>
        <a:bodyPr/>
        <a:lstStyle/>
        <a:p>
          <a:endParaRPr lang="en-US"/>
        </a:p>
      </dgm:t>
    </dgm:pt>
    <dgm:pt modelId="{47EDC677-B829-4CE2-8F5E-C2279D516C75}">
      <dgm:prSet/>
      <dgm:spPr/>
      <dgm:t>
        <a:bodyPr/>
        <a:lstStyle/>
        <a:p>
          <a:r>
            <a:rPr lang="en-US"/>
            <a:t>RLHF (Reinforcement Learning from Human Feedback)</a:t>
          </a:r>
        </a:p>
      </dgm:t>
    </dgm:pt>
    <dgm:pt modelId="{58CD203C-EF01-4A5A-89A5-BA5196E91E41}" type="parTrans" cxnId="{0FB63777-0073-4ABF-B2D6-88210A12236C}">
      <dgm:prSet/>
      <dgm:spPr/>
      <dgm:t>
        <a:bodyPr/>
        <a:lstStyle/>
        <a:p>
          <a:endParaRPr lang="en-US"/>
        </a:p>
      </dgm:t>
    </dgm:pt>
    <dgm:pt modelId="{8FF48CDB-42F9-42BE-99D6-E178B2C5610C}" type="sibTrans" cxnId="{0FB63777-0073-4ABF-B2D6-88210A12236C}">
      <dgm:prSet/>
      <dgm:spPr/>
      <dgm:t>
        <a:bodyPr/>
        <a:lstStyle/>
        <a:p>
          <a:endParaRPr lang="en-US"/>
        </a:p>
      </dgm:t>
    </dgm:pt>
    <dgm:pt modelId="{FF01A82F-BB3B-4764-B9B5-FE09BFD478FF}">
      <dgm:prSet/>
      <dgm:spPr/>
      <dgm:t>
        <a:bodyPr/>
        <a:lstStyle/>
        <a:p>
          <a:r>
            <a:rPr lang="en-US"/>
            <a:t>The Alignment</a:t>
          </a:r>
        </a:p>
      </dgm:t>
    </dgm:pt>
    <dgm:pt modelId="{7BAB1402-EA0E-4D40-B106-566DA122CDC4}" type="parTrans" cxnId="{E2F76378-C8CE-40C5-9DC2-83CF6E34472A}">
      <dgm:prSet/>
      <dgm:spPr/>
      <dgm:t>
        <a:bodyPr/>
        <a:lstStyle/>
        <a:p>
          <a:endParaRPr lang="en-US"/>
        </a:p>
      </dgm:t>
    </dgm:pt>
    <dgm:pt modelId="{29BC40D5-C188-4DAB-BE99-5CBE3650F3F1}" type="sibTrans" cxnId="{E2F76378-C8CE-40C5-9DC2-83CF6E34472A}">
      <dgm:prSet/>
      <dgm:spPr/>
      <dgm:t>
        <a:bodyPr/>
        <a:lstStyle/>
        <a:p>
          <a:endParaRPr lang="en-US"/>
        </a:p>
      </dgm:t>
    </dgm:pt>
    <dgm:pt modelId="{A2D6CFC2-829A-467C-8175-10771AF59DA4}">
      <dgm:prSet/>
      <dgm:spPr/>
      <dgm:t>
        <a:bodyPr/>
        <a:lstStyle/>
        <a:p>
          <a:r>
            <a:rPr lang="en-US"/>
            <a:t>This step does not exist in traditional ML.</a:t>
          </a:r>
        </a:p>
      </dgm:t>
    </dgm:pt>
    <dgm:pt modelId="{29D8DEB1-BFB2-4784-8A2C-294D1DED758B}" type="parTrans" cxnId="{725056A4-D020-4B46-B0D8-25E504D27A2A}">
      <dgm:prSet/>
      <dgm:spPr/>
      <dgm:t>
        <a:bodyPr/>
        <a:lstStyle/>
        <a:p>
          <a:endParaRPr lang="en-US"/>
        </a:p>
      </dgm:t>
    </dgm:pt>
    <dgm:pt modelId="{C1924640-52DC-4032-BA81-911E1F1733E5}" type="sibTrans" cxnId="{725056A4-D020-4B46-B0D8-25E504D27A2A}">
      <dgm:prSet/>
      <dgm:spPr/>
      <dgm:t>
        <a:bodyPr/>
        <a:lstStyle/>
        <a:p>
          <a:endParaRPr lang="en-US"/>
        </a:p>
      </dgm:t>
    </dgm:pt>
    <dgm:pt modelId="{72B19BAC-0DE1-417B-881E-5544D9BBC5CD}">
      <dgm:prSet/>
      <dgm:spPr/>
      <dgm:t>
        <a:bodyPr/>
        <a:lstStyle/>
        <a:p>
          <a:r>
            <a:rPr lang="en-US"/>
            <a:t>Problem</a:t>
          </a:r>
        </a:p>
      </dgm:t>
    </dgm:pt>
    <dgm:pt modelId="{DA4A1C8A-796E-4776-AABF-2F582199B3A2}" type="parTrans" cxnId="{5835EA33-0D12-453B-ABED-4C0DDD3B9556}">
      <dgm:prSet/>
      <dgm:spPr/>
      <dgm:t>
        <a:bodyPr/>
        <a:lstStyle/>
        <a:p>
          <a:endParaRPr lang="en-US"/>
        </a:p>
      </dgm:t>
    </dgm:pt>
    <dgm:pt modelId="{7F9E7B82-9604-40D1-9CD8-7A8DC2DD64B8}" type="sibTrans" cxnId="{5835EA33-0D12-453B-ABED-4C0DDD3B9556}">
      <dgm:prSet/>
      <dgm:spPr/>
      <dgm:t>
        <a:bodyPr/>
        <a:lstStyle/>
        <a:p>
          <a:endParaRPr lang="en-US"/>
        </a:p>
      </dgm:t>
    </dgm:pt>
    <dgm:pt modelId="{D0177070-6CE4-4138-9149-E3ABDFBA403B}">
      <dgm:prSet/>
      <dgm:spPr/>
      <dgm:t>
        <a:bodyPr/>
        <a:lstStyle/>
        <a:p>
          <a:r>
            <a:rPr lang="en-US"/>
            <a:t>The model might be toxic or hallucinations.</a:t>
          </a:r>
        </a:p>
      </dgm:t>
    </dgm:pt>
    <dgm:pt modelId="{606553E4-C002-462B-BB91-8D5043FD81E6}" type="parTrans" cxnId="{036F33D4-2D5E-4515-8CFD-D70159B2121F}">
      <dgm:prSet/>
      <dgm:spPr/>
      <dgm:t>
        <a:bodyPr/>
        <a:lstStyle/>
        <a:p>
          <a:endParaRPr lang="en-US"/>
        </a:p>
      </dgm:t>
    </dgm:pt>
    <dgm:pt modelId="{9D38F29B-0920-4804-B035-8BF9288A90A3}" type="sibTrans" cxnId="{036F33D4-2D5E-4515-8CFD-D70159B2121F}">
      <dgm:prSet/>
      <dgm:spPr/>
      <dgm:t>
        <a:bodyPr/>
        <a:lstStyle/>
        <a:p>
          <a:endParaRPr lang="en-US"/>
        </a:p>
      </dgm:t>
    </dgm:pt>
    <dgm:pt modelId="{ADBC6651-B895-4520-A3EC-931DDF6E1014}">
      <dgm:prSet/>
      <dgm:spPr/>
      <dgm:t>
        <a:bodyPr/>
        <a:lstStyle/>
        <a:p>
          <a:r>
            <a:rPr lang="en-US"/>
            <a:t>Solution</a:t>
          </a:r>
        </a:p>
      </dgm:t>
    </dgm:pt>
    <dgm:pt modelId="{1CA3DDDA-D61F-4DA2-9776-B8A3F0A0181D}" type="parTrans" cxnId="{B22D020A-A4C3-40EC-A452-C5E0AA88FBA6}">
      <dgm:prSet/>
      <dgm:spPr/>
      <dgm:t>
        <a:bodyPr/>
        <a:lstStyle/>
        <a:p>
          <a:endParaRPr lang="en-US"/>
        </a:p>
      </dgm:t>
    </dgm:pt>
    <dgm:pt modelId="{62C96A9B-D109-4E2F-809C-28853F676059}" type="sibTrans" cxnId="{B22D020A-A4C3-40EC-A452-C5E0AA88FBA6}">
      <dgm:prSet/>
      <dgm:spPr/>
      <dgm:t>
        <a:bodyPr/>
        <a:lstStyle/>
        <a:p>
          <a:endParaRPr lang="en-US"/>
        </a:p>
      </dgm:t>
    </dgm:pt>
    <dgm:pt modelId="{E70E041F-90CA-451C-A60A-A3E7218D04AA}">
      <dgm:prSet/>
      <dgm:spPr/>
      <dgm:t>
        <a:bodyPr/>
        <a:lstStyle/>
        <a:p>
          <a:r>
            <a:rPr lang="en-US"/>
            <a:t>Humans rank the AI's answers (A is better than B).</a:t>
          </a:r>
        </a:p>
      </dgm:t>
    </dgm:pt>
    <dgm:pt modelId="{C2B78326-3108-405F-A7B8-4AF9CD0E8E3B}" type="parTrans" cxnId="{D174FAA3-3BEE-49E8-B8FB-5219A8B0E120}">
      <dgm:prSet/>
      <dgm:spPr/>
      <dgm:t>
        <a:bodyPr/>
        <a:lstStyle/>
        <a:p>
          <a:endParaRPr lang="en-US"/>
        </a:p>
      </dgm:t>
    </dgm:pt>
    <dgm:pt modelId="{31F5CAFE-8FF6-4DF1-8D3D-ABD7149B738B}" type="sibTrans" cxnId="{D174FAA3-3BEE-49E8-B8FB-5219A8B0E120}">
      <dgm:prSet/>
      <dgm:spPr/>
      <dgm:t>
        <a:bodyPr/>
        <a:lstStyle/>
        <a:p>
          <a:endParaRPr lang="en-US"/>
        </a:p>
      </dgm:t>
    </dgm:pt>
    <dgm:pt modelId="{336A5D35-BEA3-49B0-8ACE-C935A3419710}">
      <dgm:prSet/>
      <dgm:spPr/>
      <dgm:t>
        <a:bodyPr/>
        <a:lstStyle/>
        <a:p>
          <a:r>
            <a:rPr lang="en-US"/>
            <a:t>A Reward Model is trained to guide the AI toward "helpful and harmless" outputs.</a:t>
          </a:r>
        </a:p>
      </dgm:t>
    </dgm:pt>
    <dgm:pt modelId="{FB197ABC-98F1-43F6-8904-1D6EE525AA3D}" type="parTrans" cxnId="{8671B356-75A2-4C74-99D0-7D5EE0F71F63}">
      <dgm:prSet/>
      <dgm:spPr/>
      <dgm:t>
        <a:bodyPr/>
        <a:lstStyle/>
        <a:p>
          <a:endParaRPr lang="en-US"/>
        </a:p>
      </dgm:t>
    </dgm:pt>
    <dgm:pt modelId="{7E0B567C-8927-424F-9D93-E1E15215C931}" type="sibTrans" cxnId="{8671B356-75A2-4C74-99D0-7D5EE0F71F63}">
      <dgm:prSet/>
      <dgm:spPr/>
      <dgm:t>
        <a:bodyPr/>
        <a:lstStyle/>
        <a:p>
          <a:endParaRPr lang="en-US"/>
        </a:p>
      </dgm:t>
    </dgm:pt>
    <dgm:pt modelId="{510AA05D-8703-4F6B-8620-76551F9D30B7}" type="pres">
      <dgm:prSet presAssocID="{97C1C8DE-8D08-47BD-8F9E-B1BAD3D1C93E}" presName="linear" presStyleCnt="0">
        <dgm:presLayoutVars>
          <dgm:animLvl val="lvl"/>
          <dgm:resizeHandles val="exact"/>
        </dgm:presLayoutVars>
      </dgm:prSet>
      <dgm:spPr/>
    </dgm:pt>
    <dgm:pt modelId="{C3BDFBDC-157F-43F1-B405-50B67FAEE8D0}" type="pres">
      <dgm:prSet presAssocID="{4055E2DA-A6A9-4086-94EF-EF25ED146E89}" presName="parentText" presStyleLbl="node1" presStyleIdx="0" presStyleCnt="5">
        <dgm:presLayoutVars>
          <dgm:chMax val="0"/>
          <dgm:bulletEnabled val="1"/>
        </dgm:presLayoutVars>
      </dgm:prSet>
      <dgm:spPr/>
    </dgm:pt>
    <dgm:pt modelId="{349B0C6F-B727-4F55-84C8-BF117827C6C6}" type="pres">
      <dgm:prSet presAssocID="{F0A4BB8F-3AE2-46C1-B4CC-2373A7CAAEC3}" presName="spacer" presStyleCnt="0"/>
      <dgm:spPr/>
    </dgm:pt>
    <dgm:pt modelId="{FB6A8F03-FA4E-4A62-A755-C430EB87E9E0}" type="pres">
      <dgm:prSet presAssocID="{47EDC677-B829-4CE2-8F5E-C2279D516C75}" presName="parentText" presStyleLbl="node1" presStyleIdx="1" presStyleCnt="5">
        <dgm:presLayoutVars>
          <dgm:chMax val="0"/>
          <dgm:bulletEnabled val="1"/>
        </dgm:presLayoutVars>
      </dgm:prSet>
      <dgm:spPr/>
    </dgm:pt>
    <dgm:pt modelId="{B1BEACC6-80C5-41AD-B757-480F1F5192F5}" type="pres">
      <dgm:prSet presAssocID="{8FF48CDB-42F9-42BE-99D6-E178B2C5610C}" presName="spacer" presStyleCnt="0"/>
      <dgm:spPr/>
    </dgm:pt>
    <dgm:pt modelId="{4FE092E1-3A7A-4EB5-8E30-B4E8BD231ECD}" type="pres">
      <dgm:prSet presAssocID="{FF01A82F-BB3B-4764-B9B5-FE09BFD478FF}" presName="parentText" presStyleLbl="node1" presStyleIdx="2" presStyleCnt="5">
        <dgm:presLayoutVars>
          <dgm:chMax val="0"/>
          <dgm:bulletEnabled val="1"/>
        </dgm:presLayoutVars>
      </dgm:prSet>
      <dgm:spPr/>
    </dgm:pt>
    <dgm:pt modelId="{92665DCA-046B-4491-A370-80129D956F61}" type="pres">
      <dgm:prSet presAssocID="{FF01A82F-BB3B-4764-B9B5-FE09BFD478FF}" presName="childText" presStyleLbl="revTx" presStyleIdx="0" presStyleCnt="3">
        <dgm:presLayoutVars>
          <dgm:bulletEnabled val="1"/>
        </dgm:presLayoutVars>
      </dgm:prSet>
      <dgm:spPr/>
    </dgm:pt>
    <dgm:pt modelId="{235E969A-50B6-44EE-9C34-7E1C5E5E9C0E}" type="pres">
      <dgm:prSet presAssocID="{72B19BAC-0DE1-417B-881E-5544D9BBC5CD}" presName="parentText" presStyleLbl="node1" presStyleIdx="3" presStyleCnt="5">
        <dgm:presLayoutVars>
          <dgm:chMax val="0"/>
          <dgm:bulletEnabled val="1"/>
        </dgm:presLayoutVars>
      </dgm:prSet>
      <dgm:spPr/>
    </dgm:pt>
    <dgm:pt modelId="{68C27CD7-725F-4495-88F1-41521DC597F8}" type="pres">
      <dgm:prSet presAssocID="{72B19BAC-0DE1-417B-881E-5544D9BBC5CD}" presName="childText" presStyleLbl="revTx" presStyleIdx="1" presStyleCnt="3">
        <dgm:presLayoutVars>
          <dgm:bulletEnabled val="1"/>
        </dgm:presLayoutVars>
      </dgm:prSet>
      <dgm:spPr/>
    </dgm:pt>
    <dgm:pt modelId="{B6258C1B-4176-466B-9F58-4116C5DCB464}" type="pres">
      <dgm:prSet presAssocID="{ADBC6651-B895-4520-A3EC-931DDF6E1014}" presName="parentText" presStyleLbl="node1" presStyleIdx="4" presStyleCnt="5">
        <dgm:presLayoutVars>
          <dgm:chMax val="0"/>
          <dgm:bulletEnabled val="1"/>
        </dgm:presLayoutVars>
      </dgm:prSet>
      <dgm:spPr/>
    </dgm:pt>
    <dgm:pt modelId="{860E1805-F0BD-4B3C-89FE-8A5ADCECF2CD}" type="pres">
      <dgm:prSet presAssocID="{ADBC6651-B895-4520-A3EC-931DDF6E1014}" presName="childText" presStyleLbl="revTx" presStyleIdx="2" presStyleCnt="3">
        <dgm:presLayoutVars>
          <dgm:bulletEnabled val="1"/>
        </dgm:presLayoutVars>
      </dgm:prSet>
      <dgm:spPr/>
    </dgm:pt>
  </dgm:ptLst>
  <dgm:cxnLst>
    <dgm:cxn modelId="{6EBF1901-AC7F-407F-8700-490FF88ED7DF}" type="presOf" srcId="{A2D6CFC2-829A-467C-8175-10771AF59DA4}" destId="{92665DCA-046B-4491-A370-80129D956F61}" srcOrd="0" destOrd="0" presId="urn:microsoft.com/office/officeart/2005/8/layout/vList2"/>
    <dgm:cxn modelId="{B22D020A-A4C3-40EC-A452-C5E0AA88FBA6}" srcId="{97C1C8DE-8D08-47BD-8F9E-B1BAD3D1C93E}" destId="{ADBC6651-B895-4520-A3EC-931DDF6E1014}" srcOrd="4" destOrd="0" parTransId="{1CA3DDDA-D61F-4DA2-9776-B8A3F0A0181D}" sibTransId="{62C96A9B-D109-4E2F-809C-28853F676059}"/>
    <dgm:cxn modelId="{889DDB1A-9A04-4BDD-8D27-9B0421ECFFD1}" type="presOf" srcId="{97C1C8DE-8D08-47BD-8F9E-B1BAD3D1C93E}" destId="{510AA05D-8703-4F6B-8620-76551F9D30B7}" srcOrd="0" destOrd="0" presId="urn:microsoft.com/office/officeart/2005/8/layout/vList2"/>
    <dgm:cxn modelId="{1A93BE1F-67FF-4505-980F-D17ED21D8A5A}" type="presOf" srcId="{4055E2DA-A6A9-4086-94EF-EF25ED146E89}" destId="{C3BDFBDC-157F-43F1-B405-50B67FAEE8D0}" srcOrd="0" destOrd="0" presId="urn:microsoft.com/office/officeart/2005/8/layout/vList2"/>
    <dgm:cxn modelId="{5835EA33-0D12-453B-ABED-4C0DDD3B9556}" srcId="{97C1C8DE-8D08-47BD-8F9E-B1BAD3D1C93E}" destId="{72B19BAC-0DE1-417B-881E-5544D9BBC5CD}" srcOrd="3" destOrd="0" parTransId="{DA4A1C8A-796E-4776-AABF-2F582199B3A2}" sibTransId="{7F9E7B82-9604-40D1-9CD8-7A8DC2DD64B8}"/>
    <dgm:cxn modelId="{1241B346-8D6F-4AF0-B1AF-F9992114C0B1}" type="presOf" srcId="{336A5D35-BEA3-49B0-8ACE-C935A3419710}" destId="{860E1805-F0BD-4B3C-89FE-8A5ADCECF2CD}" srcOrd="0" destOrd="1" presId="urn:microsoft.com/office/officeart/2005/8/layout/vList2"/>
    <dgm:cxn modelId="{15C26F6D-A0B4-4EE9-ABA0-CCFB73895346}" type="presOf" srcId="{E70E041F-90CA-451C-A60A-A3E7218D04AA}" destId="{860E1805-F0BD-4B3C-89FE-8A5ADCECF2CD}" srcOrd="0" destOrd="0" presId="urn:microsoft.com/office/officeart/2005/8/layout/vList2"/>
    <dgm:cxn modelId="{76A0AC74-4ABA-48F5-8015-B7609E9A85A4}" srcId="{97C1C8DE-8D08-47BD-8F9E-B1BAD3D1C93E}" destId="{4055E2DA-A6A9-4086-94EF-EF25ED146E89}" srcOrd="0" destOrd="0" parTransId="{236DCB88-ED08-4890-9A1F-3B6ABD759D2C}" sibTransId="{F0A4BB8F-3AE2-46C1-B4CC-2373A7CAAEC3}"/>
    <dgm:cxn modelId="{8671B356-75A2-4C74-99D0-7D5EE0F71F63}" srcId="{ADBC6651-B895-4520-A3EC-931DDF6E1014}" destId="{336A5D35-BEA3-49B0-8ACE-C935A3419710}" srcOrd="1" destOrd="0" parTransId="{FB197ABC-98F1-43F6-8904-1D6EE525AA3D}" sibTransId="{7E0B567C-8927-424F-9D93-E1E15215C931}"/>
    <dgm:cxn modelId="{0FB63777-0073-4ABF-B2D6-88210A12236C}" srcId="{97C1C8DE-8D08-47BD-8F9E-B1BAD3D1C93E}" destId="{47EDC677-B829-4CE2-8F5E-C2279D516C75}" srcOrd="1" destOrd="0" parTransId="{58CD203C-EF01-4A5A-89A5-BA5196E91E41}" sibTransId="{8FF48CDB-42F9-42BE-99D6-E178B2C5610C}"/>
    <dgm:cxn modelId="{E2F76378-C8CE-40C5-9DC2-83CF6E34472A}" srcId="{97C1C8DE-8D08-47BD-8F9E-B1BAD3D1C93E}" destId="{FF01A82F-BB3B-4764-B9B5-FE09BFD478FF}" srcOrd="2" destOrd="0" parTransId="{7BAB1402-EA0E-4D40-B106-566DA122CDC4}" sibTransId="{29BC40D5-C188-4DAB-BE99-5CBE3650F3F1}"/>
    <dgm:cxn modelId="{44CA7F59-F905-431D-8D1E-9876CE531B2C}" type="presOf" srcId="{FF01A82F-BB3B-4764-B9B5-FE09BFD478FF}" destId="{4FE092E1-3A7A-4EB5-8E30-B4E8BD231ECD}" srcOrd="0" destOrd="0" presId="urn:microsoft.com/office/officeart/2005/8/layout/vList2"/>
    <dgm:cxn modelId="{51E7C67E-FD39-4C5B-80B1-CEDC18B5ABCD}" type="presOf" srcId="{72B19BAC-0DE1-417B-881E-5544D9BBC5CD}" destId="{235E969A-50B6-44EE-9C34-7E1C5E5E9C0E}" srcOrd="0" destOrd="0" presId="urn:microsoft.com/office/officeart/2005/8/layout/vList2"/>
    <dgm:cxn modelId="{D174FAA3-3BEE-49E8-B8FB-5219A8B0E120}" srcId="{ADBC6651-B895-4520-A3EC-931DDF6E1014}" destId="{E70E041F-90CA-451C-A60A-A3E7218D04AA}" srcOrd="0" destOrd="0" parTransId="{C2B78326-3108-405F-A7B8-4AF9CD0E8E3B}" sibTransId="{31F5CAFE-8FF6-4DF1-8D3D-ABD7149B738B}"/>
    <dgm:cxn modelId="{725056A4-D020-4B46-B0D8-25E504D27A2A}" srcId="{FF01A82F-BB3B-4764-B9B5-FE09BFD478FF}" destId="{A2D6CFC2-829A-467C-8175-10771AF59DA4}" srcOrd="0" destOrd="0" parTransId="{29D8DEB1-BFB2-4784-8A2C-294D1DED758B}" sibTransId="{C1924640-52DC-4032-BA81-911E1F1733E5}"/>
    <dgm:cxn modelId="{3E222DAE-9388-434D-8EDB-46198A8172B8}" type="presOf" srcId="{ADBC6651-B895-4520-A3EC-931DDF6E1014}" destId="{B6258C1B-4176-466B-9F58-4116C5DCB464}" srcOrd="0" destOrd="0" presId="urn:microsoft.com/office/officeart/2005/8/layout/vList2"/>
    <dgm:cxn modelId="{02F605C9-B47E-4AC1-811C-BAB2B483D923}" type="presOf" srcId="{D0177070-6CE4-4138-9149-E3ABDFBA403B}" destId="{68C27CD7-725F-4495-88F1-41521DC597F8}" srcOrd="0" destOrd="0" presId="urn:microsoft.com/office/officeart/2005/8/layout/vList2"/>
    <dgm:cxn modelId="{036F33D4-2D5E-4515-8CFD-D70159B2121F}" srcId="{72B19BAC-0DE1-417B-881E-5544D9BBC5CD}" destId="{D0177070-6CE4-4138-9149-E3ABDFBA403B}" srcOrd="0" destOrd="0" parTransId="{606553E4-C002-462B-BB91-8D5043FD81E6}" sibTransId="{9D38F29B-0920-4804-B035-8BF9288A90A3}"/>
    <dgm:cxn modelId="{B39970D5-864A-4DE5-94E5-C3AC228D00AA}" type="presOf" srcId="{47EDC677-B829-4CE2-8F5E-C2279D516C75}" destId="{FB6A8F03-FA4E-4A62-A755-C430EB87E9E0}" srcOrd="0" destOrd="0" presId="urn:microsoft.com/office/officeart/2005/8/layout/vList2"/>
    <dgm:cxn modelId="{59B73BC6-5508-40E7-AB34-01F43A4ECF1E}" type="presParOf" srcId="{510AA05D-8703-4F6B-8620-76551F9D30B7}" destId="{C3BDFBDC-157F-43F1-B405-50B67FAEE8D0}" srcOrd="0" destOrd="0" presId="urn:microsoft.com/office/officeart/2005/8/layout/vList2"/>
    <dgm:cxn modelId="{A106B13D-F456-4A7D-8D2A-2D648CA6E016}" type="presParOf" srcId="{510AA05D-8703-4F6B-8620-76551F9D30B7}" destId="{349B0C6F-B727-4F55-84C8-BF117827C6C6}" srcOrd="1" destOrd="0" presId="urn:microsoft.com/office/officeart/2005/8/layout/vList2"/>
    <dgm:cxn modelId="{30F30899-EE6A-4A7D-8E18-A57EFAB60D94}" type="presParOf" srcId="{510AA05D-8703-4F6B-8620-76551F9D30B7}" destId="{FB6A8F03-FA4E-4A62-A755-C430EB87E9E0}" srcOrd="2" destOrd="0" presId="urn:microsoft.com/office/officeart/2005/8/layout/vList2"/>
    <dgm:cxn modelId="{97F61BDE-5D82-496B-851E-E023A776AEB7}" type="presParOf" srcId="{510AA05D-8703-4F6B-8620-76551F9D30B7}" destId="{B1BEACC6-80C5-41AD-B757-480F1F5192F5}" srcOrd="3" destOrd="0" presId="urn:microsoft.com/office/officeart/2005/8/layout/vList2"/>
    <dgm:cxn modelId="{97014DDE-4589-4632-903C-2F26532FAF78}" type="presParOf" srcId="{510AA05D-8703-4F6B-8620-76551F9D30B7}" destId="{4FE092E1-3A7A-4EB5-8E30-B4E8BD231ECD}" srcOrd="4" destOrd="0" presId="urn:microsoft.com/office/officeart/2005/8/layout/vList2"/>
    <dgm:cxn modelId="{C2252AB9-1795-472A-90A6-CEB1829EE915}" type="presParOf" srcId="{510AA05D-8703-4F6B-8620-76551F9D30B7}" destId="{92665DCA-046B-4491-A370-80129D956F61}" srcOrd="5" destOrd="0" presId="urn:microsoft.com/office/officeart/2005/8/layout/vList2"/>
    <dgm:cxn modelId="{D444A8D2-1E12-457E-AF27-C7DA77A55590}" type="presParOf" srcId="{510AA05D-8703-4F6B-8620-76551F9D30B7}" destId="{235E969A-50B6-44EE-9C34-7E1C5E5E9C0E}" srcOrd="6" destOrd="0" presId="urn:microsoft.com/office/officeart/2005/8/layout/vList2"/>
    <dgm:cxn modelId="{C76E8E97-2BB2-48C2-BF14-44F9D11801C3}" type="presParOf" srcId="{510AA05D-8703-4F6B-8620-76551F9D30B7}" destId="{68C27CD7-725F-4495-88F1-41521DC597F8}" srcOrd="7" destOrd="0" presId="urn:microsoft.com/office/officeart/2005/8/layout/vList2"/>
    <dgm:cxn modelId="{260AC93C-7010-4AE8-8B80-E6D0A98E4E85}" type="presParOf" srcId="{510AA05D-8703-4F6B-8620-76551F9D30B7}" destId="{B6258C1B-4176-466B-9F58-4116C5DCB464}" srcOrd="8" destOrd="0" presId="urn:microsoft.com/office/officeart/2005/8/layout/vList2"/>
    <dgm:cxn modelId="{855903DE-E8FD-4E5F-8E06-D91F1FD02817}" type="presParOf" srcId="{510AA05D-8703-4F6B-8620-76551F9D30B7}" destId="{860E1805-F0BD-4B3C-89FE-8A5ADCECF2CD}" srcOrd="9"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92A53C6D-1BCD-4BAE-BBCD-1DB6BADECDC0}"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17201A8A-63B3-41AE-8D2A-0ECFB65C530B}">
      <dgm:prSet/>
      <dgm:spPr/>
      <dgm:t>
        <a:bodyPr/>
        <a:lstStyle/>
        <a:p>
          <a:r>
            <a:rPr lang="en-US"/>
            <a:t>Stage 4</a:t>
          </a:r>
        </a:p>
      </dgm:t>
    </dgm:pt>
    <dgm:pt modelId="{1C4E47A7-39F0-4656-8858-3B62045B03FD}" type="parTrans" cxnId="{C32AC9E1-2BD1-4DBA-BD52-EA59B9D95323}">
      <dgm:prSet/>
      <dgm:spPr/>
      <dgm:t>
        <a:bodyPr/>
        <a:lstStyle/>
        <a:p>
          <a:endParaRPr lang="en-US"/>
        </a:p>
      </dgm:t>
    </dgm:pt>
    <dgm:pt modelId="{D4F93B4F-3AC7-46DE-9F9F-0DF2A1868D96}" type="sibTrans" cxnId="{C32AC9E1-2BD1-4DBA-BD52-EA59B9D95323}">
      <dgm:prSet/>
      <dgm:spPr/>
      <dgm:t>
        <a:bodyPr/>
        <a:lstStyle/>
        <a:p>
          <a:endParaRPr lang="en-US"/>
        </a:p>
      </dgm:t>
    </dgm:pt>
    <dgm:pt modelId="{43942A92-21D8-463B-8ACB-BA26D55519C1}">
      <dgm:prSet/>
      <dgm:spPr/>
      <dgm:t>
        <a:bodyPr/>
        <a:lstStyle/>
        <a:p>
          <a:r>
            <a:rPr lang="en-US"/>
            <a:t>RAG (Retrieval-Augmented Generation)</a:t>
          </a:r>
        </a:p>
      </dgm:t>
    </dgm:pt>
    <dgm:pt modelId="{4AC0E3C4-4677-445F-B515-35E01BEC6575}" type="parTrans" cxnId="{6E2474C3-A5A1-4F3F-9C2C-BF24A73EEF9E}">
      <dgm:prSet/>
      <dgm:spPr/>
      <dgm:t>
        <a:bodyPr/>
        <a:lstStyle/>
        <a:p>
          <a:endParaRPr lang="en-US"/>
        </a:p>
      </dgm:t>
    </dgm:pt>
    <dgm:pt modelId="{737FDF60-C1E4-4202-91E1-AA3953B9CBF5}" type="sibTrans" cxnId="{6E2474C3-A5A1-4F3F-9C2C-BF24A73EEF9E}">
      <dgm:prSet/>
      <dgm:spPr/>
      <dgm:t>
        <a:bodyPr/>
        <a:lstStyle/>
        <a:p>
          <a:endParaRPr lang="en-US"/>
        </a:p>
      </dgm:t>
    </dgm:pt>
    <dgm:pt modelId="{7A0F6AD1-A3D9-4ACD-B8FB-5D73879A7BE5}">
      <dgm:prSet/>
      <dgm:spPr/>
      <dgm:t>
        <a:bodyPr/>
        <a:lstStyle/>
        <a:p>
          <a:r>
            <a:rPr lang="en-US"/>
            <a:t>The Context Bridge</a:t>
          </a:r>
        </a:p>
      </dgm:t>
    </dgm:pt>
    <dgm:pt modelId="{AE623547-7002-49BC-85E8-93FA8FEE8F4F}" type="parTrans" cxnId="{D1476738-B3FF-4E1C-9BAA-EEB6A2A10B5C}">
      <dgm:prSet/>
      <dgm:spPr/>
      <dgm:t>
        <a:bodyPr/>
        <a:lstStyle/>
        <a:p>
          <a:endParaRPr lang="en-US"/>
        </a:p>
      </dgm:t>
    </dgm:pt>
    <dgm:pt modelId="{B899FB97-8727-4BDB-B84E-D56A70612C9D}" type="sibTrans" cxnId="{D1476738-B3FF-4E1C-9BAA-EEB6A2A10B5C}">
      <dgm:prSet/>
      <dgm:spPr/>
      <dgm:t>
        <a:bodyPr/>
        <a:lstStyle/>
        <a:p>
          <a:endParaRPr lang="en-US"/>
        </a:p>
      </dgm:t>
    </dgm:pt>
    <dgm:pt modelId="{AC9032E4-15AA-40F0-A0A8-49D4B77E45A6}">
      <dgm:prSet/>
      <dgm:spPr/>
      <dgm:t>
        <a:bodyPr/>
        <a:lstStyle/>
        <a:p>
          <a:r>
            <a:rPr lang="en-US"/>
            <a:t>Traditional ML retrains to learn new data.</a:t>
          </a:r>
        </a:p>
      </dgm:t>
    </dgm:pt>
    <dgm:pt modelId="{4C912767-5B43-4680-A021-8ADB8D24CF88}" type="parTrans" cxnId="{26087867-B237-4E91-8991-D0A206D1696F}">
      <dgm:prSet/>
      <dgm:spPr/>
      <dgm:t>
        <a:bodyPr/>
        <a:lstStyle/>
        <a:p>
          <a:endParaRPr lang="en-US"/>
        </a:p>
      </dgm:t>
    </dgm:pt>
    <dgm:pt modelId="{AAD25765-66C5-4CE6-BA3E-8F43E6BBFE59}" type="sibTrans" cxnId="{26087867-B237-4E91-8991-D0A206D1696F}">
      <dgm:prSet/>
      <dgm:spPr/>
      <dgm:t>
        <a:bodyPr/>
        <a:lstStyle/>
        <a:p>
          <a:endParaRPr lang="en-US"/>
        </a:p>
      </dgm:t>
    </dgm:pt>
    <dgm:pt modelId="{31E50DE1-5664-4C73-A9C8-8B6CF671EE48}">
      <dgm:prSet/>
      <dgm:spPr/>
      <dgm:t>
        <a:bodyPr/>
        <a:lstStyle/>
        <a:p>
          <a:r>
            <a:rPr lang="en-US"/>
            <a:t>GenAI uses RAG.</a:t>
          </a:r>
        </a:p>
      </dgm:t>
    </dgm:pt>
    <dgm:pt modelId="{8196B167-F084-48C0-A614-72C02D712A6B}" type="parTrans" cxnId="{B9102759-9DF2-4D2F-883B-280566BD72AF}">
      <dgm:prSet/>
      <dgm:spPr/>
      <dgm:t>
        <a:bodyPr/>
        <a:lstStyle/>
        <a:p>
          <a:endParaRPr lang="en-US"/>
        </a:p>
      </dgm:t>
    </dgm:pt>
    <dgm:pt modelId="{AD28987A-C72C-428F-A499-B830724A57DC}" type="sibTrans" cxnId="{B9102759-9DF2-4D2F-883B-280566BD72AF}">
      <dgm:prSet/>
      <dgm:spPr/>
      <dgm:t>
        <a:bodyPr/>
        <a:lstStyle/>
        <a:p>
          <a:endParaRPr lang="en-US"/>
        </a:p>
      </dgm:t>
    </dgm:pt>
    <dgm:pt modelId="{2725F578-3F0B-4789-AABF-1D23D63A6B53}">
      <dgm:prSet/>
      <dgm:spPr/>
      <dgm:t>
        <a:bodyPr/>
        <a:lstStyle/>
        <a:p>
          <a:r>
            <a:rPr lang="en-US"/>
            <a:t>Mechanism</a:t>
          </a:r>
        </a:p>
      </dgm:t>
    </dgm:pt>
    <dgm:pt modelId="{FD719678-BA6C-4AA4-AC5E-CF802AF1A974}" type="parTrans" cxnId="{98630ED9-5438-4C0F-AEAD-A68077D16B4F}">
      <dgm:prSet/>
      <dgm:spPr/>
      <dgm:t>
        <a:bodyPr/>
        <a:lstStyle/>
        <a:p>
          <a:endParaRPr lang="en-US"/>
        </a:p>
      </dgm:t>
    </dgm:pt>
    <dgm:pt modelId="{8F17B72C-220E-4828-9F57-B28B0708498F}" type="sibTrans" cxnId="{98630ED9-5438-4C0F-AEAD-A68077D16B4F}">
      <dgm:prSet/>
      <dgm:spPr/>
      <dgm:t>
        <a:bodyPr/>
        <a:lstStyle/>
        <a:p>
          <a:endParaRPr lang="en-US"/>
        </a:p>
      </dgm:t>
    </dgm:pt>
    <dgm:pt modelId="{0A6FEC7F-CE2B-4905-A46C-14333F8C0B22}">
      <dgm:prSet/>
      <dgm:spPr/>
      <dgm:t>
        <a:bodyPr/>
        <a:lstStyle/>
        <a:p>
          <a:r>
            <a:rPr lang="en-US"/>
            <a:t>Instead of retraining the model on your company PDF, you:</a:t>
          </a:r>
        </a:p>
      </dgm:t>
    </dgm:pt>
    <dgm:pt modelId="{C9E6CC66-D3B9-4560-A189-E975712227E3}" type="parTrans" cxnId="{F52093FE-7601-4C14-9034-96FA1CF1F64A}">
      <dgm:prSet/>
      <dgm:spPr/>
      <dgm:t>
        <a:bodyPr/>
        <a:lstStyle/>
        <a:p>
          <a:endParaRPr lang="en-US"/>
        </a:p>
      </dgm:t>
    </dgm:pt>
    <dgm:pt modelId="{2094DBA0-5358-4A20-8E04-F8803E297D42}" type="sibTrans" cxnId="{F52093FE-7601-4C14-9034-96FA1CF1F64A}">
      <dgm:prSet/>
      <dgm:spPr/>
      <dgm:t>
        <a:bodyPr/>
        <a:lstStyle/>
        <a:p>
          <a:endParaRPr lang="en-US"/>
        </a:p>
      </dgm:t>
    </dgm:pt>
    <dgm:pt modelId="{7F56A64B-AC30-4D4F-8F42-A81B9F7FB39D}">
      <dgm:prSet/>
      <dgm:spPr/>
      <dgm:t>
        <a:bodyPr/>
        <a:lstStyle/>
        <a:p>
          <a:r>
            <a:rPr lang="en-US"/>
            <a:t>Search your PDF for relevant text.</a:t>
          </a:r>
        </a:p>
      </dgm:t>
    </dgm:pt>
    <dgm:pt modelId="{2E166E7E-FEFF-46D3-82EF-667B324591F5}" type="parTrans" cxnId="{88E42C84-7868-405E-ADBF-F0203B7BC068}">
      <dgm:prSet/>
      <dgm:spPr/>
      <dgm:t>
        <a:bodyPr/>
        <a:lstStyle/>
        <a:p>
          <a:endParaRPr lang="en-US"/>
        </a:p>
      </dgm:t>
    </dgm:pt>
    <dgm:pt modelId="{74428E44-C343-4507-A1A9-7C29C9075B86}" type="sibTrans" cxnId="{88E42C84-7868-405E-ADBF-F0203B7BC068}">
      <dgm:prSet/>
      <dgm:spPr/>
      <dgm:t>
        <a:bodyPr/>
        <a:lstStyle/>
        <a:p>
          <a:endParaRPr lang="en-US"/>
        </a:p>
      </dgm:t>
    </dgm:pt>
    <dgm:pt modelId="{450B7B2E-6D0D-4098-A4E0-5D9EF7EEEC41}">
      <dgm:prSet/>
      <dgm:spPr/>
      <dgm:t>
        <a:bodyPr/>
        <a:lstStyle/>
        <a:p>
          <a:r>
            <a:rPr lang="en-US"/>
            <a:t>Paste that text into the prompt.</a:t>
          </a:r>
        </a:p>
      </dgm:t>
    </dgm:pt>
    <dgm:pt modelId="{3178DDD3-29BB-4365-B509-CBC1A15926ED}" type="parTrans" cxnId="{76CB813D-6095-403E-9792-8E223F657FFB}">
      <dgm:prSet/>
      <dgm:spPr/>
      <dgm:t>
        <a:bodyPr/>
        <a:lstStyle/>
        <a:p>
          <a:endParaRPr lang="en-US"/>
        </a:p>
      </dgm:t>
    </dgm:pt>
    <dgm:pt modelId="{69043CC9-CFB8-4AEB-9A33-DF9EFE4057CC}" type="sibTrans" cxnId="{76CB813D-6095-403E-9792-8E223F657FFB}">
      <dgm:prSet/>
      <dgm:spPr/>
      <dgm:t>
        <a:bodyPr/>
        <a:lstStyle/>
        <a:p>
          <a:endParaRPr lang="en-US"/>
        </a:p>
      </dgm:t>
    </dgm:pt>
    <dgm:pt modelId="{4B163F11-35D9-49FE-9483-A7E8E31DDE6F}">
      <dgm:prSet/>
      <dgm:spPr/>
      <dgm:t>
        <a:bodyPr/>
        <a:lstStyle/>
        <a:p>
          <a:r>
            <a:rPr lang="en-US"/>
            <a:t>Ask the GenAI to answer based only on that text.</a:t>
          </a:r>
        </a:p>
      </dgm:t>
    </dgm:pt>
    <dgm:pt modelId="{9F6F8A01-7355-4FF4-A3D7-38103D3FF40F}" type="parTrans" cxnId="{676A0F0B-E4A1-47AA-B478-BE1FDF7C709C}">
      <dgm:prSet/>
      <dgm:spPr/>
      <dgm:t>
        <a:bodyPr/>
        <a:lstStyle/>
        <a:p>
          <a:endParaRPr lang="en-US"/>
        </a:p>
      </dgm:t>
    </dgm:pt>
    <dgm:pt modelId="{03DB0A08-B6BE-45AF-AEF8-7D88FDC40896}" type="sibTrans" cxnId="{676A0F0B-E4A1-47AA-B478-BE1FDF7C709C}">
      <dgm:prSet/>
      <dgm:spPr/>
      <dgm:t>
        <a:bodyPr/>
        <a:lstStyle/>
        <a:p>
          <a:endParaRPr lang="en-US"/>
        </a:p>
      </dgm:t>
    </dgm:pt>
    <dgm:pt modelId="{99DA3013-8101-40E4-83FA-8A9DABC3247F}" type="pres">
      <dgm:prSet presAssocID="{92A53C6D-1BCD-4BAE-BBCD-1DB6BADECDC0}" presName="linear" presStyleCnt="0">
        <dgm:presLayoutVars>
          <dgm:animLvl val="lvl"/>
          <dgm:resizeHandles val="exact"/>
        </dgm:presLayoutVars>
      </dgm:prSet>
      <dgm:spPr/>
    </dgm:pt>
    <dgm:pt modelId="{C714EE33-FE32-4137-92E3-8AD822C7D4E8}" type="pres">
      <dgm:prSet presAssocID="{17201A8A-63B3-41AE-8D2A-0ECFB65C530B}" presName="parentText" presStyleLbl="node1" presStyleIdx="0" presStyleCnt="4">
        <dgm:presLayoutVars>
          <dgm:chMax val="0"/>
          <dgm:bulletEnabled val="1"/>
        </dgm:presLayoutVars>
      </dgm:prSet>
      <dgm:spPr/>
    </dgm:pt>
    <dgm:pt modelId="{95DC979D-72B7-4A9D-8B37-044D1E62E652}" type="pres">
      <dgm:prSet presAssocID="{D4F93B4F-3AC7-46DE-9F9F-0DF2A1868D96}" presName="spacer" presStyleCnt="0"/>
      <dgm:spPr/>
    </dgm:pt>
    <dgm:pt modelId="{01086E07-B9F1-4C12-AF3E-F3258E6E508D}" type="pres">
      <dgm:prSet presAssocID="{43942A92-21D8-463B-8ACB-BA26D55519C1}" presName="parentText" presStyleLbl="node1" presStyleIdx="1" presStyleCnt="4">
        <dgm:presLayoutVars>
          <dgm:chMax val="0"/>
          <dgm:bulletEnabled val="1"/>
        </dgm:presLayoutVars>
      </dgm:prSet>
      <dgm:spPr/>
    </dgm:pt>
    <dgm:pt modelId="{C6311A29-6CFA-48FE-A886-880C17971151}" type="pres">
      <dgm:prSet presAssocID="{737FDF60-C1E4-4202-91E1-AA3953B9CBF5}" presName="spacer" presStyleCnt="0"/>
      <dgm:spPr/>
    </dgm:pt>
    <dgm:pt modelId="{75D9007A-563D-4377-A4B6-425798A10D57}" type="pres">
      <dgm:prSet presAssocID="{7A0F6AD1-A3D9-4ACD-B8FB-5D73879A7BE5}" presName="parentText" presStyleLbl="node1" presStyleIdx="2" presStyleCnt="4">
        <dgm:presLayoutVars>
          <dgm:chMax val="0"/>
          <dgm:bulletEnabled val="1"/>
        </dgm:presLayoutVars>
      </dgm:prSet>
      <dgm:spPr/>
    </dgm:pt>
    <dgm:pt modelId="{CDF54FED-4A6F-4F40-BA39-ABC0F6259AE2}" type="pres">
      <dgm:prSet presAssocID="{7A0F6AD1-A3D9-4ACD-B8FB-5D73879A7BE5}" presName="childText" presStyleLbl="revTx" presStyleIdx="0" presStyleCnt="2">
        <dgm:presLayoutVars>
          <dgm:bulletEnabled val="1"/>
        </dgm:presLayoutVars>
      </dgm:prSet>
      <dgm:spPr/>
    </dgm:pt>
    <dgm:pt modelId="{F8B3B4AF-721B-43AD-866B-A8B0CEC9B832}" type="pres">
      <dgm:prSet presAssocID="{2725F578-3F0B-4789-AABF-1D23D63A6B53}" presName="parentText" presStyleLbl="node1" presStyleIdx="3" presStyleCnt="4">
        <dgm:presLayoutVars>
          <dgm:chMax val="0"/>
          <dgm:bulletEnabled val="1"/>
        </dgm:presLayoutVars>
      </dgm:prSet>
      <dgm:spPr/>
    </dgm:pt>
    <dgm:pt modelId="{20670B1A-6F8B-47AC-9C62-A178EEA15C14}" type="pres">
      <dgm:prSet presAssocID="{2725F578-3F0B-4789-AABF-1D23D63A6B53}" presName="childText" presStyleLbl="revTx" presStyleIdx="1" presStyleCnt="2">
        <dgm:presLayoutVars>
          <dgm:bulletEnabled val="1"/>
        </dgm:presLayoutVars>
      </dgm:prSet>
      <dgm:spPr/>
    </dgm:pt>
  </dgm:ptLst>
  <dgm:cxnLst>
    <dgm:cxn modelId="{676A0F0B-E4A1-47AA-B478-BE1FDF7C709C}" srcId="{0A6FEC7F-CE2B-4905-A46C-14333F8C0B22}" destId="{4B163F11-35D9-49FE-9483-A7E8E31DDE6F}" srcOrd="2" destOrd="0" parTransId="{9F6F8A01-7355-4FF4-A3D7-38103D3FF40F}" sibTransId="{03DB0A08-B6BE-45AF-AEF8-7D88FDC40896}"/>
    <dgm:cxn modelId="{428D2614-F50B-4ABD-939C-38645B90057E}" type="presOf" srcId="{450B7B2E-6D0D-4098-A4E0-5D9EF7EEEC41}" destId="{20670B1A-6F8B-47AC-9C62-A178EEA15C14}" srcOrd="0" destOrd="2" presId="urn:microsoft.com/office/officeart/2005/8/layout/vList2"/>
    <dgm:cxn modelId="{F68ADD22-225F-4369-9505-3B4FE0EEA02B}" type="presOf" srcId="{17201A8A-63B3-41AE-8D2A-0ECFB65C530B}" destId="{C714EE33-FE32-4137-92E3-8AD822C7D4E8}" srcOrd="0" destOrd="0" presId="urn:microsoft.com/office/officeart/2005/8/layout/vList2"/>
    <dgm:cxn modelId="{71160130-A9FF-4545-B9A4-0795EB910519}" type="presOf" srcId="{31E50DE1-5664-4C73-A9C8-8B6CF671EE48}" destId="{CDF54FED-4A6F-4F40-BA39-ABC0F6259AE2}" srcOrd="0" destOrd="1" presId="urn:microsoft.com/office/officeart/2005/8/layout/vList2"/>
    <dgm:cxn modelId="{D4448A36-F66A-44F1-9F34-831D3A33F19B}" type="presOf" srcId="{2725F578-3F0B-4789-AABF-1D23D63A6B53}" destId="{F8B3B4AF-721B-43AD-866B-A8B0CEC9B832}" srcOrd="0" destOrd="0" presId="urn:microsoft.com/office/officeart/2005/8/layout/vList2"/>
    <dgm:cxn modelId="{D1476738-B3FF-4E1C-9BAA-EEB6A2A10B5C}" srcId="{92A53C6D-1BCD-4BAE-BBCD-1DB6BADECDC0}" destId="{7A0F6AD1-A3D9-4ACD-B8FB-5D73879A7BE5}" srcOrd="2" destOrd="0" parTransId="{AE623547-7002-49BC-85E8-93FA8FEE8F4F}" sibTransId="{B899FB97-8727-4BDB-B84E-D56A70612C9D}"/>
    <dgm:cxn modelId="{76CB813D-6095-403E-9792-8E223F657FFB}" srcId="{0A6FEC7F-CE2B-4905-A46C-14333F8C0B22}" destId="{450B7B2E-6D0D-4098-A4E0-5D9EF7EEEC41}" srcOrd="1" destOrd="0" parTransId="{3178DDD3-29BB-4365-B509-CBC1A15926ED}" sibTransId="{69043CC9-CFB8-4AEB-9A33-DF9EFE4057CC}"/>
    <dgm:cxn modelId="{1D2F4945-66C6-4022-9103-8CE816BC740F}" type="presOf" srcId="{AC9032E4-15AA-40F0-A0A8-49D4B77E45A6}" destId="{CDF54FED-4A6F-4F40-BA39-ABC0F6259AE2}" srcOrd="0" destOrd="0" presId="urn:microsoft.com/office/officeart/2005/8/layout/vList2"/>
    <dgm:cxn modelId="{26087867-B237-4E91-8991-D0A206D1696F}" srcId="{7A0F6AD1-A3D9-4ACD-B8FB-5D73879A7BE5}" destId="{AC9032E4-15AA-40F0-A0A8-49D4B77E45A6}" srcOrd="0" destOrd="0" parTransId="{4C912767-5B43-4680-A021-8ADB8D24CF88}" sibTransId="{AAD25765-66C5-4CE6-BA3E-8F43E6BBFE59}"/>
    <dgm:cxn modelId="{B9102759-9DF2-4D2F-883B-280566BD72AF}" srcId="{7A0F6AD1-A3D9-4ACD-B8FB-5D73879A7BE5}" destId="{31E50DE1-5664-4C73-A9C8-8B6CF671EE48}" srcOrd="1" destOrd="0" parTransId="{8196B167-F084-48C0-A614-72C02D712A6B}" sibTransId="{AD28987A-C72C-428F-A499-B830724A57DC}"/>
    <dgm:cxn modelId="{88E42C84-7868-405E-ADBF-F0203B7BC068}" srcId="{0A6FEC7F-CE2B-4905-A46C-14333F8C0B22}" destId="{7F56A64B-AC30-4D4F-8F42-A81B9F7FB39D}" srcOrd="0" destOrd="0" parTransId="{2E166E7E-FEFF-46D3-82EF-667B324591F5}" sibTransId="{74428E44-C343-4507-A1A9-7C29C9075B86}"/>
    <dgm:cxn modelId="{7B4EF08A-73C3-4D1C-A1BF-674F67935040}" type="presOf" srcId="{7F56A64B-AC30-4D4F-8F42-A81B9F7FB39D}" destId="{20670B1A-6F8B-47AC-9C62-A178EEA15C14}" srcOrd="0" destOrd="1" presId="urn:microsoft.com/office/officeart/2005/8/layout/vList2"/>
    <dgm:cxn modelId="{2F7B7A8B-CE8F-4906-9472-3321F2F5DAF6}" type="presOf" srcId="{43942A92-21D8-463B-8ACB-BA26D55519C1}" destId="{01086E07-B9F1-4C12-AF3E-F3258E6E508D}" srcOrd="0" destOrd="0" presId="urn:microsoft.com/office/officeart/2005/8/layout/vList2"/>
    <dgm:cxn modelId="{9CD591BE-7F60-4391-9BEB-B33B1DDD6759}" type="presOf" srcId="{4B163F11-35D9-49FE-9483-A7E8E31DDE6F}" destId="{20670B1A-6F8B-47AC-9C62-A178EEA15C14}" srcOrd="0" destOrd="3" presId="urn:microsoft.com/office/officeart/2005/8/layout/vList2"/>
    <dgm:cxn modelId="{6E2474C3-A5A1-4F3F-9C2C-BF24A73EEF9E}" srcId="{92A53C6D-1BCD-4BAE-BBCD-1DB6BADECDC0}" destId="{43942A92-21D8-463B-8ACB-BA26D55519C1}" srcOrd="1" destOrd="0" parTransId="{4AC0E3C4-4677-445F-B515-35E01BEC6575}" sibTransId="{737FDF60-C1E4-4202-91E1-AA3953B9CBF5}"/>
    <dgm:cxn modelId="{CA84F0CD-8333-4DEA-B4E2-02BEBCEF36E1}" type="presOf" srcId="{0A6FEC7F-CE2B-4905-A46C-14333F8C0B22}" destId="{20670B1A-6F8B-47AC-9C62-A178EEA15C14}" srcOrd="0" destOrd="0" presId="urn:microsoft.com/office/officeart/2005/8/layout/vList2"/>
    <dgm:cxn modelId="{9A59B1D3-4DC7-4C9B-8E4A-9D921026C64E}" type="presOf" srcId="{92A53C6D-1BCD-4BAE-BBCD-1DB6BADECDC0}" destId="{99DA3013-8101-40E4-83FA-8A9DABC3247F}" srcOrd="0" destOrd="0" presId="urn:microsoft.com/office/officeart/2005/8/layout/vList2"/>
    <dgm:cxn modelId="{949DAFD7-54C1-4535-9438-F1C019CA43E9}" type="presOf" srcId="{7A0F6AD1-A3D9-4ACD-B8FB-5D73879A7BE5}" destId="{75D9007A-563D-4377-A4B6-425798A10D57}" srcOrd="0" destOrd="0" presId="urn:microsoft.com/office/officeart/2005/8/layout/vList2"/>
    <dgm:cxn modelId="{98630ED9-5438-4C0F-AEAD-A68077D16B4F}" srcId="{92A53C6D-1BCD-4BAE-BBCD-1DB6BADECDC0}" destId="{2725F578-3F0B-4789-AABF-1D23D63A6B53}" srcOrd="3" destOrd="0" parTransId="{FD719678-BA6C-4AA4-AC5E-CF802AF1A974}" sibTransId="{8F17B72C-220E-4828-9F57-B28B0708498F}"/>
    <dgm:cxn modelId="{C32AC9E1-2BD1-4DBA-BD52-EA59B9D95323}" srcId="{92A53C6D-1BCD-4BAE-BBCD-1DB6BADECDC0}" destId="{17201A8A-63B3-41AE-8D2A-0ECFB65C530B}" srcOrd="0" destOrd="0" parTransId="{1C4E47A7-39F0-4656-8858-3B62045B03FD}" sibTransId="{D4F93B4F-3AC7-46DE-9F9F-0DF2A1868D96}"/>
    <dgm:cxn modelId="{F52093FE-7601-4C14-9034-96FA1CF1F64A}" srcId="{2725F578-3F0B-4789-AABF-1D23D63A6B53}" destId="{0A6FEC7F-CE2B-4905-A46C-14333F8C0B22}" srcOrd="0" destOrd="0" parTransId="{C9E6CC66-D3B9-4560-A189-E975712227E3}" sibTransId="{2094DBA0-5358-4A20-8E04-F8803E297D42}"/>
    <dgm:cxn modelId="{93100DA6-7D04-42B2-B612-90065571B647}" type="presParOf" srcId="{99DA3013-8101-40E4-83FA-8A9DABC3247F}" destId="{C714EE33-FE32-4137-92E3-8AD822C7D4E8}" srcOrd="0" destOrd="0" presId="urn:microsoft.com/office/officeart/2005/8/layout/vList2"/>
    <dgm:cxn modelId="{EA889126-6B0D-452E-A4FB-6FEC6D6851E4}" type="presParOf" srcId="{99DA3013-8101-40E4-83FA-8A9DABC3247F}" destId="{95DC979D-72B7-4A9D-8B37-044D1E62E652}" srcOrd="1" destOrd="0" presId="urn:microsoft.com/office/officeart/2005/8/layout/vList2"/>
    <dgm:cxn modelId="{880FA596-F595-4A41-958D-652D22E5CA09}" type="presParOf" srcId="{99DA3013-8101-40E4-83FA-8A9DABC3247F}" destId="{01086E07-B9F1-4C12-AF3E-F3258E6E508D}" srcOrd="2" destOrd="0" presId="urn:microsoft.com/office/officeart/2005/8/layout/vList2"/>
    <dgm:cxn modelId="{BDE8A9AD-5089-4B44-80C4-45CEFCE4F0A7}" type="presParOf" srcId="{99DA3013-8101-40E4-83FA-8A9DABC3247F}" destId="{C6311A29-6CFA-48FE-A886-880C17971151}" srcOrd="3" destOrd="0" presId="urn:microsoft.com/office/officeart/2005/8/layout/vList2"/>
    <dgm:cxn modelId="{B4C617AE-21D5-42CB-91D4-4C9F48D55772}" type="presParOf" srcId="{99DA3013-8101-40E4-83FA-8A9DABC3247F}" destId="{75D9007A-563D-4377-A4B6-425798A10D57}" srcOrd="4" destOrd="0" presId="urn:microsoft.com/office/officeart/2005/8/layout/vList2"/>
    <dgm:cxn modelId="{A13181B1-5F2F-4A31-B5F3-9C679151A7F6}" type="presParOf" srcId="{99DA3013-8101-40E4-83FA-8A9DABC3247F}" destId="{CDF54FED-4A6F-4F40-BA39-ABC0F6259AE2}" srcOrd="5" destOrd="0" presId="urn:microsoft.com/office/officeart/2005/8/layout/vList2"/>
    <dgm:cxn modelId="{880BBAE3-89BC-4E99-AE85-CA02CCE7F335}" type="presParOf" srcId="{99DA3013-8101-40E4-83FA-8A9DABC3247F}" destId="{F8B3B4AF-721B-43AD-866B-A8B0CEC9B832}" srcOrd="6" destOrd="0" presId="urn:microsoft.com/office/officeart/2005/8/layout/vList2"/>
    <dgm:cxn modelId="{D0A455D4-385B-49B3-96E0-046E5EB4A4DC}" type="presParOf" srcId="{99DA3013-8101-40E4-83FA-8A9DABC3247F}" destId="{20670B1A-6F8B-47AC-9C62-A178EEA15C14}"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8EC531B4-CFDF-403F-8A85-F28C3F595529}" type="doc">
      <dgm:prSet loTypeId="urn:microsoft.com/office/officeart/2018/2/layout/IconLabelDescriptionList" loCatId="icon" qsTypeId="urn:microsoft.com/office/officeart/2005/8/quickstyle/simple1" qsCatId="simple" csTypeId="urn:microsoft.com/office/officeart/2018/5/colors/Iconchunking_neutralbg_colorful5" csCatId="colorful" phldr="1"/>
      <dgm:spPr/>
      <dgm:t>
        <a:bodyPr/>
        <a:lstStyle/>
        <a:p>
          <a:endParaRPr lang="en-US"/>
        </a:p>
      </dgm:t>
    </dgm:pt>
    <dgm:pt modelId="{C730FDB2-FB1D-4127-BCB8-8B78F4111D5A}">
      <dgm:prSet/>
      <dgm:spPr/>
      <dgm:t>
        <a:bodyPr/>
        <a:lstStyle/>
        <a:p>
          <a:pPr>
            <a:lnSpc>
              <a:spcPct val="100000"/>
            </a:lnSpc>
            <a:defRPr b="1"/>
          </a:pPr>
          <a:r>
            <a:rPr lang="en-US"/>
            <a:t>Training</a:t>
          </a:r>
        </a:p>
      </dgm:t>
    </dgm:pt>
    <dgm:pt modelId="{64BF7AE4-381C-4DF3-9485-B81F09687781}" type="parTrans" cxnId="{AF7D0F91-2BC7-4C6D-9117-5FCD47B630F3}">
      <dgm:prSet/>
      <dgm:spPr/>
      <dgm:t>
        <a:bodyPr/>
        <a:lstStyle/>
        <a:p>
          <a:endParaRPr lang="en-US"/>
        </a:p>
      </dgm:t>
    </dgm:pt>
    <dgm:pt modelId="{F1BA88F7-0BC4-4633-BC31-50EB64022B1A}" type="sibTrans" cxnId="{AF7D0F91-2BC7-4C6D-9117-5FCD47B630F3}">
      <dgm:prSet/>
      <dgm:spPr/>
      <dgm:t>
        <a:bodyPr/>
        <a:lstStyle/>
        <a:p>
          <a:endParaRPr lang="en-US"/>
        </a:p>
      </dgm:t>
    </dgm:pt>
    <dgm:pt modelId="{3DF01D3D-38C4-4138-A506-1AD3DF2D3D2E}">
      <dgm:prSet/>
      <dgm:spPr/>
      <dgm:t>
        <a:bodyPr/>
        <a:lstStyle/>
        <a:p>
          <a:pPr>
            <a:lnSpc>
              <a:spcPct val="100000"/>
            </a:lnSpc>
          </a:pPr>
          <a:r>
            <a:rPr lang="en-US"/>
            <a:t>The massive, resource-intensive process</a:t>
          </a:r>
        </a:p>
      </dgm:t>
    </dgm:pt>
    <dgm:pt modelId="{DE5D90F9-4340-4B30-9864-6764E7A9ED23}" type="parTrans" cxnId="{8C47A66A-01AA-4BED-8DF0-3C968FBE8F1A}">
      <dgm:prSet/>
      <dgm:spPr/>
      <dgm:t>
        <a:bodyPr/>
        <a:lstStyle/>
        <a:p>
          <a:endParaRPr lang="en-US"/>
        </a:p>
      </dgm:t>
    </dgm:pt>
    <dgm:pt modelId="{DF2CC080-C79D-415D-A217-9D53EAFAA29E}" type="sibTrans" cxnId="{8C47A66A-01AA-4BED-8DF0-3C968FBE8F1A}">
      <dgm:prSet/>
      <dgm:spPr/>
      <dgm:t>
        <a:bodyPr/>
        <a:lstStyle/>
        <a:p>
          <a:endParaRPr lang="en-US"/>
        </a:p>
      </dgm:t>
    </dgm:pt>
    <dgm:pt modelId="{89D2B14D-0A95-4D86-9644-F2B7A5A53A2A}">
      <dgm:prSet/>
      <dgm:spPr/>
      <dgm:t>
        <a:bodyPr/>
        <a:lstStyle/>
        <a:p>
          <a:pPr>
            <a:lnSpc>
              <a:spcPct val="100000"/>
            </a:lnSpc>
          </a:pPr>
          <a:r>
            <a:rPr lang="en-US"/>
            <a:t>A model learns from a dataset to predict the next token</a:t>
          </a:r>
        </a:p>
      </dgm:t>
    </dgm:pt>
    <dgm:pt modelId="{7699C5F7-69E1-4089-A513-D4B50BE60750}" type="parTrans" cxnId="{37EF8343-9990-493F-A0DC-1EDDB422F88C}">
      <dgm:prSet/>
      <dgm:spPr/>
      <dgm:t>
        <a:bodyPr/>
        <a:lstStyle/>
        <a:p>
          <a:endParaRPr lang="en-US"/>
        </a:p>
      </dgm:t>
    </dgm:pt>
    <dgm:pt modelId="{DEFA37E8-701E-47BF-91DD-2FD2B9EA91C3}" type="sibTrans" cxnId="{37EF8343-9990-493F-A0DC-1EDDB422F88C}">
      <dgm:prSet/>
      <dgm:spPr/>
      <dgm:t>
        <a:bodyPr/>
        <a:lstStyle/>
        <a:p>
          <a:endParaRPr lang="en-US"/>
        </a:p>
      </dgm:t>
    </dgm:pt>
    <dgm:pt modelId="{2CEF9829-F07F-4324-9404-5B48B9DF3B23}">
      <dgm:prSet/>
      <dgm:spPr/>
      <dgm:t>
        <a:bodyPr/>
        <a:lstStyle/>
        <a:p>
          <a:pPr>
            <a:lnSpc>
              <a:spcPct val="100000"/>
            </a:lnSpc>
            <a:defRPr b="1"/>
          </a:pPr>
          <a:r>
            <a:rPr lang="en-US"/>
            <a:t>Inference</a:t>
          </a:r>
        </a:p>
      </dgm:t>
    </dgm:pt>
    <dgm:pt modelId="{3EDF53F2-A731-44C0-8659-C94CC696ED0A}" type="parTrans" cxnId="{99B5DB0F-5551-4914-84E5-EA103966EDBE}">
      <dgm:prSet/>
      <dgm:spPr/>
      <dgm:t>
        <a:bodyPr/>
        <a:lstStyle/>
        <a:p>
          <a:endParaRPr lang="en-US"/>
        </a:p>
      </dgm:t>
    </dgm:pt>
    <dgm:pt modelId="{CC56B607-5EB5-4410-9F6C-73B177D663D9}" type="sibTrans" cxnId="{99B5DB0F-5551-4914-84E5-EA103966EDBE}">
      <dgm:prSet/>
      <dgm:spPr/>
      <dgm:t>
        <a:bodyPr/>
        <a:lstStyle/>
        <a:p>
          <a:endParaRPr lang="en-US"/>
        </a:p>
      </dgm:t>
    </dgm:pt>
    <dgm:pt modelId="{589962A4-51D3-43A5-AFAD-9854A0CB8B76}">
      <dgm:prSet/>
      <dgm:spPr/>
      <dgm:t>
        <a:bodyPr/>
        <a:lstStyle/>
        <a:p>
          <a:pPr>
            <a:lnSpc>
              <a:spcPct val="100000"/>
            </a:lnSpc>
          </a:pPr>
          <a:r>
            <a:rPr lang="en-US"/>
            <a:t>The act of using a pre-trained model</a:t>
          </a:r>
        </a:p>
      </dgm:t>
    </dgm:pt>
    <dgm:pt modelId="{C1387DF3-48B9-445D-BD89-F8AA4140B4AF}" type="parTrans" cxnId="{0D3DDA3B-F2A0-4C1E-B7F3-6D4FB5B3A610}">
      <dgm:prSet/>
      <dgm:spPr/>
      <dgm:t>
        <a:bodyPr/>
        <a:lstStyle/>
        <a:p>
          <a:endParaRPr lang="en-US"/>
        </a:p>
      </dgm:t>
    </dgm:pt>
    <dgm:pt modelId="{1C146BD1-58F4-4151-8ED7-E065FCFCB753}" type="sibTrans" cxnId="{0D3DDA3B-F2A0-4C1E-B7F3-6D4FB5B3A610}">
      <dgm:prSet/>
      <dgm:spPr/>
      <dgm:t>
        <a:bodyPr/>
        <a:lstStyle/>
        <a:p>
          <a:endParaRPr lang="en-US"/>
        </a:p>
      </dgm:t>
    </dgm:pt>
    <dgm:pt modelId="{63B5967C-9A20-43FD-8ACD-19D78E855CA6}">
      <dgm:prSet/>
      <dgm:spPr/>
      <dgm:t>
        <a:bodyPr/>
        <a:lstStyle/>
        <a:p>
          <a:pPr>
            <a:lnSpc>
              <a:spcPct val="100000"/>
            </a:lnSpc>
          </a:pPr>
          <a:r>
            <a:rPr lang="en-US"/>
            <a:t>To generate a response based on an input</a:t>
          </a:r>
        </a:p>
      </dgm:t>
    </dgm:pt>
    <dgm:pt modelId="{68230260-397E-4822-8306-98B6AF769365}" type="parTrans" cxnId="{52E42966-657F-436C-89C6-668951875D6F}">
      <dgm:prSet/>
      <dgm:spPr/>
      <dgm:t>
        <a:bodyPr/>
        <a:lstStyle/>
        <a:p>
          <a:endParaRPr lang="en-US"/>
        </a:p>
      </dgm:t>
    </dgm:pt>
    <dgm:pt modelId="{3F2E8BD6-DAAA-4E3D-B8B9-12BFC9DAF292}" type="sibTrans" cxnId="{52E42966-657F-436C-89C6-668951875D6F}">
      <dgm:prSet/>
      <dgm:spPr/>
      <dgm:t>
        <a:bodyPr/>
        <a:lstStyle/>
        <a:p>
          <a:endParaRPr lang="en-US"/>
        </a:p>
      </dgm:t>
    </dgm:pt>
    <dgm:pt modelId="{588B72C6-92CC-4D56-8DD9-A3DAC7FAF38F}">
      <dgm:prSet/>
      <dgm:spPr/>
      <dgm:t>
        <a:bodyPr/>
        <a:lstStyle/>
        <a:p>
          <a:pPr>
            <a:lnSpc>
              <a:spcPct val="100000"/>
            </a:lnSpc>
            <a:defRPr b="1"/>
          </a:pPr>
          <a:r>
            <a:rPr lang="en-US"/>
            <a:t>The Shift</a:t>
          </a:r>
        </a:p>
      </dgm:t>
    </dgm:pt>
    <dgm:pt modelId="{86784820-B642-4AC6-8F30-A208FEC03171}" type="parTrans" cxnId="{DBE5D9ED-9627-4904-B8AA-8752D82BDB6F}">
      <dgm:prSet/>
      <dgm:spPr/>
      <dgm:t>
        <a:bodyPr/>
        <a:lstStyle/>
        <a:p>
          <a:endParaRPr lang="en-US"/>
        </a:p>
      </dgm:t>
    </dgm:pt>
    <dgm:pt modelId="{2B6B0E36-1ED6-4825-9796-365920C97E25}" type="sibTrans" cxnId="{DBE5D9ED-9627-4904-B8AA-8752D82BDB6F}">
      <dgm:prSet/>
      <dgm:spPr/>
      <dgm:t>
        <a:bodyPr/>
        <a:lstStyle/>
        <a:p>
          <a:endParaRPr lang="en-US"/>
        </a:p>
      </dgm:t>
    </dgm:pt>
    <dgm:pt modelId="{CE53E114-E295-4266-921B-50797E3DB0C5}">
      <dgm:prSet/>
      <dgm:spPr/>
      <dgm:t>
        <a:bodyPr/>
        <a:lstStyle/>
        <a:p>
          <a:pPr>
            <a:lnSpc>
              <a:spcPct val="100000"/>
            </a:lnSpc>
          </a:pPr>
          <a:r>
            <a:rPr lang="en-US"/>
            <a:t>In Agentic AI, we treat the LLM as a Black-Box Component</a:t>
          </a:r>
        </a:p>
      </dgm:t>
    </dgm:pt>
    <dgm:pt modelId="{E0C4CD16-B13F-4874-B239-D172D7EE5E48}" type="parTrans" cxnId="{885E0517-C797-4DD8-9830-F4296E2C390D}">
      <dgm:prSet/>
      <dgm:spPr/>
      <dgm:t>
        <a:bodyPr/>
        <a:lstStyle/>
        <a:p>
          <a:endParaRPr lang="en-US"/>
        </a:p>
      </dgm:t>
    </dgm:pt>
    <dgm:pt modelId="{40D50E51-51CC-441D-96DB-73B87AD6CDE5}" type="sibTrans" cxnId="{885E0517-C797-4DD8-9830-F4296E2C390D}">
      <dgm:prSet/>
      <dgm:spPr/>
      <dgm:t>
        <a:bodyPr/>
        <a:lstStyle/>
        <a:p>
          <a:endParaRPr lang="en-US"/>
        </a:p>
      </dgm:t>
    </dgm:pt>
    <dgm:pt modelId="{13EF991E-5F2C-496C-8C46-66F4E4EA5F21}">
      <dgm:prSet/>
      <dgm:spPr/>
      <dgm:t>
        <a:bodyPr/>
        <a:lstStyle/>
        <a:p>
          <a:pPr>
            <a:lnSpc>
              <a:spcPct val="100000"/>
            </a:lnSpc>
          </a:pPr>
          <a:r>
            <a:rPr lang="en-US"/>
            <a:t>We don't modify its internal weights</a:t>
          </a:r>
        </a:p>
      </dgm:t>
    </dgm:pt>
    <dgm:pt modelId="{5E216B14-D1FF-4FA5-86D1-BC66BE32C263}" type="parTrans" cxnId="{AB02A88A-566D-45B4-8985-EA40C452693F}">
      <dgm:prSet/>
      <dgm:spPr/>
      <dgm:t>
        <a:bodyPr/>
        <a:lstStyle/>
        <a:p>
          <a:endParaRPr lang="en-US"/>
        </a:p>
      </dgm:t>
    </dgm:pt>
    <dgm:pt modelId="{B1EF1B42-180E-4DE9-9928-B62A2FE0641C}" type="sibTrans" cxnId="{AB02A88A-566D-45B4-8985-EA40C452693F}">
      <dgm:prSet/>
      <dgm:spPr/>
      <dgm:t>
        <a:bodyPr/>
        <a:lstStyle/>
        <a:p>
          <a:endParaRPr lang="en-US"/>
        </a:p>
      </dgm:t>
    </dgm:pt>
    <dgm:pt modelId="{B6CF6AD6-6DD2-4E05-BBDA-184249AD2BC4}">
      <dgm:prSet/>
      <dgm:spPr/>
      <dgm:t>
        <a:bodyPr/>
        <a:lstStyle/>
        <a:p>
          <a:pPr>
            <a:lnSpc>
              <a:spcPct val="100000"/>
            </a:lnSpc>
          </a:pPr>
          <a:r>
            <a:rPr lang="en-US"/>
            <a:t>We focus on how to call it effectively.</a:t>
          </a:r>
        </a:p>
      </dgm:t>
    </dgm:pt>
    <dgm:pt modelId="{70371446-084E-4002-8B4A-A04A2365F892}" type="parTrans" cxnId="{F5EB8A99-11D3-49CA-96F3-445F8F1251BD}">
      <dgm:prSet/>
      <dgm:spPr/>
      <dgm:t>
        <a:bodyPr/>
        <a:lstStyle/>
        <a:p>
          <a:endParaRPr lang="en-US"/>
        </a:p>
      </dgm:t>
    </dgm:pt>
    <dgm:pt modelId="{701E0519-7E53-4C11-8429-1C050C978F14}" type="sibTrans" cxnId="{F5EB8A99-11D3-49CA-96F3-445F8F1251BD}">
      <dgm:prSet/>
      <dgm:spPr/>
      <dgm:t>
        <a:bodyPr/>
        <a:lstStyle/>
        <a:p>
          <a:endParaRPr lang="en-US"/>
        </a:p>
      </dgm:t>
    </dgm:pt>
    <dgm:pt modelId="{DF65ADEC-F1E2-499B-B10A-8F8F3838B022}" type="pres">
      <dgm:prSet presAssocID="{8EC531B4-CFDF-403F-8A85-F28C3F595529}" presName="root" presStyleCnt="0">
        <dgm:presLayoutVars>
          <dgm:dir/>
          <dgm:resizeHandles val="exact"/>
        </dgm:presLayoutVars>
      </dgm:prSet>
      <dgm:spPr/>
    </dgm:pt>
    <dgm:pt modelId="{30C5F6B0-A114-4166-BD82-CFE6DF5F798E}" type="pres">
      <dgm:prSet presAssocID="{C730FDB2-FB1D-4127-BCB8-8B78F4111D5A}" presName="compNode" presStyleCnt="0"/>
      <dgm:spPr/>
    </dgm:pt>
    <dgm:pt modelId="{102C9C24-DE54-4123-94B6-BF656D2176C9}" type="pres">
      <dgm:prSet presAssocID="{C730FDB2-FB1D-4127-BCB8-8B78F4111D5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BDA197AD-7EB6-4FB8-8865-9E92D159498A}" type="pres">
      <dgm:prSet presAssocID="{C730FDB2-FB1D-4127-BCB8-8B78F4111D5A}" presName="iconSpace" presStyleCnt="0"/>
      <dgm:spPr/>
    </dgm:pt>
    <dgm:pt modelId="{5C8BB6BF-45C7-4B4B-859A-2CB0B1E2E92F}" type="pres">
      <dgm:prSet presAssocID="{C730FDB2-FB1D-4127-BCB8-8B78F4111D5A}" presName="parTx" presStyleLbl="revTx" presStyleIdx="0" presStyleCnt="6">
        <dgm:presLayoutVars>
          <dgm:chMax val="0"/>
          <dgm:chPref val="0"/>
        </dgm:presLayoutVars>
      </dgm:prSet>
      <dgm:spPr/>
    </dgm:pt>
    <dgm:pt modelId="{20A52C37-F2A5-45BF-AF94-27C74B26AAEE}" type="pres">
      <dgm:prSet presAssocID="{C730FDB2-FB1D-4127-BCB8-8B78F4111D5A}" presName="txSpace" presStyleCnt="0"/>
      <dgm:spPr/>
    </dgm:pt>
    <dgm:pt modelId="{7D49C167-0620-42CF-A9C6-5A72A89F9361}" type="pres">
      <dgm:prSet presAssocID="{C730FDB2-FB1D-4127-BCB8-8B78F4111D5A}" presName="desTx" presStyleLbl="revTx" presStyleIdx="1" presStyleCnt="6">
        <dgm:presLayoutVars/>
      </dgm:prSet>
      <dgm:spPr/>
    </dgm:pt>
    <dgm:pt modelId="{8B2E9C80-10DE-4333-B8A5-3EC64DF485C3}" type="pres">
      <dgm:prSet presAssocID="{F1BA88F7-0BC4-4633-BC31-50EB64022B1A}" presName="sibTrans" presStyleCnt="0"/>
      <dgm:spPr/>
    </dgm:pt>
    <dgm:pt modelId="{020467AB-025D-444E-8703-3075760D3911}" type="pres">
      <dgm:prSet presAssocID="{2CEF9829-F07F-4324-9404-5B48B9DF3B23}" presName="compNode" presStyleCnt="0"/>
      <dgm:spPr/>
    </dgm:pt>
    <dgm:pt modelId="{E183C4E2-C978-4743-996C-31F651AA3417}" type="pres">
      <dgm:prSet presAssocID="{2CEF9829-F07F-4324-9404-5B48B9DF3B2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erson with Idea"/>
        </a:ext>
      </dgm:extLst>
    </dgm:pt>
    <dgm:pt modelId="{F39F9111-C5A2-4C0C-81B0-72E902F79D3E}" type="pres">
      <dgm:prSet presAssocID="{2CEF9829-F07F-4324-9404-5B48B9DF3B23}" presName="iconSpace" presStyleCnt="0"/>
      <dgm:spPr/>
    </dgm:pt>
    <dgm:pt modelId="{9B4BB04E-D102-4C7D-90AF-FA994AD81BAE}" type="pres">
      <dgm:prSet presAssocID="{2CEF9829-F07F-4324-9404-5B48B9DF3B23}" presName="parTx" presStyleLbl="revTx" presStyleIdx="2" presStyleCnt="6">
        <dgm:presLayoutVars>
          <dgm:chMax val="0"/>
          <dgm:chPref val="0"/>
        </dgm:presLayoutVars>
      </dgm:prSet>
      <dgm:spPr/>
    </dgm:pt>
    <dgm:pt modelId="{8693B8C2-1E54-4460-B4B2-1CD65779C091}" type="pres">
      <dgm:prSet presAssocID="{2CEF9829-F07F-4324-9404-5B48B9DF3B23}" presName="txSpace" presStyleCnt="0"/>
      <dgm:spPr/>
    </dgm:pt>
    <dgm:pt modelId="{97A2AA25-4409-45EE-8F69-9B5597275D43}" type="pres">
      <dgm:prSet presAssocID="{2CEF9829-F07F-4324-9404-5B48B9DF3B23}" presName="desTx" presStyleLbl="revTx" presStyleIdx="3" presStyleCnt="6">
        <dgm:presLayoutVars/>
      </dgm:prSet>
      <dgm:spPr/>
    </dgm:pt>
    <dgm:pt modelId="{54FDD51B-883F-46F8-8F1E-CDB188806AFE}" type="pres">
      <dgm:prSet presAssocID="{CC56B607-5EB5-4410-9F6C-73B177D663D9}" presName="sibTrans" presStyleCnt="0"/>
      <dgm:spPr/>
    </dgm:pt>
    <dgm:pt modelId="{0AF9AD0B-D8B7-4B09-8AD3-EA07698D165B}" type="pres">
      <dgm:prSet presAssocID="{588B72C6-92CC-4D56-8DD9-A3DAC7FAF38F}" presName="compNode" presStyleCnt="0"/>
      <dgm:spPr/>
    </dgm:pt>
    <dgm:pt modelId="{C2196F05-EF89-42AB-933B-EEF3B8F5D67E}" type="pres">
      <dgm:prSet presAssocID="{588B72C6-92CC-4D56-8DD9-A3DAC7FAF38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obot"/>
        </a:ext>
      </dgm:extLst>
    </dgm:pt>
    <dgm:pt modelId="{EEF8B1A0-412C-4881-A3DA-A9B206E17A8E}" type="pres">
      <dgm:prSet presAssocID="{588B72C6-92CC-4D56-8DD9-A3DAC7FAF38F}" presName="iconSpace" presStyleCnt="0"/>
      <dgm:spPr/>
    </dgm:pt>
    <dgm:pt modelId="{9DCF312D-98DF-4C4E-B7EB-51FBCB97426B}" type="pres">
      <dgm:prSet presAssocID="{588B72C6-92CC-4D56-8DD9-A3DAC7FAF38F}" presName="parTx" presStyleLbl="revTx" presStyleIdx="4" presStyleCnt="6">
        <dgm:presLayoutVars>
          <dgm:chMax val="0"/>
          <dgm:chPref val="0"/>
        </dgm:presLayoutVars>
      </dgm:prSet>
      <dgm:spPr/>
    </dgm:pt>
    <dgm:pt modelId="{9371E6ED-2A00-47C4-8F89-9C65EA99F61F}" type="pres">
      <dgm:prSet presAssocID="{588B72C6-92CC-4D56-8DD9-A3DAC7FAF38F}" presName="txSpace" presStyleCnt="0"/>
      <dgm:spPr/>
    </dgm:pt>
    <dgm:pt modelId="{2B19DA20-7303-4362-9CD1-00970E5973E8}" type="pres">
      <dgm:prSet presAssocID="{588B72C6-92CC-4D56-8DD9-A3DAC7FAF38F}" presName="desTx" presStyleLbl="revTx" presStyleIdx="5" presStyleCnt="6">
        <dgm:presLayoutVars/>
      </dgm:prSet>
      <dgm:spPr/>
    </dgm:pt>
  </dgm:ptLst>
  <dgm:cxnLst>
    <dgm:cxn modelId="{99B5DB0F-5551-4914-84E5-EA103966EDBE}" srcId="{8EC531B4-CFDF-403F-8A85-F28C3F595529}" destId="{2CEF9829-F07F-4324-9404-5B48B9DF3B23}" srcOrd="1" destOrd="0" parTransId="{3EDF53F2-A731-44C0-8659-C94CC696ED0A}" sibTransId="{CC56B607-5EB5-4410-9F6C-73B177D663D9}"/>
    <dgm:cxn modelId="{625E7A15-966E-43DD-9E0B-61E296DAADEA}" type="presOf" srcId="{3DF01D3D-38C4-4138-A506-1AD3DF2D3D2E}" destId="{7D49C167-0620-42CF-A9C6-5A72A89F9361}" srcOrd="0" destOrd="0" presId="urn:microsoft.com/office/officeart/2018/2/layout/IconLabelDescriptionList"/>
    <dgm:cxn modelId="{885E0517-C797-4DD8-9830-F4296E2C390D}" srcId="{588B72C6-92CC-4D56-8DD9-A3DAC7FAF38F}" destId="{CE53E114-E295-4266-921B-50797E3DB0C5}" srcOrd="0" destOrd="0" parTransId="{E0C4CD16-B13F-4874-B239-D172D7EE5E48}" sibTransId="{40D50E51-51CC-441D-96DB-73B87AD6CDE5}"/>
    <dgm:cxn modelId="{1B2A0728-FC06-4157-A876-D20D441B860A}" type="presOf" srcId="{8EC531B4-CFDF-403F-8A85-F28C3F595529}" destId="{DF65ADEC-F1E2-499B-B10A-8F8F3838B022}" srcOrd="0" destOrd="0" presId="urn:microsoft.com/office/officeart/2018/2/layout/IconLabelDescriptionList"/>
    <dgm:cxn modelId="{CDA7CE36-7FE6-428A-A4FC-9B8322463612}" type="presOf" srcId="{63B5967C-9A20-43FD-8ACD-19D78E855CA6}" destId="{97A2AA25-4409-45EE-8F69-9B5597275D43}" srcOrd="0" destOrd="1" presId="urn:microsoft.com/office/officeart/2018/2/layout/IconLabelDescriptionList"/>
    <dgm:cxn modelId="{0D3DDA3B-F2A0-4C1E-B7F3-6D4FB5B3A610}" srcId="{2CEF9829-F07F-4324-9404-5B48B9DF3B23}" destId="{589962A4-51D3-43A5-AFAD-9854A0CB8B76}" srcOrd="0" destOrd="0" parTransId="{C1387DF3-48B9-445D-BD89-F8AA4140B4AF}" sibTransId="{1C146BD1-58F4-4151-8ED7-E065FCFCB753}"/>
    <dgm:cxn modelId="{37EF8343-9990-493F-A0DC-1EDDB422F88C}" srcId="{C730FDB2-FB1D-4127-BCB8-8B78F4111D5A}" destId="{89D2B14D-0A95-4D86-9644-F2B7A5A53A2A}" srcOrd="1" destOrd="0" parTransId="{7699C5F7-69E1-4089-A513-D4B50BE60750}" sibTransId="{DEFA37E8-701E-47BF-91DD-2FD2B9EA91C3}"/>
    <dgm:cxn modelId="{52E42966-657F-436C-89C6-668951875D6F}" srcId="{2CEF9829-F07F-4324-9404-5B48B9DF3B23}" destId="{63B5967C-9A20-43FD-8ACD-19D78E855CA6}" srcOrd="1" destOrd="0" parTransId="{68230260-397E-4822-8306-98B6AF769365}" sibTransId="{3F2E8BD6-DAAA-4E3D-B8B9-12BFC9DAF292}"/>
    <dgm:cxn modelId="{8C47A66A-01AA-4BED-8DF0-3C968FBE8F1A}" srcId="{C730FDB2-FB1D-4127-BCB8-8B78F4111D5A}" destId="{3DF01D3D-38C4-4138-A506-1AD3DF2D3D2E}" srcOrd="0" destOrd="0" parTransId="{DE5D90F9-4340-4B30-9864-6764E7A9ED23}" sibTransId="{DF2CC080-C79D-415D-A217-9D53EAFAA29E}"/>
    <dgm:cxn modelId="{49171F4F-A599-4929-A765-92389EFECC7D}" type="presOf" srcId="{589962A4-51D3-43A5-AFAD-9854A0CB8B76}" destId="{97A2AA25-4409-45EE-8F69-9B5597275D43}" srcOrd="0" destOrd="0" presId="urn:microsoft.com/office/officeart/2018/2/layout/IconLabelDescriptionList"/>
    <dgm:cxn modelId="{4B70E182-DF14-4795-9912-59F221407A26}" type="presOf" srcId="{89D2B14D-0A95-4D86-9644-F2B7A5A53A2A}" destId="{7D49C167-0620-42CF-A9C6-5A72A89F9361}" srcOrd="0" destOrd="1" presId="urn:microsoft.com/office/officeart/2018/2/layout/IconLabelDescriptionList"/>
    <dgm:cxn modelId="{AB02A88A-566D-45B4-8985-EA40C452693F}" srcId="{588B72C6-92CC-4D56-8DD9-A3DAC7FAF38F}" destId="{13EF991E-5F2C-496C-8C46-66F4E4EA5F21}" srcOrd="1" destOrd="0" parTransId="{5E216B14-D1FF-4FA5-86D1-BC66BE32C263}" sibTransId="{B1EF1B42-180E-4DE9-9928-B62A2FE0641C}"/>
    <dgm:cxn modelId="{F6A7738E-1684-490C-A724-093D22EDAD96}" type="presOf" srcId="{CE53E114-E295-4266-921B-50797E3DB0C5}" destId="{2B19DA20-7303-4362-9CD1-00970E5973E8}" srcOrd="0" destOrd="0" presId="urn:microsoft.com/office/officeart/2018/2/layout/IconLabelDescriptionList"/>
    <dgm:cxn modelId="{AF7D0F91-2BC7-4C6D-9117-5FCD47B630F3}" srcId="{8EC531B4-CFDF-403F-8A85-F28C3F595529}" destId="{C730FDB2-FB1D-4127-BCB8-8B78F4111D5A}" srcOrd="0" destOrd="0" parTransId="{64BF7AE4-381C-4DF3-9485-B81F09687781}" sibTransId="{F1BA88F7-0BC4-4633-BC31-50EB64022B1A}"/>
    <dgm:cxn modelId="{F5EB8A99-11D3-49CA-96F3-445F8F1251BD}" srcId="{588B72C6-92CC-4D56-8DD9-A3DAC7FAF38F}" destId="{B6CF6AD6-6DD2-4E05-BBDA-184249AD2BC4}" srcOrd="2" destOrd="0" parTransId="{70371446-084E-4002-8B4A-A04A2365F892}" sibTransId="{701E0519-7E53-4C11-8429-1C050C978F14}"/>
    <dgm:cxn modelId="{0B32AAAC-BA1E-4DA7-92B7-CBEFAE7B3440}" type="presOf" srcId="{588B72C6-92CC-4D56-8DD9-A3DAC7FAF38F}" destId="{9DCF312D-98DF-4C4E-B7EB-51FBCB97426B}" srcOrd="0" destOrd="0" presId="urn:microsoft.com/office/officeart/2018/2/layout/IconLabelDescriptionList"/>
    <dgm:cxn modelId="{A43D4AC3-E292-4C82-8547-3D674CF219E8}" type="presOf" srcId="{B6CF6AD6-6DD2-4E05-BBDA-184249AD2BC4}" destId="{2B19DA20-7303-4362-9CD1-00970E5973E8}" srcOrd="0" destOrd="2" presId="urn:microsoft.com/office/officeart/2018/2/layout/IconLabelDescriptionList"/>
    <dgm:cxn modelId="{4DE71BDF-D343-473B-804E-66480CA8906D}" type="presOf" srcId="{13EF991E-5F2C-496C-8C46-66F4E4EA5F21}" destId="{2B19DA20-7303-4362-9CD1-00970E5973E8}" srcOrd="0" destOrd="1" presId="urn:microsoft.com/office/officeart/2018/2/layout/IconLabelDescriptionList"/>
    <dgm:cxn modelId="{78B0AAEC-901B-414F-9325-2AAC3F51BEDF}" type="presOf" srcId="{2CEF9829-F07F-4324-9404-5B48B9DF3B23}" destId="{9B4BB04E-D102-4C7D-90AF-FA994AD81BAE}" srcOrd="0" destOrd="0" presId="urn:microsoft.com/office/officeart/2018/2/layout/IconLabelDescriptionList"/>
    <dgm:cxn modelId="{DBE5D9ED-9627-4904-B8AA-8752D82BDB6F}" srcId="{8EC531B4-CFDF-403F-8A85-F28C3F595529}" destId="{588B72C6-92CC-4D56-8DD9-A3DAC7FAF38F}" srcOrd="2" destOrd="0" parTransId="{86784820-B642-4AC6-8F30-A208FEC03171}" sibTransId="{2B6B0E36-1ED6-4825-9796-365920C97E25}"/>
    <dgm:cxn modelId="{5190E9FB-0079-407E-89C5-431AADB22266}" type="presOf" srcId="{C730FDB2-FB1D-4127-BCB8-8B78F4111D5A}" destId="{5C8BB6BF-45C7-4B4B-859A-2CB0B1E2E92F}" srcOrd="0" destOrd="0" presId="urn:microsoft.com/office/officeart/2018/2/layout/IconLabelDescriptionList"/>
    <dgm:cxn modelId="{858F3105-99BA-4898-9FCB-EB30CCFAFE42}" type="presParOf" srcId="{DF65ADEC-F1E2-499B-B10A-8F8F3838B022}" destId="{30C5F6B0-A114-4166-BD82-CFE6DF5F798E}" srcOrd="0" destOrd="0" presId="urn:microsoft.com/office/officeart/2018/2/layout/IconLabelDescriptionList"/>
    <dgm:cxn modelId="{AFA8919C-102A-43C4-A728-D791E51AE8BC}" type="presParOf" srcId="{30C5F6B0-A114-4166-BD82-CFE6DF5F798E}" destId="{102C9C24-DE54-4123-94B6-BF656D2176C9}" srcOrd="0" destOrd="0" presId="urn:microsoft.com/office/officeart/2018/2/layout/IconLabelDescriptionList"/>
    <dgm:cxn modelId="{644316E6-571C-4A4D-BDB9-8E286898688A}" type="presParOf" srcId="{30C5F6B0-A114-4166-BD82-CFE6DF5F798E}" destId="{BDA197AD-7EB6-4FB8-8865-9E92D159498A}" srcOrd="1" destOrd="0" presId="urn:microsoft.com/office/officeart/2018/2/layout/IconLabelDescriptionList"/>
    <dgm:cxn modelId="{820DE78E-BBA9-420A-B6D3-FB8A71E17BE5}" type="presParOf" srcId="{30C5F6B0-A114-4166-BD82-CFE6DF5F798E}" destId="{5C8BB6BF-45C7-4B4B-859A-2CB0B1E2E92F}" srcOrd="2" destOrd="0" presId="urn:microsoft.com/office/officeart/2018/2/layout/IconLabelDescriptionList"/>
    <dgm:cxn modelId="{BA7477F0-61BD-4D15-A490-3C655F024352}" type="presParOf" srcId="{30C5F6B0-A114-4166-BD82-CFE6DF5F798E}" destId="{20A52C37-F2A5-45BF-AF94-27C74B26AAEE}" srcOrd="3" destOrd="0" presId="urn:microsoft.com/office/officeart/2018/2/layout/IconLabelDescriptionList"/>
    <dgm:cxn modelId="{88936173-3DF0-4E1A-9766-3B7A408E6681}" type="presParOf" srcId="{30C5F6B0-A114-4166-BD82-CFE6DF5F798E}" destId="{7D49C167-0620-42CF-A9C6-5A72A89F9361}" srcOrd="4" destOrd="0" presId="urn:microsoft.com/office/officeart/2018/2/layout/IconLabelDescriptionList"/>
    <dgm:cxn modelId="{26490826-F7E7-483B-A32D-863439E51E4C}" type="presParOf" srcId="{DF65ADEC-F1E2-499B-B10A-8F8F3838B022}" destId="{8B2E9C80-10DE-4333-B8A5-3EC64DF485C3}" srcOrd="1" destOrd="0" presId="urn:microsoft.com/office/officeart/2018/2/layout/IconLabelDescriptionList"/>
    <dgm:cxn modelId="{77BE139C-2C85-4904-9B29-A64D6C901FF1}" type="presParOf" srcId="{DF65ADEC-F1E2-499B-B10A-8F8F3838B022}" destId="{020467AB-025D-444E-8703-3075760D3911}" srcOrd="2" destOrd="0" presId="urn:microsoft.com/office/officeart/2018/2/layout/IconLabelDescriptionList"/>
    <dgm:cxn modelId="{6A797DF1-33E9-478D-BC90-36B91458EEC3}" type="presParOf" srcId="{020467AB-025D-444E-8703-3075760D3911}" destId="{E183C4E2-C978-4743-996C-31F651AA3417}" srcOrd="0" destOrd="0" presId="urn:microsoft.com/office/officeart/2018/2/layout/IconLabelDescriptionList"/>
    <dgm:cxn modelId="{A55E454E-9BC4-47C9-8652-7AC6EF8486D8}" type="presParOf" srcId="{020467AB-025D-444E-8703-3075760D3911}" destId="{F39F9111-C5A2-4C0C-81B0-72E902F79D3E}" srcOrd="1" destOrd="0" presId="urn:microsoft.com/office/officeart/2018/2/layout/IconLabelDescriptionList"/>
    <dgm:cxn modelId="{1891E5B7-C0CB-4FD8-BFE7-36E076C79EDF}" type="presParOf" srcId="{020467AB-025D-444E-8703-3075760D3911}" destId="{9B4BB04E-D102-4C7D-90AF-FA994AD81BAE}" srcOrd="2" destOrd="0" presId="urn:microsoft.com/office/officeart/2018/2/layout/IconLabelDescriptionList"/>
    <dgm:cxn modelId="{25B92316-CD02-42D4-8BD5-DA06D12F087E}" type="presParOf" srcId="{020467AB-025D-444E-8703-3075760D3911}" destId="{8693B8C2-1E54-4460-B4B2-1CD65779C091}" srcOrd="3" destOrd="0" presId="urn:microsoft.com/office/officeart/2018/2/layout/IconLabelDescriptionList"/>
    <dgm:cxn modelId="{CB90FDE9-1920-43EC-8A8A-270E4D430925}" type="presParOf" srcId="{020467AB-025D-444E-8703-3075760D3911}" destId="{97A2AA25-4409-45EE-8F69-9B5597275D43}" srcOrd="4" destOrd="0" presId="urn:microsoft.com/office/officeart/2018/2/layout/IconLabelDescriptionList"/>
    <dgm:cxn modelId="{1BCE8CF9-A745-4DAE-9BAF-5ABB5780BD83}" type="presParOf" srcId="{DF65ADEC-F1E2-499B-B10A-8F8F3838B022}" destId="{54FDD51B-883F-46F8-8F1E-CDB188806AFE}" srcOrd="3" destOrd="0" presId="urn:microsoft.com/office/officeart/2018/2/layout/IconLabelDescriptionList"/>
    <dgm:cxn modelId="{F5BDDCFD-9812-4623-B96A-2021EBF72D5D}" type="presParOf" srcId="{DF65ADEC-F1E2-499B-B10A-8F8F3838B022}" destId="{0AF9AD0B-D8B7-4B09-8AD3-EA07698D165B}" srcOrd="4" destOrd="0" presId="urn:microsoft.com/office/officeart/2018/2/layout/IconLabelDescriptionList"/>
    <dgm:cxn modelId="{71A625F9-261F-431A-8F4F-689DD75F5621}" type="presParOf" srcId="{0AF9AD0B-D8B7-4B09-8AD3-EA07698D165B}" destId="{C2196F05-EF89-42AB-933B-EEF3B8F5D67E}" srcOrd="0" destOrd="0" presId="urn:microsoft.com/office/officeart/2018/2/layout/IconLabelDescriptionList"/>
    <dgm:cxn modelId="{02A0C526-D143-4AEC-8248-F131119A1059}" type="presParOf" srcId="{0AF9AD0B-D8B7-4B09-8AD3-EA07698D165B}" destId="{EEF8B1A0-412C-4881-A3DA-A9B206E17A8E}" srcOrd="1" destOrd="0" presId="urn:microsoft.com/office/officeart/2018/2/layout/IconLabelDescriptionList"/>
    <dgm:cxn modelId="{1112E00D-0AB1-44D8-9BAC-94816F1FE2CB}" type="presParOf" srcId="{0AF9AD0B-D8B7-4B09-8AD3-EA07698D165B}" destId="{9DCF312D-98DF-4C4E-B7EB-51FBCB97426B}" srcOrd="2" destOrd="0" presId="urn:microsoft.com/office/officeart/2018/2/layout/IconLabelDescriptionList"/>
    <dgm:cxn modelId="{65C170BA-13B4-479B-88FE-0F4AE83EFF70}" type="presParOf" srcId="{0AF9AD0B-D8B7-4B09-8AD3-EA07698D165B}" destId="{9371E6ED-2A00-47C4-8F89-9C65EA99F61F}" srcOrd="3" destOrd="0" presId="urn:microsoft.com/office/officeart/2018/2/layout/IconLabelDescriptionList"/>
    <dgm:cxn modelId="{32A87B69-0451-40BE-BB88-401EDAEF550F}" type="presParOf" srcId="{0AF9AD0B-D8B7-4B09-8AD3-EA07698D165B}" destId="{2B19DA20-7303-4362-9CD1-00970E5973E8}"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638B8F67-9FFC-4DB0-8244-31B33F7F9F92}"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EE0E5C69-885F-4333-B6CA-0C1EAB17F3DB}">
      <dgm:prSet/>
      <dgm:spPr/>
      <dgm:t>
        <a:bodyPr/>
        <a:lstStyle/>
        <a:p>
          <a:pPr>
            <a:lnSpc>
              <a:spcPct val="100000"/>
            </a:lnSpc>
            <a:defRPr b="1"/>
          </a:pPr>
          <a:r>
            <a:rPr lang="en-US"/>
            <a:t>LLM as a Reasoning Component</a:t>
          </a:r>
        </a:p>
      </dgm:t>
    </dgm:pt>
    <dgm:pt modelId="{ABD3D8D5-F8D2-4D0E-835D-81E7F7A42C99}" type="parTrans" cxnId="{92137B74-3E77-480D-8A6D-79976965542C}">
      <dgm:prSet/>
      <dgm:spPr/>
      <dgm:t>
        <a:bodyPr/>
        <a:lstStyle/>
        <a:p>
          <a:endParaRPr lang="en-US"/>
        </a:p>
      </dgm:t>
    </dgm:pt>
    <dgm:pt modelId="{D751B523-265C-456D-B89E-ACAA17146DBD}" type="sibTrans" cxnId="{92137B74-3E77-480D-8A6D-79976965542C}">
      <dgm:prSet/>
      <dgm:spPr/>
      <dgm:t>
        <a:bodyPr/>
        <a:lstStyle/>
        <a:p>
          <a:endParaRPr lang="en-US"/>
        </a:p>
      </dgm:t>
    </dgm:pt>
    <dgm:pt modelId="{33031C11-EE34-439D-B780-B4B982B75E85}">
      <dgm:prSet/>
      <dgm:spPr/>
      <dgm:t>
        <a:bodyPr/>
        <a:lstStyle/>
        <a:p>
          <a:pPr>
            <a:lnSpc>
              <a:spcPct val="100000"/>
            </a:lnSpc>
          </a:pPr>
          <a:r>
            <a:rPr lang="en-US"/>
            <a:t>We treat the model as a programmable part of our software</a:t>
          </a:r>
        </a:p>
      </dgm:t>
    </dgm:pt>
    <dgm:pt modelId="{6A3F41DE-46FC-42F5-BD05-DAAAA0ACFA62}" type="parTrans" cxnId="{F54193F2-9668-4F61-A709-24A7EE5F8E59}">
      <dgm:prSet/>
      <dgm:spPr/>
      <dgm:t>
        <a:bodyPr/>
        <a:lstStyle/>
        <a:p>
          <a:endParaRPr lang="en-US"/>
        </a:p>
      </dgm:t>
    </dgm:pt>
    <dgm:pt modelId="{1A56F7D7-2D99-47E0-B175-DC7DB6AED622}" type="sibTrans" cxnId="{F54193F2-9668-4F61-A709-24A7EE5F8E59}">
      <dgm:prSet/>
      <dgm:spPr/>
      <dgm:t>
        <a:bodyPr/>
        <a:lstStyle/>
        <a:p>
          <a:endParaRPr lang="en-US"/>
        </a:p>
      </dgm:t>
    </dgm:pt>
    <dgm:pt modelId="{95BAB8C3-7876-4DF9-96C0-879F9148F5F0}">
      <dgm:prSet/>
      <dgm:spPr/>
      <dgm:t>
        <a:bodyPr/>
        <a:lstStyle/>
        <a:p>
          <a:pPr>
            <a:lnSpc>
              <a:spcPct val="100000"/>
            </a:lnSpc>
          </a:pPr>
          <a:r>
            <a:rPr lang="en-US"/>
            <a:t>similar to an API or a database</a:t>
          </a:r>
        </a:p>
      </dgm:t>
    </dgm:pt>
    <dgm:pt modelId="{95A55063-536E-4150-B135-F3DF63450D33}" type="parTrans" cxnId="{99D12C6F-A0C4-409F-98DD-B0EC24D0C5EC}">
      <dgm:prSet/>
      <dgm:spPr/>
      <dgm:t>
        <a:bodyPr/>
        <a:lstStyle/>
        <a:p>
          <a:endParaRPr lang="en-US"/>
        </a:p>
      </dgm:t>
    </dgm:pt>
    <dgm:pt modelId="{2463F6E1-7940-4A41-82F7-F6A170C30CB6}" type="sibTrans" cxnId="{99D12C6F-A0C4-409F-98DD-B0EC24D0C5EC}">
      <dgm:prSet/>
      <dgm:spPr/>
      <dgm:t>
        <a:bodyPr/>
        <a:lstStyle/>
        <a:p>
          <a:endParaRPr lang="en-US"/>
        </a:p>
      </dgm:t>
    </dgm:pt>
    <dgm:pt modelId="{9B966650-032D-40BA-9E06-86172AE27BE0}">
      <dgm:prSet/>
      <dgm:spPr/>
      <dgm:t>
        <a:bodyPr/>
        <a:lstStyle/>
        <a:p>
          <a:pPr>
            <a:lnSpc>
              <a:spcPct val="100000"/>
            </a:lnSpc>
            <a:defRPr b="1"/>
          </a:pPr>
          <a:r>
            <a:rPr lang="en-US"/>
            <a:t>Input vs. Output</a:t>
          </a:r>
        </a:p>
      </dgm:t>
    </dgm:pt>
    <dgm:pt modelId="{ABA7B374-C9E6-43EF-B3C2-4BA590CBAC6C}" type="parTrans" cxnId="{8DC76851-C830-4373-869A-F9C69E4A116C}">
      <dgm:prSet/>
      <dgm:spPr/>
      <dgm:t>
        <a:bodyPr/>
        <a:lstStyle/>
        <a:p>
          <a:endParaRPr lang="en-US"/>
        </a:p>
      </dgm:t>
    </dgm:pt>
    <dgm:pt modelId="{D6E7740A-4ECA-414A-ACEC-D26ABEA9E665}" type="sibTrans" cxnId="{8DC76851-C830-4373-869A-F9C69E4A116C}">
      <dgm:prSet/>
      <dgm:spPr/>
      <dgm:t>
        <a:bodyPr/>
        <a:lstStyle/>
        <a:p>
          <a:endParaRPr lang="en-US"/>
        </a:p>
      </dgm:t>
    </dgm:pt>
    <dgm:pt modelId="{EDA7385F-03EF-4FC2-964B-855999BC74D9}">
      <dgm:prSet/>
      <dgm:spPr/>
      <dgm:t>
        <a:bodyPr/>
        <a:lstStyle/>
        <a:p>
          <a:pPr>
            <a:lnSpc>
              <a:spcPct val="100000"/>
            </a:lnSpc>
          </a:pPr>
          <a:r>
            <a:rPr lang="en-US"/>
            <a:t>The box is black (hidden internals)</a:t>
          </a:r>
        </a:p>
      </dgm:t>
    </dgm:pt>
    <dgm:pt modelId="{F7CC8D68-5F9F-4D27-9075-3DE7361E1419}" type="parTrans" cxnId="{1FD4AE33-4A12-453E-9146-EF33B01D84BA}">
      <dgm:prSet/>
      <dgm:spPr/>
      <dgm:t>
        <a:bodyPr/>
        <a:lstStyle/>
        <a:p>
          <a:endParaRPr lang="en-US"/>
        </a:p>
      </dgm:t>
    </dgm:pt>
    <dgm:pt modelId="{199E9F4C-D2A6-4C50-8E52-3A074060A0F7}" type="sibTrans" cxnId="{1FD4AE33-4A12-453E-9146-EF33B01D84BA}">
      <dgm:prSet/>
      <dgm:spPr/>
      <dgm:t>
        <a:bodyPr/>
        <a:lstStyle/>
        <a:p>
          <a:endParaRPr lang="en-US"/>
        </a:p>
      </dgm:t>
    </dgm:pt>
    <dgm:pt modelId="{C951C9AF-B2A5-4BD5-B86D-7D258C325AC3}">
      <dgm:prSet/>
      <dgm:spPr/>
      <dgm:t>
        <a:bodyPr/>
        <a:lstStyle/>
        <a:p>
          <a:pPr>
            <a:lnSpc>
              <a:spcPct val="100000"/>
            </a:lnSpc>
          </a:pPr>
          <a:r>
            <a:rPr lang="en-US"/>
            <a:t>Our primary control is the Prompt</a:t>
          </a:r>
        </a:p>
      </dgm:t>
    </dgm:pt>
    <dgm:pt modelId="{D9C78D6F-68CD-4FF2-BF2F-2A06B8F26A4C}" type="parTrans" cxnId="{6FA58823-1F81-4408-A43D-BB9CA779DFC9}">
      <dgm:prSet/>
      <dgm:spPr/>
      <dgm:t>
        <a:bodyPr/>
        <a:lstStyle/>
        <a:p>
          <a:endParaRPr lang="en-US"/>
        </a:p>
      </dgm:t>
    </dgm:pt>
    <dgm:pt modelId="{6075415F-53DA-4D0A-9A14-23CD10A726C9}" type="sibTrans" cxnId="{6FA58823-1F81-4408-A43D-BB9CA779DFC9}">
      <dgm:prSet/>
      <dgm:spPr/>
      <dgm:t>
        <a:bodyPr/>
        <a:lstStyle/>
        <a:p>
          <a:endParaRPr lang="en-US"/>
        </a:p>
      </dgm:t>
    </dgm:pt>
    <dgm:pt modelId="{9427CA30-BC0B-4982-AEDC-3650D5D11606}" type="pres">
      <dgm:prSet presAssocID="{638B8F67-9FFC-4DB0-8244-31B33F7F9F92}" presName="root" presStyleCnt="0">
        <dgm:presLayoutVars>
          <dgm:dir/>
          <dgm:resizeHandles val="exact"/>
        </dgm:presLayoutVars>
      </dgm:prSet>
      <dgm:spPr/>
    </dgm:pt>
    <dgm:pt modelId="{98AA0807-BBD9-402B-B865-7C4DEC5C5CBA}" type="pres">
      <dgm:prSet presAssocID="{EE0E5C69-885F-4333-B6CA-0C1EAB17F3DB}" presName="compNode" presStyleCnt="0"/>
      <dgm:spPr/>
    </dgm:pt>
    <dgm:pt modelId="{A2114D3D-02A8-4559-922F-FE81489AF3D9}" type="pres">
      <dgm:prSet presAssocID="{EE0E5C69-885F-4333-B6CA-0C1EAB17F3D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B37423A3-DA6D-4788-913D-533EEC64EFAB}" type="pres">
      <dgm:prSet presAssocID="{EE0E5C69-885F-4333-B6CA-0C1EAB17F3DB}" presName="iconSpace" presStyleCnt="0"/>
      <dgm:spPr/>
    </dgm:pt>
    <dgm:pt modelId="{F8261DB3-E926-4B7F-BC7A-1B489A0E8765}" type="pres">
      <dgm:prSet presAssocID="{EE0E5C69-885F-4333-B6CA-0C1EAB17F3DB}" presName="parTx" presStyleLbl="revTx" presStyleIdx="0" presStyleCnt="4">
        <dgm:presLayoutVars>
          <dgm:chMax val="0"/>
          <dgm:chPref val="0"/>
        </dgm:presLayoutVars>
      </dgm:prSet>
      <dgm:spPr/>
    </dgm:pt>
    <dgm:pt modelId="{E1F7EAAB-D81B-4891-907F-4B13644026E8}" type="pres">
      <dgm:prSet presAssocID="{EE0E5C69-885F-4333-B6CA-0C1EAB17F3DB}" presName="txSpace" presStyleCnt="0"/>
      <dgm:spPr/>
    </dgm:pt>
    <dgm:pt modelId="{86554571-C976-459B-AE49-FA49A8CBE25E}" type="pres">
      <dgm:prSet presAssocID="{EE0E5C69-885F-4333-B6CA-0C1EAB17F3DB}" presName="desTx" presStyleLbl="revTx" presStyleIdx="1" presStyleCnt="4">
        <dgm:presLayoutVars/>
      </dgm:prSet>
      <dgm:spPr/>
    </dgm:pt>
    <dgm:pt modelId="{84717E6F-5585-47BD-BAB8-56894EAB8930}" type="pres">
      <dgm:prSet presAssocID="{D751B523-265C-456D-B89E-ACAA17146DBD}" presName="sibTrans" presStyleCnt="0"/>
      <dgm:spPr/>
    </dgm:pt>
    <dgm:pt modelId="{49947AB0-00EC-4162-A730-D753708C0C47}" type="pres">
      <dgm:prSet presAssocID="{9B966650-032D-40BA-9E06-86172AE27BE0}" presName="compNode" presStyleCnt="0"/>
      <dgm:spPr/>
    </dgm:pt>
    <dgm:pt modelId="{9B2F348C-C704-4DFC-9CCA-207DD98D5DE2}" type="pres">
      <dgm:prSet presAssocID="{9B966650-032D-40BA-9E06-86172AE27BE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cessor"/>
        </a:ext>
      </dgm:extLst>
    </dgm:pt>
    <dgm:pt modelId="{4A3DD921-A7C5-4320-8D1F-4C5B3147F2E6}" type="pres">
      <dgm:prSet presAssocID="{9B966650-032D-40BA-9E06-86172AE27BE0}" presName="iconSpace" presStyleCnt="0"/>
      <dgm:spPr/>
    </dgm:pt>
    <dgm:pt modelId="{2E42CEC9-54C6-4561-8895-2174551D620C}" type="pres">
      <dgm:prSet presAssocID="{9B966650-032D-40BA-9E06-86172AE27BE0}" presName="parTx" presStyleLbl="revTx" presStyleIdx="2" presStyleCnt="4">
        <dgm:presLayoutVars>
          <dgm:chMax val="0"/>
          <dgm:chPref val="0"/>
        </dgm:presLayoutVars>
      </dgm:prSet>
      <dgm:spPr/>
    </dgm:pt>
    <dgm:pt modelId="{904FBA92-47EF-4154-A7F2-9648A9035284}" type="pres">
      <dgm:prSet presAssocID="{9B966650-032D-40BA-9E06-86172AE27BE0}" presName="txSpace" presStyleCnt="0"/>
      <dgm:spPr/>
    </dgm:pt>
    <dgm:pt modelId="{C788FB4A-0739-4128-A036-3BC6A3196DCF}" type="pres">
      <dgm:prSet presAssocID="{9B966650-032D-40BA-9E06-86172AE27BE0}" presName="desTx" presStyleLbl="revTx" presStyleIdx="3" presStyleCnt="4">
        <dgm:presLayoutVars/>
      </dgm:prSet>
      <dgm:spPr/>
    </dgm:pt>
  </dgm:ptLst>
  <dgm:cxnLst>
    <dgm:cxn modelId="{4640B401-A096-4084-A8BA-EACE82349F0C}" type="presOf" srcId="{EE0E5C69-885F-4333-B6CA-0C1EAB17F3DB}" destId="{F8261DB3-E926-4B7F-BC7A-1B489A0E8765}" srcOrd="0" destOrd="0" presId="urn:microsoft.com/office/officeart/2018/2/layout/IconLabelDescriptionList"/>
    <dgm:cxn modelId="{D8B19F11-09DF-4B42-87B8-3443AB732176}" type="presOf" srcId="{9B966650-032D-40BA-9E06-86172AE27BE0}" destId="{2E42CEC9-54C6-4561-8895-2174551D620C}" srcOrd="0" destOrd="0" presId="urn:microsoft.com/office/officeart/2018/2/layout/IconLabelDescriptionList"/>
    <dgm:cxn modelId="{6FA58823-1F81-4408-A43D-BB9CA779DFC9}" srcId="{9B966650-032D-40BA-9E06-86172AE27BE0}" destId="{C951C9AF-B2A5-4BD5-B86D-7D258C325AC3}" srcOrd="1" destOrd="0" parTransId="{D9C78D6F-68CD-4FF2-BF2F-2A06B8F26A4C}" sibTransId="{6075415F-53DA-4D0A-9A14-23CD10A726C9}"/>
    <dgm:cxn modelId="{1FD4AE33-4A12-453E-9146-EF33B01D84BA}" srcId="{9B966650-032D-40BA-9E06-86172AE27BE0}" destId="{EDA7385F-03EF-4FC2-964B-855999BC74D9}" srcOrd="0" destOrd="0" parTransId="{F7CC8D68-5F9F-4D27-9075-3DE7361E1419}" sibTransId="{199E9F4C-D2A6-4C50-8E52-3A074060A0F7}"/>
    <dgm:cxn modelId="{45059F5E-34BF-4A72-ACCD-1F397E8903D2}" type="presOf" srcId="{33031C11-EE34-439D-B780-B4B982B75E85}" destId="{86554571-C976-459B-AE49-FA49A8CBE25E}" srcOrd="0" destOrd="0" presId="urn:microsoft.com/office/officeart/2018/2/layout/IconLabelDescriptionList"/>
    <dgm:cxn modelId="{99D12C6F-A0C4-409F-98DD-B0EC24D0C5EC}" srcId="{EE0E5C69-885F-4333-B6CA-0C1EAB17F3DB}" destId="{95BAB8C3-7876-4DF9-96C0-879F9148F5F0}" srcOrd="1" destOrd="0" parTransId="{95A55063-536E-4150-B135-F3DF63450D33}" sibTransId="{2463F6E1-7940-4A41-82F7-F6A170C30CB6}"/>
    <dgm:cxn modelId="{8DC76851-C830-4373-869A-F9C69E4A116C}" srcId="{638B8F67-9FFC-4DB0-8244-31B33F7F9F92}" destId="{9B966650-032D-40BA-9E06-86172AE27BE0}" srcOrd="1" destOrd="0" parTransId="{ABA7B374-C9E6-43EF-B3C2-4BA590CBAC6C}" sibTransId="{D6E7740A-4ECA-414A-ACEC-D26ABEA9E665}"/>
    <dgm:cxn modelId="{92137B74-3E77-480D-8A6D-79976965542C}" srcId="{638B8F67-9FFC-4DB0-8244-31B33F7F9F92}" destId="{EE0E5C69-885F-4333-B6CA-0C1EAB17F3DB}" srcOrd="0" destOrd="0" parTransId="{ABD3D8D5-F8D2-4D0E-835D-81E7F7A42C99}" sibTransId="{D751B523-265C-456D-B89E-ACAA17146DBD}"/>
    <dgm:cxn modelId="{7A5C848A-80E8-47E2-9CE1-C8B6151E0E3D}" type="presOf" srcId="{638B8F67-9FFC-4DB0-8244-31B33F7F9F92}" destId="{9427CA30-BC0B-4982-AEDC-3650D5D11606}" srcOrd="0" destOrd="0" presId="urn:microsoft.com/office/officeart/2018/2/layout/IconLabelDescriptionList"/>
    <dgm:cxn modelId="{EF7C91AD-131D-4D93-865C-A6D3A54EE67C}" type="presOf" srcId="{C951C9AF-B2A5-4BD5-B86D-7D258C325AC3}" destId="{C788FB4A-0739-4128-A036-3BC6A3196DCF}" srcOrd="0" destOrd="1" presId="urn:microsoft.com/office/officeart/2018/2/layout/IconLabelDescriptionList"/>
    <dgm:cxn modelId="{CE9713E0-0108-4705-AFB3-14B3FC7C1D0F}" type="presOf" srcId="{EDA7385F-03EF-4FC2-964B-855999BC74D9}" destId="{C788FB4A-0739-4128-A036-3BC6A3196DCF}" srcOrd="0" destOrd="0" presId="urn:microsoft.com/office/officeart/2018/2/layout/IconLabelDescriptionList"/>
    <dgm:cxn modelId="{147ADCE3-438B-4683-8095-737EAE170A79}" type="presOf" srcId="{95BAB8C3-7876-4DF9-96C0-879F9148F5F0}" destId="{86554571-C976-459B-AE49-FA49A8CBE25E}" srcOrd="0" destOrd="1" presId="urn:microsoft.com/office/officeart/2018/2/layout/IconLabelDescriptionList"/>
    <dgm:cxn modelId="{F54193F2-9668-4F61-A709-24A7EE5F8E59}" srcId="{EE0E5C69-885F-4333-B6CA-0C1EAB17F3DB}" destId="{33031C11-EE34-439D-B780-B4B982B75E85}" srcOrd="0" destOrd="0" parTransId="{6A3F41DE-46FC-42F5-BD05-DAAAA0ACFA62}" sibTransId="{1A56F7D7-2D99-47E0-B175-DC7DB6AED622}"/>
    <dgm:cxn modelId="{8CF66460-9159-44F5-AF18-BB82D2B7A82E}" type="presParOf" srcId="{9427CA30-BC0B-4982-AEDC-3650D5D11606}" destId="{98AA0807-BBD9-402B-B865-7C4DEC5C5CBA}" srcOrd="0" destOrd="0" presId="urn:microsoft.com/office/officeart/2018/2/layout/IconLabelDescriptionList"/>
    <dgm:cxn modelId="{828CA7AA-8500-47A3-B421-7062E357E721}" type="presParOf" srcId="{98AA0807-BBD9-402B-B865-7C4DEC5C5CBA}" destId="{A2114D3D-02A8-4559-922F-FE81489AF3D9}" srcOrd="0" destOrd="0" presId="urn:microsoft.com/office/officeart/2018/2/layout/IconLabelDescriptionList"/>
    <dgm:cxn modelId="{EE47E6F7-9F12-4CB4-A10C-6AAA10D9630B}" type="presParOf" srcId="{98AA0807-BBD9-402B-B865-7C4DEC5C5CBA}" destId="{B37423A3-DA6D-4788-913D-533EEC64EFAB}" srcOrd="1" destOrd="0" presId="urn:microsoft.com/office/officeart/2018/2/layout/IconLabelDescriptionList"/>
    <dgm:cxn modelId="{EC882880-B5A6-4F81-AE58-C452ACA40AF2}" type="presParOf" srcId="{98AA0807-BBD9-402B-B865-7C4DEC5C5CBA}" destId="{F8261DB3-E926-4B7F-BC7A-1B489A0E8765}" srcOrd="2" destOrd="0" presId="urn:microsoft.com/office/officeart/2018/2/layout/IconLabelDescriptionList"/>
    <dgm:cxn modelId="{59D5770A-0F97-4204-AD99-ED40B1E0E2FC}" type="presParOf" srcId="{98AA0807-BBD9-402B-B865-7C4DEC5C5CBA}" destId="{E1F7EAAB-D81B-4891-907F-4B13644026E8}" srcOrd="3" destOrd="0" presId="urn:microsoft.com/office/officeart/2018/2/layout/IconLabelDescriptionList"/>
    <dgm:cxn modelId="{BDB845D7-ED0F-4194-BB05-A6514D3E1877}" type="presParOf" srcId="{98AA0807-BBD9-402B-B865-7C4DEC5C5CBA}" destId="{86554571-C976-459B-AE49-FA49A8CBE25E}" srcOrd="4" destOrd="0" presId="urn:microsoft.com/office/officeart/2018/2/layout/IconLabelDescriptionList"/>
    <dgm:cxn modelId="{4D81EF94-7767-454D-BEC3-8C893F6C8269}" type="presParOf" srcId="{9427CA30-BC0B-4982-AEDC-3650D5D11606}" destId="{84717E6F-5585-47BD-BAB8-56894EAB8930}" srcOrd="1" destOrd="0" presId="urn:microsoft.com/office/officeart/2018/2/layout/IconLabelDescriptionList"/>
    <dgm:cxn modelId="{68C0D7BD-711A-4D0B-B854-ABD7F7F65889}" type="presParOf" srcId="{9427CA30-BC0B-4982-AEDC-3650D5D11606}" destId="{49947AB0-00EC-4162-A730-D753708C0C47}" srcOrd="2" destOrd="0" presId="urn:microsoft.com/office/officeart/2018/2/layout/IconLabelDescriptionList"/>
    <dgm:cxn modelId="{7929D950-61D9-476A-8C46-071B4F6CC5C1}" type="presParOf" srcId="{49947AB0-00EC-4162-A730-D753708C0C47}" destId="{9B2F348C-C704-4DFC-9CCA-207DD98D5DE2}" srcOrd="0" destOrd="0" presId="urn:microsoft.com/office/officeart/2018/2/layout/IconLabelDescriptionList"/>
    <dgm:cxn modelId="{30E522D8-F14D-40C8-868D-A9C7432CEE4D}" type="presParOf" srcId="{49947AB0-00EC-4162-A730-D753708C0C47}" destId="{4A3DD921-A7C5-4320-8D1F-4C5B3147F2E6}" srcOrd="1" destOrd="0" presId="urn:microsoft.com/office/officeart/2018/2/layout/IconLabelDescriptionList"/>
    <dgm:cxn modelId="{90DFD252-E6AD-4A0A-9E74-F710D90172D7}" type="presParOf" srcId="{49947AB0-00EC-4162-A730-D753708C0C47}" destId="{2E42CEC9-54C6-4561-8895-2174551D620C}" srcOrd="2" destOrd="0" presId="urn:microsoft.com/office/officeart/2018/2/layout/IconLabelDescriptionList"/>
    <dgm:cxn modelId="{425AE6EC-EF08-4838-9DF8-91CDB2B7273E}" type="presParOf" srcId="{49947AB0-00EC-4162-A730-D753708C0C47}" destId="{904FBA92-47EF-4154-A7F2-9648A9035284}" srcOrd="3" destOrd="0" presId="urn:microsoft.com/office/officeart/2018/2/layout/IconLabelDescriptionList"/>
    <dgm:cxn modelId="{5C9A7C11-6C60-4980-8078-468D5E0806DC}" type="presParOf" srcId="{49947AB0-00EC-4162-A730-D753708C0C47}" destId="{C788FB4A-0739-4128-A036-3BC6A3196DCF}"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7BA80542-621B-48E6-A451-B82351810F3C}"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F99F1FC2-86A6-4A5C-BC4E-A30FAE4AB589}">
      <dgm:prSet/>
      <dgm:spPr/>
      <dgm:t>
        <a:bodyPr/>
        <a:lstStyle/>
        <a:p>
          <a:r>
            <a:rPr lang="en-US"/>
            <a:t>Execution Realities</a:t>
          </a:r>
        </a:p>
      </dgm:t>
    </dgm:pt>
    <dgm:pt modelId="{5E14F2A0-406E-41E0-B92F-D18F2A8DFCD3}" type="parTrans" cxnId="{A5FAE470-691C-4CF3-AE57-5696BA4697E6}">
      <dgm:prSet/>
      <dgm:spPr/>
      <dgm:t>
        <a:bodyPr/>
        <a:lstStyle/>
        <a:p>
          <a:endParaRPr lang="en-US"/>
        </a:p>
      </dgm:t>
    </dgm:pt>
    <dgm:pt modelId="{EC689613-F5EB-41AC-A2CE-0D3E56975B0A}" type="sibTrans" cxnId="{A5FAE470-691C-4CF3-AE57-5696BA4697E6}">
      <dgm:prSet/>
      <dgm:spPr/>
      <dgm:t>
        <a:bodyPr/>
        <a:lstStyle/>
        <a:p>
          <a:endParaRPr lang="en-US"/>
        </a:p>
      </dgm:t>
    </dgm:pt>
    <dgm:pt modelId="{480F0693-2021-45DC-8473-8E65E066DF90}">
      <dgm:prSet/>
      <dgm:spPr/>
      <dgm:t>
        <a:bodyPr/>
        <a:lstStyle/>
        <a:p>
          <a:r>
            <a:rPr lang="en-US"/>
            <a:t>We must manage the trade-offs that occur during this usage phase</a:t>
          </a:r>
        </a:p>
      </dgm:t>
    </dgm:pt>
    <dgm:pt modelId="{DF7A2415-CC0D-4856-99D4-6B0AC5221CC3}" type="parTrans" cxnId="{D2658D3A-8A3D-432F-A37C-FDB085662993}">
      <dgm:prSet/>
      <dgm:spPr/>
      <dgm:t>
        <a:bodyPr/>
        <a:lstStyle/>
        <a:p>
          <a:endParaRPr lang="en-US"/>
        </a:p>
      </dgm:t>
    </dgm:pt>
    <dgm:pt modelId="{A13CD009-EBF9-4343-91D8-DC871037D4FE}" type="sibTrans" cxnId="{D2658D3A-8A3D-432F-A37C-FDB085662993}">
      <dgm:prSet/>
      <dgm:spPr/>
      <dgm:t>
        <a:bodyPr/>
        <a:lstStyle/>
        <a:p>
          <a:endParaRPr lang="en-US"/>
        </a:p>
      </dgm:t>
    </dgm:pt>
    <dgm:pt modelId="{16A4624F-485E-49D3-B5C1-C15FC0638860}">
      <dgm:prSet/>
      <dgm:spPr/>
      <dgm:t>
        <a:bodyPr/>
        <a:lstStyle/>
        <a:p>
          <a:r>
            <a:rPr lang="en-US"/>
            <a:t>Latency</a:t>
          </a:r>
        </a:p>
      </dgm:t>
    </dgm:pt>
    <dgm:pt modelId="{9016E7DA-EC06-4E3E-B425-2F6D6552E90C}" type="parTrans" cxnId="{CF4EA590-B169-4FB9-A111-BD15EA2B742D}">
      <dgm:prSet/>
      <dgm:spPr/>
      <dgm:t>
        <a:bodyPr/>
        <a:lstStyle/>
        <a:p>
          <a:endParaRPr lang="en-US"/>
        </a:p>
      </dgm:t>
    </dgm:pt>
    <dgm:pt modelId="{13B684E1-CCB9-480F-826D-0AEB21084C8B}" type="sibTrans" cxnId="{CF4EA590-B169-4FB9-A111-BD15EA2B742D}">
      <dgm:prSet/>
      <dgm:spPr/>
      <dgm:t>
        <a:bodyPr/>
        <a:lstStyle/>
        <a:p>
          <a:endParaRPr lang="en-US"/>
        </a:p>
      </dgm:t>
    </dgm:pt>
    <dgm:pt modelId="{74F1EA25-FF06-4457-B7E1-E4B4F4C134F5}">
      <dgm:prSet/>
      <dgm:spPr/>
      <dgm:t>
        <a:bodyPr/>
        <a:lstStyle/>
        <a:p>
          <a:r>
            <a:rPr lang="en-US"/>
            <a:t>How long the black box takes to process the request</a:t>
          </a:r>
        </a:p>
      </dgm:t>
    </dgm:pt>
    <dgm:pt modelId="{16C4636D-FAB8-41FA-84D6-17575AF7943C}" type="parTrans" cxnId="{D13D2C7B-D630-4242-BE5E-4485005FDE39}">
      <dgm:prSet/>
      <dgm:spPr/>
      <dgm:t>
        <a:bodyPr/>
        <a:lstStyle/>
        <a:p>
          <a:endParaRPr lang="en-US"/>
        </a:p>
      </dgm:t>
    </dgm:pt>
    <dgm:pt modelId="{A8DE370F-F3F5-4608-8F6F-6EDE3EAB7E7A}" type="sibTrans" cxnId="{D13D2C7B-D630-4242-BE5E-4485005FDE39}">
      <dgm:prSet/>
      <dgm:spPr/>
      <dgm:t>
        <a:bodyPr/>
        <a:lstStyle/>
        <a:p>
          <a:endParaRPr lang="en-US"/>
        </a:p>
      </dgm:t>
    </dgm:pt>
    <dgm:pt modelId="{0C975221-F6E0-45A3-BFE7-EBC0E0EB4253}">
      <dgm:prSet/>
      <dgm:spPr/>
      <dgm:t>
        <a:bodyPr/>
        <a:lstStyle/>
        <a:p>
          <a:r>
            <a:rPr lang="en-US"/>
            <a:t>Cost</a:t>
          </a:r>
        </a:p>
      </dgm:t>
    </dgm:pt>
    <dgm:pt modelId="{55BF3912-5659-42B6-8ED3-A163A6E5ECA8}" type="parTrans" cxnId="{8051E3AF-78E1-4FAE-AB29-D97A294CE73B}">
      <dgm:prSet/>
      <dgm:spPr/>
      <dgm:t>
        <a:bodyPr/>
        <a:lstStyle/>
        <a:p>
          <a:endParaRPr lang="en-US"/>
        </a:p>
      </dgm:t>
    </dgm:pt>
    <dgm:pt modelId="{A925C945-16ED-485D-9372-7CD166EEE482}" type="sibTrans" cxnId="{8051E3AF-78E1-4FAE-AB29-D97A294CE73B}">
      <dgm:prSet/>
      <dgm:spPr/>
      <dgm:t>
        <a:bodyPr/>
        <a:lstStyle/>
        <a:p>
          <a:endParaRPr lang="en-US"/>
        </a:p>
      </dgm:t>
    </dgm:pt>
    <dgm:pt modelId="{4CBCD2E9-5801-4D01-902B-C2E89B072DFE}">
      <dgm:prSet/>
      <dgm:spPr/>
      <dgm:t>
        <a:bodyPr/>
        <a:lstStyle/>
        <a:p>
          <a:r>
            <a:rPr lang="en-US"/>
            <a:t>Managing token usage for every API call</a:t>
          </a:r>
        </a:p>
      </dgm:t>
    </dgm:pt>
    <dgm:pt modelId="{0B14CA07-0755-4166-A277-271638869030}" type="parTrans" cxnId="{A4D613D5-9660-446B-B3EA-E2875B38EEAE}">
      <dgm:prSet/>
      <dgm:spPr/>
      <dgm:t>
        <a:bodyPr/>
        <a:lstStyle/>
        <a:p>
          <a:endParaRPr lang="en-US"/>
        </a:p>
      </dgm:t>
    </dgm:pt>
    <dgm:pt modelId="{83F49431-D9CF-4DC3-8124-8B978DD57517}" type="sibTrans" cxnId="{A4D613D5-9660-446B-B3EA-E2875B38EEAE}">
      <dgm:prSet/>
      <dgm:spPr/>
      <dgm:t>
        <a:bodyPr/>
        <a:lstStyle/>
        <a:p>
          <a:endParaRPr lang="en-US"/>
        </a:p>
      </dgm:t>
    </dgm:pt>
    <dgm:pt modelId="{E442F6C2-1815-4809-AF99-197B351B3698}">
      <dgm:prSet/>
      <dgm:spPr/>
      <dgm:t>
        <a:bodyPr/>
        <a:lstStyle/>
        <a:p>
          <a:r>
            <a:rPr lang="en-US"/>
            <a:t>Determinism</a:t>
          </a:r>
        </a:p>
      </dgm:t>
    </dgm:pt>
    <dgm:pt modelId="{FE34944C-CAB9-4961-AB11-16A68F74689A}" type="parTrans" cxnId="{712CC657-80DE-4BA2-9D9F-19699471989E}">
      <dgm:prSet/>
      <dgm:spPr/>
      <dgm:t>
        <a:bodyPr/>
        <a:lstStyle/>
        <a:p>
          <a:endParaRPr lang="en-US"/>
        </a:p>
      </dgm:t>
    </dgm:pt>
    <dgm:pt modelId="{5ABE7E28-B945-4847-9E27-E07E4725071E}" type="sibTrans" cxnId="{712CC657-80DE-4BA2-9D9F-19699471989E}">
      <dgm:prSet/>
      <dgm:spPr/>
      <dgm:t>
        <a:bodyPr/>
        <a:lstStyle/>
        <a:p>
          <a:endParaRPr lang="en-US"/>
        </a:p>
      </dgm:t>
    </dgm:pt>
    <dgm:pt modelId="{26461B1C-5D0F-4DF4-9F57-731740C02B04}">
      <dgm:prSet/>
      <dgm:spPr/>
      <dgm:t>
        <a:bodyPr/>
        <a:lstStyle/>
        <a:p>
          <a:r>
            <a:rPr lang="en-US"/>
            <a:t>Ensuring the box gives consistent answers for the same input</a:t>
          </a:r>
        </a:p>
      </dgm:t>
    </dgm:pt>
    <dgm:pt modelId="{DB3CED8B-D17A-470D-A2C8-476297EC204C}" type="parTrans" cxnId="{20B1CD78-0A97-4AB4-BC05-C1A810206444}">
      <dgm:prSet/>
      <dgm:spPr/>
      <dgm:t>
        <a:bodyPr/>
        <a:lstStyle/>
        <a:p>
          <a:endParaRPr lang="en-US"/>
        </a:p>
      </dgm:t>
    </dgm:pt>
    <dgm:pt modelId="{C02E4AFB-5C6A-433B-8CB0-9C555714532C}" type="sibTrans" cxnId="{20B1CD78-0A97-4AB4-BC05-C1A810206444}">
      <dgm:prSet/>
      <dgm:spPr/>
      <dgm:t>
        <a:bodyPr/>
        <a:lstStyle/>
        <a:p>
          <a:endParaRPr lang="en-US"/>
        </a:p>
      </dgm:t>
    </dgm:pt>
    <dgm:pt modelId="{32DDBDD3-E0BB-4AFB-A8CA-7BC050A51850}" type="pres">
      <dgm:prSet presAssocID="{7BA80542-621B-48E6-A451-B82351810F3C}" presName="linear" presStyleCnt="0">
        <dgm:presLayoutVars>
          <dgm:animLvl val="lvl"/>
          <dgm:resizeHandles val="exact"/>
        </dgm:presLayoutVars>
      </dgm:prSet>
      <dgm:spPr/>
    </dgm:pt>
    <dgm:pt modelId="{B62EABAF-C53C-4671-9DB1-6AF0AA695329}" type="pres">
      <dgm:prSet presAssocID="{F99F1FC2-86A6-4A5C-BC4E-A30FAE4AB589}" presName="parentText" presStyleLbl="node1" presStyleIdx="0" presStyleCnt="4">
        <dgm:presLayoutVars>
          <dgm:chMax val="0"/>
          <dgm:bulletEnabled val="1"/>
        </dgm:presLayoutVars>
      </dgm:prSet>
      <dgm:spPr/>
    </dgm:pt>
    <dgm:pt modelId="{6EFF5393-E73D-44E6-831B-ED7E7E11971E}" type="pres">
      <dgm:prSet presAssocID="{F99F1FC2-86A6-4A5C-BC4E-A30FAE4AB589}" presName="childText" presStyleLbl="revTx" presStyleIdx="0" presStyleCnt="4">
        <dgm:presLayoutVars>
          <dgm:bulletEnabled val="1"/>
        </dgm:presLayoutVars>
      </dgm:prSet>
      <dgm:spPr/>
    </dgm:pt>
    <dgm:pt modelId="{17E5FAEB-A781-4404-8E77-8EB4147AA948}" type="pres">
      <dgm:prSet presAssocID="{16A4624F-485E-49D3-B5C1-C15FC0638860}" presName="parentText" presStyleLbl="node1" presStyleIdx="1" presStyleCnt="4">
        <dgm:presLayoutVars>
          <dgm:chMax val="0"/>
          <dgm:bulletEnabled val="1"/>
        </dgm:presLayoutVars>
      </dgm:prSet>
      <dgm:spPr/>
    </dgm:pt>
    <dgm:pt modelId="{7CE628BE-E432-40DB-80DD-2E92CAB25AF8}" type="pres">
      <dgm:prSet presAssocID="{16A4624F-485E-49D3-B5C1-C15FC0638860}" presName="childText" presStyleLbl="revTx" presStyleIdx="1" presStyleCnt="4">
        <dgm:presLayoutVars>
          <dgm:bulletEnabled val="1"/>
        </dgm:presLayoutVars>
      </dgm:prSet>
      <dgm:spPr/>
    </dgm:pt>
    <dgm:pt modelId="{AF3CF7FC-5FA8-4546-8A08-EC41CE3233F8}" type="pres">
      <dgm:prSet presAssocID="{0C975221-F6E0-45A3-BFE7-EBC0E0EB4253}" presName="parentText" presStyleLbl="node1" presStyleIdx="2" presStyleCnt="4">
        <dgm:presLayoutVars>
          <dgm:chMax val="0"/>
          <dgm:bulletEnabled val="1"/>
        </dgm:presLayoutVars>
      </dgm:prSet>
      <dgm:spPr/>
    </dgm:pt>
    <dgm:pt modelId="{F5066BB4-06EA-4E29-9108-85A2CF9F3140}" type="pres">
      <dgm:prSet presAssocID="{0C975221-F6E0-45A3-BFE7-EBC0E0EB4253}" presName="childText" presStyleLbl="revTx" presStyleIdx="2" presStyleCnt="4">
        <dgm:presLayoutVars>
          <dgm:bulletEnabled val="1"/>
        </dgm:presLayoutVars>
      </dgm:prSet>
      <dgm:spPr/>
    </dgm:pt>
    <dgm:pt modelId="{C178E0E4-EC6D-4EAB-B28E-3E0BD6A3C31F}" type="pres">
      <dgm:prSet presAssocID="{E442F6C2-1815-4809-AF99-197B351B3698}" presName="parentText" presStyleLbl="node1" presStyleIdx="3" presStyleCnt="4">
        <dgm:presLayoutVars>
          <dgm:chMax val="0"/>
          <dgm:bulletEnabled val="1"/>
        </dgm:presLayoutVars>
      </dgm:prSet>
      <dgm:spPr/>
    </dgm:pt>
    <dgm:pt modelId="{B1721DD7-D1CB-43D2-B933-91E8D518E7F5}" type="pres">
      <dgm:prSet presAssocID="{E442F6C2-1815-4809-AF99-197B351B3698}" presName="childText" presStyleLbl="revTx" presStyleIdx="3" presStyleCnt="4">
        <dgm:presLayoutVars>
          <dgm:bulletEnabled val="1"/>
        </dgm:presLayoutVars>
      </dgm:prSet>
      <dgm:spPr/>
    </dgm:pt>
  </dgm:ptLst>
  <dgm:cxnLst>
    <dgm:cxn modelId="{5EFF3A20-0E1D-4461-98BC-D3C9BA658D2B}" type="presOf" srcId="{4CBCD2E9-5801-4D01-902B-C2E89B072DFE}" destId="{F5066BB4-06EA-4E29-9108-85A2CF9F3140}" srcOrd="0" destOrd="0" presId="urn:microsoft.com/office/officeart/2005/8/layout/vList2"/>
    <dgm:cxn modelId="{D2658D3A-8A3D-432F-A37C-FDB085662993}" srcId="{F99F1FC2-86A6-4A5C-BC4E-A30FAE4AB589}" destId="{480F0693-2021-45DC-8473-8E65E066DF90}" srcOrd="0" destOrd="0" parTransId="{DF7A2415-CC0D-4856-99D4-6B0AC5221CC3}" sibTransId="{A13CD009-EBF9-4343-91D8-DC871037D4FE}"/>
    <dgm:cxn modelId="{C2DB2D3D-6BEF-4933-A007-B53BDBB73107}" type="presOf" srcId="{7BA80542-621B-48E6-A451-B82351810F3C}" destId="{32DDBDD3-E0BB-4AFB-A8CA-7BC050A51850}" srcOrd="0" destOrd="0" presId="urn:microsoft.com/office/officeart/2005/8/layout/vList2"/>
    <dgm:cxn modelId="{A5FAE470-691C-4CF3-AE57-5696BA4697E6}" srcId="{7BA80542-621B-48E6-A451-B82351810F3C}" destId="{F99F1FC2-86A6-4A5C-BC4E-A30FAE4AB589}" srcOrd="0" destOrd="0" parTransId="{5E14F2A0-406E-41E0-B92F-D18F2A8DFCD3}" sibTransId="{EC689613-F5EB-41AC-A2CE-0D3E56975B0A}"/>
    <dgm:cxn modelId="{BB503E74-D3D5-4F6D-859C-30FFE55E7DC6}" type="presOf" srcId="{74F1EA25-FF06-4457-B7E1-E4B4F4C134F5}" destId="{7CE628BE-E432-40DB-80DD-2E92CAB25AF8}" srcOrd="0" destOrd="0" presId="urn:microsoft.com/office/officeart/2005/8/layout/vList2"/>
    <dgm:cxn modelId="{712CC657-80DE-4BA2-9D9F-19699471989E}" srcId="{7BA80542-621B-48E6-A451-B82351810F3C}" destId="{E442F6C2-1815-4809-AF99-197B351B3698}" srcOrd="3" destOrd="0" parTransId="{FE34944C-CAB9-4961-AB11-16A68F74689A}" sibTransId="{5ABE7E28-B945-4847-9E27-E07E4725071E}"/>
    <dgm:cxn modelId="{20B1CD78-0A97-4AB4-BC05-C1A810206444}" srcId="{E442F6C2-1815-4809-AF99-197B351B3698}" destId="{26461B1C-5D0F-4DF4-9F57-731740C02B04}" srcOrd="0" destOrd="0" parTransId="{DB3CED8B-D17A-470D-A2C8-476297EC204C}" sibTransId="{C02E4AFB-5C6A-433B-8CB0-9C555714532C}"/>
    <dgm:cxn modelId="{D13D2C7B-D630-4242-BE5E-4485005FDE39}" srcId="{16A4624F-485E-49D3-B5C1-C15FC0638860}" destId="{74F1EA25-FF06-4457-B7E1-E4B4F4C134F5}" srcOrd="0" destOrd="0" parTransId="{16C4636D-FAB8-41FA-84D6-17575AF7943C}" sibTransId="{A8DE370F-F3F5-4608-8F6F-6EDE3EAB7E7A}"/>
    <dgm:cxn modelId="{2DA7877B-21B3-4E98-BDAF-03A3D051B6C5}" type="presOf" srcId="{E442F6C2-1815-4809-AF99-197B351B3698}" destId="{C178E0E4-EC6D-4EAB-B28E-3E0BD6A3C31F}" srcOrd="0" destOrd="0" presId="urn:microsoft.com/office/officeart/2005/8/layout/vList2"/>
    <dgm:cxn modelId="{1B7B6880-9A48-47EE-9FCA-4E4F6541C16D}" type="presOf" srcId="{0C975221-F6E0-45A3-BFE7-EBC0E0EB4253}" destId="{AF3CF7FC-5FA8-4546-8A08-EC41CE3233F8}" srcOrd="0" destOrd="0" presId="urn:microsoft.com/office/officeart/2005/8/layout/vList2"/>
    <dgm:cxn modelId="{CF4EA590-B169-4FB9-A111-BD15EA2B742D}" srcId="{7BA80542-621B-48E6-A451-B82351810F3C}" destId="{16A4624F-485E-49D3-B5C1-C15FC0638860}" srcOrd="1" destOrd="0" parTransId="{9016E7DA-EC06-4E3E-B425-2F6D6552E90C}" sibTransId="{13B684E1-CCB9-480F-826D-0AEB21084C8B}"/>
    <dgm:cxn modelId="{D7C1FC95-AFFC-426F-9EDF-E7F765129379}" type="presOf" srcId="{480F0693-2021-45DC-8473-8E65E066DF90}" destId="{6EFF5393-E73D-44E6-831B-ED7E7E11971E}" srcOrd="0" destOrd="0" presId="urn:microsoft.com/office/officeart/2005/8/layout/vList2"/>
    <dgm:cxn modelId="{8051E3AF-78E1-4FAE-AB29-D97A294CE73B}" srcId="{7BA80542-621B-48E6-A451-B82351810F3C}" destId="{0C975221-F6E0-45A3-BFE7-EBC0E0EB4253}" srcOrd="2" destOrd="0" parTransId="{55BF3912-5659-42B6-8ED3-A163A6E5ECA8}" sibTransId="{A925C945-16ED-485D-9372-7CD166EEE482}"/>
    <dgm:cxn modelId="{0652C1BD-1005-408C-B67E-3586902CB034}" type="presOf" srcId="{F99F1FC2-86A6-4A5C-BC4E-A30FAE4AB589}" destId="{B62EABAF-C53C-4671-9DB1-6AF0AA695329}" srcOrd="0" destOrd="0" presId="urn:microsoft.com/office/officeart/2005/8/layout/vList2"/>
    <dgm:cxn modelId="{1D9557CB-AAA1-4E2D-9AD0-B3B7E68D8E2E}" type="presOf" srcId="{16A4624F-485E-49D3-B5C1-C15FC0638860}" destId="{17E5FAEB-A781-4404-8E77-8EB4147AA948}" srcOrd="0" destOrd="0" presId="urn:microsoft.com/office/officeart/2005/8/layout/vList2"/>
    <dgm:cxn modelId="{704D5DCD-C594-46F2-96EB-9FC0B819C9D5}" type="presOf" srcId="{26461B1C-5D0F-4DF4-9F57-731740C02B04}" destId="{B1721DD7-D1CB-43D2-B933-91E8D518E7F5}" srcOrd="0" destOrd="0" presId="urn:microsoft.com/office/officeart/2005/8/layout/vList2"/>
    <dgm:cxn modelId="{A4D613D5-9660-446B-B3EA-E2875B38EEAE}" srcId="{0C975221-F6E0-45A3-BFE7-EBC0E0EB4253}" destId="{4CBCD2E9-5801-4D01-902B-C2E89B072DFE}" srcOrd="0" destOrd="0" parTransId="{0B14CA07-0755-4166-A277-271638869030}" sibTransId="{83F49431-D9CF-4DC3-8124-8B978DD57517}"/>
    <dgm:cxn modelId="{57222D11-396C-4EC6-AD58-E570CEF277BF}" type="presParOf" srcId="{32DDBDD3-E0BB-4AFB-A8CA-7BC050A51850}" destId="{B62EABAF-C53C-4671-9DB1-6AF0AA695329}" srcOrd="0" destOrd="0" presId="urn:microsoft.com/office/officeart/2005/8/layout/vList2"/>
    <dgm:cxn modelId="{4285627B-080C-43F2-9555-9F123DC1527C}" type="presParOf" srcId="{32DDBDD3-E0BB-4AFB-A8CA-7BC050A51850}" destId="{6EFF5393-E73D-44E6-831B-ED7E7E11971E}" srcOrd="1" destOrd="0" presId="urn:microsoft.com/office/officeart/2005/8/layout/vList2"/>
    <dgm:cxn modelId="{2DCEA726-26A9-4A78-995E-81571A170279}" type="presParOf" srcId="{32DDBDD3-E0BB-4AFB-A8CA-7BC050A51850}" destId="{17E5FAEB-A781-4404-8E77-8EB4147AA948}" srcOrd="2" destOrd="0" presId="urn:microsoft.com/office/officeart/2005/8/layout/vList2"/>
    <dgm:cxn modelId="{4D11A805-4C98-475C-B42C-3B75693221AF}" type="presParOf" srcId="{32DDBDD3-E0BB-4AFB-A8CA-7BC050A51850}" destId="{7CE628BE-E432-40DB-80DD-2E92CAB25AF8}" srcOrd="3" destOrd="0" presId="urn:microsoft.com/office/officeart/2005/8/layout/vList2"/>
    <dgm:cxn modelId="{DFD1C38C-0F2B-412B-A05D-6175A511430B}" type="presParOf" srcId="{32DDBDD3-E0BB-4AFB-A8CA-7BC050A51850}" destId="{AF3CF7FC-5FA8-4546-8A08-EC41CE3233F8}" srcOrd="4" destOrd="0" presId="urn:microsoft.com/office/officeart/2005/8/layout/vList2"/>
    <dgm:cxn modelId="{E752A41A-2E97-4B27-8939-400A55C4521C}" type="presParOf" srcId="{32DDBDD3-E0BB-4AFB-A8CA-7BC050A51850}" destId="{F5066BB4-06EA-4E29-9108-85A2CF9F3140}" srcOrd="5" destOrd="0" presId="urn:microsoft.com/office/officeart/2005/8/layout/vList2"/>
    <dgm:cxn modelId="{6E48C718-591E-48E5-AC3A-8C8FFE7BB1DE}" type="presParOf" srcId="{32DDBDD3-E0BB-4AFB-A8CA-7BC050A51850}" destId="{C178E0E4-EC6D-4EAB-B28E-3E0BD6A3C31F}" srcOrd="6" destOrd="0" presId="urn:microsoft.com/office/officeart/2005/8/layout/vList2"/>
    <dgm:cxn modelId="{BB21B5D1-0C45-405A-8F49-46E9E15D228C}" type="presParOf" srcId="{32DDBDD3-E0BB-4AFB-A8CA-7BC050A51850}" destId="{B1721DD7-D1CB-43D2-B933-91E8D518E7F5}"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252942FF-0705-4B2D-8148-2193554780A5}"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FF2710C0-189A-4333-A73C-3EA1CD473C22}">
      <dgm:prSet/>
      <dgm:spPr/>
      <dgm:t>
        <a:bodyPr/>
        <a:lstStyle/>
        <a:p>
          <a:r>
            <a:rPr lang="en-US"/>
            <a:t>Training - Going to University</a:t>
          </a:r>
        </a:p>
      </dgm:t>
    </dgm:pt>
    <dgm:pt modelId="{CE2C4B5D-2E2E-465C-9E02-01145B09BDE5}" type="parTrans" cxnId="{380B2042-F11F-47CA-8D91-2B8D4B667B72}">
      <dgm:prSet/>
      <dgm:spPr/>
      <dgm:t>
        <a:bodyPr/>
        <a:lstStyle/>
        <a:p>
          <a:endParaRPr lang="en-US"/>
        </a:p>
      </dgm:t>
    </dgm:pt>
    <dgm:pt modelId="{26578828-880B-44A9-A326-FD9A1168586C}" type="sibTrans" cxnId="{380B2042-F11F-47CA-8D91-2B8D4B667B72}">
      <dgm:prSet/>
      <dgm:spPr/>
      <dgm:t>
        <a:bodyPr/>
        <a:lstStyle/>
        <a:p>
          <a:endParaRPr lang="en-US"/>
        </a:p>
      </dgm:t>
    </dgm:pt>
    <dgm:pt modelId="{23BB462A-6EC7-4C8A-8A4B-A82703F05375}">
      <dgm:prSet/>
      <dgm:spPr/>
      <dgm:t>
        <a:bodyPr/>
        <a:lstStyle/>
        <a:p>
          <a:r>
            <a:rPr lang="en-US"/>
            <a:t>Inference - Performing a Job</a:t>
          </a:r>
        </a:p>
      </dgm:t>
    </dgm:pt>
    <dgm:pt modelId="{48E95BE9-2122-444E-9321-BF989873AE43}" type="parTrans" cxnId="{E0FD11DE-08AB-4890-8E6C-6893F03200B8}">
      <dgm:prSet/>
      <dgm:spPr/>
      <dgm:t>
        <a:bodyPr/>
        <a:lstStyle/>
        <a:p>
          <a:endParaRPr lang="en-US"/>
        </a:p>
      </dgm:t>
    </dgm:pt>
    <dgm:pt modelId="{8085E1EE-3233-46C6-B0C7-611BF111D44A}" type="sibTrans" cxnId="{E0FD11DE-08AB-4890-8E6C-6893F03200B8}">
      <dgm:prSet/>
      <dgm:spPr/>
      <dgm:t>
        <a:bodyPr/>
        <a:lstStyle/>
        <a:p>
          <a:endParaRPr lang="en-US"/>
        </a:p>
      </dgm:t>
    </dgm:pt>
    <dgm:pt modelId="{0E84D9C7-47FF-4A07-A7AD-1ABFDFC30755}">
      <dgm:prSet/>
      <dgm:spPr/>
      <dgm:t>
        <a:bodyPr/>
        <a:lstStyle/>
        <a:p>
          <a:r>
            <a:rPr lang="en-US"/>
            <a:t>As developers in this program, we are the Managers hiring the graduate (the LLM)</a:t>
          </a:r>
        </a:p>
      </dgm:t>
    </dgm:pt>
    <dgm:pt modelId="{266C853A-9C5F-4AC2-82FD-C76D0B8A5CC1}" type="parTrans" cxnId="{C4AECA79-BF58-4D6F-B4A8-76013555EC69}">
      <dgm:prSet/>
      <dgm:spPr/>
      <dgm:t>
        <a:bodyPr/>
        <a:lstStyle/>
        <a:p>
          <a:endParaRPr lang="en-US"/>
        </a:p>
      </dgm:t>
    </dgm:pt>
    <dgm:pt modelId="{593A3883-7FEE-4D7F-A292-81953021BF37}" type="sibTrans" cxnId="{C4AECA79-BF58-4D6F-B4A8-76013555EC69}">
      <dgm:prSet/>
      <dgm:spPr/>
      <dgm:t>
        <a:bodyPr/>
        <a:lstStyle/>
        <a:p>
          <a:endParaRPr lang="en-US"/>
        </a:p>
      </dgm:t>
    </dgm:pt>
    <dgm:pt modelId="{6CDC669F-43E4-4D19-A2B6-05D7B113AFDF}">
      <dgm:prSet/>
      <dgm:spPr/>
      <dgm:t>
        <a:bodyPr/>
        <a:lstStyle/>
        <a:p>
          <a:r>
            <a:rPr lang="en-US"/>
            <a:t>We don't need to re-teach them everything</a:t>
          </a:r>
        </a:p>
      </dgm:t>
    </dgm:pt>
    <dgm:pt modelId="{D6BA2613-33CE-4C1F-A1AE-9B8EF6C943F2}" type="parTrans" cxnId="{D0E6F372-459D-4ACD-A084-DC3B5A75F3E9}">
      <dgm:prSet/>
      <dgm:spPr/>
      <dgm:t>
        <a:bodyPr/>
        <a:lstStyle/>
        <a:p>
          <a:endParaRPr lang="en-US"/>
        </a:p>
      </dgm:t>
    </dgm:pt>
    <dgm:pt modelId="{135AF15D-465E-43B0-AC04-A8E7DAA9C8CB}" type="sibTrans" cxnId="{D0E6F372-459D-4ACD-A084-DC3B5A75F3E9}">
      <dgm:prSet/>
      <dgm:spPr/>
      <dgm:t>
        <a:bodyPr/>
        <a:lstStyle/>
        <a:p>
          <a:endParaRPr lang="en-US"/>
        </a:p>
      </dgm:t>
    </dgm:pt>
    <dgm:pt modelId="{649CF477-459E-4F33-9105-EA9FDD531C07}">
      <dgm:prSet/>
      <dgm:spPr/>
      <dgm:t>
        <a:bodyPr/>
        <a:lstStyle/>
        <a:p>
          <a:r>
            <a:rPr lang="en-US"/>
            <a:t>We just need to give them the right instructions (Prompts)</a:t>
          </a:r>
        </a:p>
      </dgm:t>
    </dgm:pt>
    <dgm:pt modelId="{B13F3212-0B65-4950-8C86-6C8173E1A217}" type="parTrans" cxnId="{683F8C52-841A-4298-BBD7-CC2B62261198}">
      <dgm:prSet/>
      <dgm:spPr/>
      <dgm:t>
        <a:bodyPr/>
        <a:lstStyle/>
        <a:p>
          <a:endParaRPr lang="en-US"/>
        </a:p>
      </dgm:t>
    </dgm:pt>
    <dgm:pt modelId="{15A9DEA9-354C-419D-912E-6DAEB3C5BE02}" type="sibTrans" cxnId="{683F8C52-841A-4298-BBD7-CC2B62261198}">
      <dgm:prSet/>
      <dgm:spPr/>
      <dgm:t>
        <a:bodyPr/>
        <a:lstStyle/>
        <a:p>
          <a:endParaRPr lang="en-US"/>
        </a:p>
      </dgm:t>
    </dgm:pt>
    <dgm:pt modelId="{AE9CF8A6-200C-4EEE-AA39-D2EB0A45FE16}" type="pres">
      <dgm:prSet presAssocID="{252942FF-0705-4B2D-8148-2193554780A5}" presName="root" presStyleCnt="0">
        <dgm:presLayoutVars>
          <dgm:dir/>
          <dgm:resizeHandles val="exact"/>
        </dgm:presLayoutVars>
      </dgm:prSet>
      <dgm:spPr/>
    </dgm:pt>
    <dgm:pt modelId="{84186063-81CC-4CDE-8646-B2D15ABCAB09}" type="pres">
      <dgm:prSet presAssocID="{FF2710C0-189A-4333-A73C-3EA1CD473C22}" presName="compNode" presStyleCnt="0"/>
      <dgm:spPr/>
    </dgm:pt>
    <dgm:pt modelId="{BD6BBA66-07D3-41A6-8197-115343D62CF3}" type="pres">
      <dgm:prSet presAssocID="{FF2710C0-189A-4333-A73C-3EA1CD473C22}" presName="bgRect" presStyleLbl="bgShp" presStyleIdx="0" presStyleCnt="5"/>
      <dgm:spPr/>
    </dgm:pt>
    <dgm:pt modelId="{6FA645C3-1430-417A-8A0C-5322EFF60043}" type="pres">
      <dgm:prSet presAssocID="{FF2710C0-189A-4333-A73C-3EA1CD473C22}"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ssroom"/>
        </a:ext>
      </dgm:extLst>
    </dgm:pt>
    <dgm:pt modelId="{91719CF9-3957-4368-A051-3FC0408918DC}" type="pres">
      <dgm:prSet presAssocID="{FF2710C0-189A-4333-A73C-3EA1CD473C22}" presName="spaceRect" presStyleCnt="0"/>
      <dgm:spPr/>
    </dgm:pt>
    <dgm:pt modelId="{42CA18DD-1380-4AC0-8E77-363822FEFCA3}" type="pres">
      <dgm:prSet presAssocID="{FF2710C0-189A-4333-A73C-3EA1CD473C22}" presName="parTx" presStyleLbl="revTx" presStyleIdx="0" presStyleCnt="5">
        <dgm:presLayoutVars>
          <dgm:chMax val="0"/>
          <dgm:chPref val="0"/>
        </dgm:presLayoutVars>
      </dgm:prSet>
      <dgm:spPr/>
    </dgm:pt>
    <dgm:pt modelId="{5F6EC6D0-5891-4D4F-9DE3-4701C414A26A}" type="pres">
      <dgm:prSet presAssocID="{26578828-880B-44A9-A326-FD9A1168586C}" presName="sibTrans" presStyleCnt="0"/>
      <dgm:spPr/>
    </dgm:pt>
    <dgm:pt modelId="{4769CFEF-AFD1-46C1-94C7-9B223C6EEAEC}" type="pres">
      <dgm:prSet presAssocID="{23BB462A-6EC7-4C8A-8A4B-A82703F05375}" presName="compNode" presStyleCnt="0"/>
      <dgm:spPr/>
    </dgm:pt>
    <dgm:pt modelId="{445C8C8E-5AF5-4A68-A9A0-9EA6AD748801}" type="pres">
      <dgm:prSet presAssocID="{23BB462A-6EC7-4C8A-8A4B-A82703F05375}" presName="bgRect" presStyleLbl="bgShp" presStyleIdx="1" presStyleCnt="5"/>
      <dgm:spPr/>
    </dgm:pt>
    <dgm:pt modelId="{7D370C46-7961-49A3-9BD8-D32D6B32CD11}" type="pres">
      <dgm:prSet presAssocID="{23BB462A-6EC7-4C8A-8A4B-A82703F05375}"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27DEAD9D-8A9E-4F29-A90A-E8BF88B326C6}" type="pres">
      <dgm:prSet presAssocID="{23BB462A-6EC7-4C8A-8A4B-A82703F05375}" presName="spaceRect" presStyleCnt="0"/>
      <dgm:spPr/>
    </dgm:pt>
    <dgm:pt modelId="{88C086FB-96E0-4144-BC97-64D03C05AF2D}" type="pres">
      <dgm:prSet presAssocID="{23BB462A-6EC7-4C8A-8A4B-A82703F05375}" presName="parTx" presStyleLbl="revTx" presStyleIdx="1" presStyleCnt="5">
        <dgm:presLayoutVars>
          <dgm:chMax val="0"/>
          <dgm:chPref val="0"/>
        </dgm:presLayoutVars>
      </dgm:prSet>
      <dgm:spPr/>
    </dgm:pt>
    <dgm:pt modelId="{246A4E93-33A8-47A9-9ED1-31B2640D2290}" type="pres">
      <dgm:prSet presAssocID="{8085E1EE-3233-46C6-B0C7-611BF111D44A}" presName="sibTrans" presStyleCnt="0"/>
      <dgm:spPr/>
    </dgm:pt>
    <dgm:pt modelId="{197A7B03-9E83-4C94-88AD-DFDCB7C02A00}" type="pres">
      <dgm:prSet presAssocID="{0E84D9C7-47FF-4A07-A7AD-1ABFDFC30755}" presName="compNode" presStyleCnt="0"/>
      <dgm:spPr/>
    </dgm:pt>
    <dgm:pt modelId="{31D75EB9-CCEA-4E63-892E-5BA38331CCA4}" type="pres">
      <dgm:prSet presAssocID="{0E84D9C7-47FF-4A07-A7AD-1ABFDFC30755}" presName="bgRect" presStyleLbl="bgShp" presStyleIdx="2" presStyleCnt="5"/>
      <dgm:spPr/>
    </dgm:pt>
    <dgm:pt modelId="{A3ADB792-6F12-4164-804F-59B9D5E30E26}" type="pres">
      <dgm:prSet presAssocID="{0E84D9C7-47FF-4A07-A7AD-1ABFDFC30755}"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raduation Cap"/>
        </a:ext>
      </dgm:extLst>
    </dgm:pt>
    <dgm:pt modelId="{BAA73C0A-A36F-453B-8C36-717393ABBC4E}" type="pres">
      <dgm:prSet presAssocID="{0E84D9C7-47FF-4A07-A7AD-1ABFDFC30755}" presName="spaceRect" presStyleCnt="0"/>
      <dgm:spPr/>
    </dgm:pt>
    <dgm:pt modelId="{BC26C24D-8E81-4BD6-88CB-A697B8E785E2}" type="pres">
      <dgm:prSet presAssocID="{0E84D9C7-47FF-4A07-A7AD-1ABFDFC30755}" presName="parTx" presStyleLbl="revTx" presStyleIdx="2" presStyleCnt="5">
        <dgm:presLayoutVars>
          <dgm:chMax val="0"/>
          <dgm:chPref val="0"/>
        </dgm:presLayoutVars>
      </dgm:prSet>
      <dgm:spPr/>
    </dgm:pt>
    <dgm:pt modelId="{ED567B1E-AE75-49CC-BA06-E05977BA79F2}" type="pres">
      <dgm:prSet presAssocID="{593A3883-7FEE-4D7F-A292-81953021BF37}" presName="sibTrans" presStyleCnt="0"/>
      <dgm:spPr/>
    </dgm:pt>
    <dgm:pt modelId="{0BBF7E53-345D-4EF7-A7AD-79810B9975F1}" type="pres">
      <dgm:prSet presAssocID="{6CDC669F-43E4-4D19-A2B6-05D7B113AFDF}" presName="compNode" presStyleCnt="0"/>
      <dgm:spPr/>
    </dgm:pt>
    <dgm:pt modelId="{E68114F1-4EEC-4C6D-9285-AE2F8DBAEAB6}" type="pres">
      <dgm:prSet presAssocID="{6CDC669F-43E4-4D19-A2B6-05D7B113AFDF}" presName="bgRect" presStyleLbl="bgShp" presStyleIdx="3" presStyleCnt="5"/>
      <dgm:spPr/>
    </dgm:pt>
    <dgm:pt modelId="{4D07F9F2-5793-4814-B2C9-5A8683AF06F1}" type="pres">
      <dgm:prSet presAssocID="{6CDC669F-43E4-4D19-A2B6-05D7B113AFDF}"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lackboard"/>
        </a:ext>
      </dgm:extLst>
    </dgm:pt>
    <dgm:pt modelId="{5E6660F9-D4F0-4EBE-9CE2-AF169B837F3C}" type="pres">
      <dgm:prSet presAssocID="{6CDC669F-43E4-4D19-A2B6-05D7B113AFDF}" presName="spaceRect" presStyleCnt="0"/>
      <dgm:spPr/>
    </dgm:pt>
    <dgm:pt modelId="{40FF396E-B808-4204-9BC8-1BC8F2515913}" type="pres">
      <dgm:prSet presAssocID="{6CDC669F-43E4-4D19-A2B6-05D7B113AFDF}" presName="parTx" presStyleLbl="revTx" presStyleIdx="3" presStyleCnt="5">
        <dgm:presLayoutVars>
          <dgm:chMax val="0"/>
          <dgm:chPref val="0"/>
        </dgm:presLayoutVars>
      </dgm:prSet>
      <dgm:spPr/>
    </dgm:pt>
    <dgm:pt modelId="{125E8EC2-379E-44C1-90ED-5157E7DFA142}" type="pres">
      <dgm:prSet presAssocID="{135AF15D-465E-43B0-AC04-A8E7DAA9C8CB}" presName="sibTrans" presStyleCnt="0"/>
      <dgm:spPr/>
    </dgm:pt>
    <dgm:pt modelId="{E2BBB505-0814-4DE7-8373-29ABC5EEBBA2}" type="pres">
      <dgm:prSet presAssocID="{649CF477-459E-4F33-9105-EA9FDD531C07}" presName="compNode" presStyleCnt="0"/>
      <dgm:spPr/>
    </dgm:pt>
    <dgm:pt modelId="{A4653305-8F37-4D8F-A203-96FA487C0F36}" type="pres">
      <dgm:prSet presAssocID="{649CF477-459E-4F33-9105-EA9FDD531C07}" presName="bgRect" presStyleLbl="bgShp" presStyleIdx="4" presStyleCnt="5"/>
      <dgm:spPr/>
    </dgm:pt>
    <dgm:pt modelId="{97C02FE6-DA3F-416C-9E80-0A3CD894C01A}" type="pres">
      <dgm:prSet presAssocID="{649CF477-459E-4F33-9105-EA9FDD531C07}"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Flowchart"/>
        </a:ext>
      </dgm:extLst>
    </dgm:pt>
    <dgm:pt modelId="{CE68E86F-EC24-44DA-AC04-1214EEBDC924}" type="pres">
      <dgm:prSet presAssocID="{649CF477-459E-4F33-9105-EA9FDD531C07}" presName="spaceRect" presStyleCnt="0"/>
      <dgm:spPr/>
    </dgm:pt>
    <dgm:pt modelId="{16C81E9E-80A2-429A-A3C4-85D6177A0543}" type="pres">
      <dgm:prSet presAssocID="{649CF477-459E-4F33-9105-EA9FDD531C07}" presName="parTx" presStyleLbl="revTx" presStyleIdx="4" presStyleCnt="5">
        <dgm:presLayoutVars>
          <dgm:chMax val="0"/>
          <dgm:chPref val="0"/>
        </dgm:presLayoutVars>
      </dgm:prSet>
      <dgm:spPr/>
    </dgm:pt>
  </dgm:ptLst>
  <dgm:cxnLst>
    <dgm:cxn modelId="{80325D3A-6AA8-476A-9DAC-1B490F9F086F}" type="presOf" srcId="{FF2710C0-189A-4333-A73C-3EA1CD473C22}" destId="{42CA18DD-1380-4AC0-8E77-363822FEFCA3}" srcOrd="0" destOrd="0" presId="urn:microsoft.com/office/officeart/2018/2/layout/IconVerticalSolidList"/>
    <dgm:cxn modelId="{380B2042-F11F-47CA-8D91-2B8D4B667B72}" srcId="{252942FF-0705-4B2D-8148-2193554780A5}" destId="{FF2710C0-189A-4333-A73C-3EA1CD473C22}" srcOrd="0" destOrd="0" parTransId="{CE2C4B5D-2E2E-465C-9E02-01145B09BDE5}" sibTransId="{26578828-880B-44A9-A326-FD9A1168586C}"/>
    <dgm:cxn modelId="{9CAEEB62-9F8C-4EFC-BA55-6762E9E5A3E7}" type="presOf" srcId="{649CF477-459E-4F33-9105-EA9FDD531C07}" destId="{16C81E9E-80A2-429A-A3C4-85D6177A0543}" srcOrd="0" destOrd="0" presId="urn:microsoft.com/office/officeart/2018/2/layout/IconVerticalSolidList"/>
    <dgm:cxn modelId="{14CE046C-AE99-443C-9395-C821FC92F119}" type="presOf" srcId="{23BB462A-6EC7-4C8A-8A4B-A82703F05375}" destId="{88C086FB-96E0-4144-BC97-64D03C05AF2D}" srcOrd="0" destOrd="0" presId="urn:microsoft.com/office/officeart/2018/2/layout/IconVerticalSolidList"/>
    <dgm:cxn modelId="{683F8C52-841A-4298-BBD7-CC2B62261198}" srcId="{252942FF-0705-4B2D-8148-2193554780A5}" destId="{649CF477-459E-4F33-9105-EA9FDD531C07}" srcOrd="4" destOrd="0" parTransId="{B13F3212-0B65-4950-8C86-6C8173E1A217}" sibTransId="{15A9DEA9-354C-419D-912E-6DAEB3C5BE02}"/>
    <dgm:cxn modelId="{D0E6F372-459D-4ACD-A084-DC3B5A75F3E9}" srcId="{252942FF-0705-4B2D-8148-2193554780A5}" destId="{6CDC669F-43E4-4D19-A2B6-05D7B113AFDF}" srcOrd="3" destOrd="0" parTransId="{D6BA2613-33CE-4C1F-A1AE-9B8EF6C943F2}" sibTransId="{135AF15D-465E-43B0-AC04-A8E7DAA9C8CB}"/>
    <dgm:cxn modelId="{C4AECA79-BF58-4D6F-B4A8-76013555EC69}" srcId="{252942FF-0705-4B2D-8148-2193554780A5}" destId="{0E84D9C7-47FF-4A07-A7AD-1ABFDFC30755}" srcOrd="2" destOrd="0" parTransId="{266C853A-9C5F-4AC2-82FD-C76D0B8A5CC1}" sibTransId="{593A3883-7FEE-4D7F-A292-81953021BF37}"/>
    <dgm:cxn modelId="{CC4373B5-4255-47B0-B612-546B37FF3B2D}" type="presOf" srcId="{6CDC669F-43E4-4D19-A2B6-05D7B113AFDF}" destId="{40FF396E-B808-4204-9BC8-1BC8F2515913}" srcOrd="0" destOrd="0" presId="urn:microsoft.com/office/officeart/2018/2/layout/IconVerticalSolidList"/>
    <dgm:cxn modelId="{4FE4CBCC-0F33-4CBC-A6C4-3BC200206B62}" type="presOf" srcId="{0E84D9C7-47FF-4A07-A7AD-1ABFDFC30755}" destId="{BC26C24D-8E81-4BD6-88CB-A697B8E785E2}" srcOrd="0" destOrd="0" presId="urn:microsoft.com/office/officeart/2018/2/layout/IconVerticalSolidList"/>
    <dgm:cxn modelId="{E650E7D0-0C11-4F25-82C0-BC7A73597BB1}" type="presOf" srcId="{252942FF-0705-4B2D-8148-2193554780A5}" destId="{AE9CF8A6-200C-4EEE-AA39-D2EB0A45FE16}" srcOrd="0" destOrd="0" presId="urn:microsoft.com/office/officeart/2018/2/layout/IconVerticalSolidList"/>
    <dgm:cxn modelId="{E0FD11DE-08AB-4890-8E6C-6893F03200B8}" srcId="{252942FF-0705-4B2D-8148-2193554780A5}" destId="{23BB462A-6EC7-4C8A-8A4B-A82703F05375}" srcOrd="1" destOrd="0" parTransId="{48E95BE9-2122-444E-9321-BF989873AE43}" sibTransId="{8085E1EE-3233-46C6-B0C7-611BF111D44A}"/>
    <dgm:cxn modelId="{99B6FD46-E26A-452E-9006-6AF882223A24}" type="presParOf" srcId="{AE9CF8A6-200C-4EEE-AA39-D2EB0A45FE16}" destId="{84186063-81CC-4CDE-8646-B2D15ABCAB09}" srcOrd="0" destOrd="0" presId="urn:microsoft.com/office/officeart/2018/2/layout/IconVerticalSolidList"/>
    <dgm:cxn modelId="{F43A2810-3F52-45E6-B70A-2F3E0BEDD23A}" type="presParOf" srcId="{84186063-81CC-4CDE-8646-B2D15ABCAB09}" destId="{BD6BBA66-07D3-41A6-8197-115343D62CF3}" srcOrd="0" destOrd="0" presId="urn:microsoft.com/office/officeart/2018/2/layout/IconVerticalSolidList"/>
    <dgm:cxn modelId="{D2902D75-6648-469C-A048-B29DC2759473}" type="presParOf" srcId="{84186063-81CC-4CDE-8646-B2D15ABCAB09}" destId="{6FA645C3-1430-417A-8A0C-5322EFF60043}" srcOrd="1" destOrd="0" presId="urn:microsoft.com/office/officeart/2018/2/layout/IconVerticalSolidList"/>
    <dgm:cxn modelId="{F47A5771-A0C2-467F-89AF-CBB3F4785AE2}" type="presParOf" srcId="{84186063-81CC-4CDE-8646-B2D15ABCAB09}" destId="{91719CF9-3957-4368-A051-3FC0408918DC}" srcOrd="2" destOrd="0" presId="urn:microsoft.com/office/officeart/2018/2/layout/IconVerticalSolidList"/>
    <dgm:cxn modelId="{AE48C625-2D7B-46C6-B2E6-251804148B3C}" type="presParOf" srcId="{84186063-81CC-4CDE-8646-B2D15ABCAB09}" destId="{42CA18DD-1380-4AC0-8E77-363822FEFCA3}" srcOrd="3" destOrd="0" presId="urn:microsoft.com/office/officeart/2018/2/layout/IconVerticalSolidList"/>
    <dgm:cxn modelId="{0F4BE294-BEFF-4764-9759-DE119ABF2850}" type="presParOf" srcId="{AE9CF8A6-200C-4EEE-AA39-D2EB0A45FE16}" destId="{5F6EC6D0-5891-4D4F-9DE3-4701C414A26A}" srcOrd="1" destOrd="0" presId="urn:microsoft.com/office/officeart/2018/2/layout/IconVerticalSolidList"/>
    <dgm:cxn modelId="{3356F16C-B866-416D-9548-A7A522F0CD61}" type="presParOf" srcId="{AE9CF8A6-200C-4EEE-AA39-D2EB0A45FE16}" destId="{4769CFEF-AFD1-46C1-94C7-9B223C6EEAEC}" srcOrd="2" destOrd="0" presId="urn:microsoft.com/office/officeart/2018/2/layout/IconVerticalSolidList"/>
    <dgm:cxn modelId="{AB5B5E03-8EBA-46D0-AD17-E4E86562B544}" type="presParOf" srcId="{4769CFEF-AFD1-46C1-94C7-9B223C6EEAEC}" destId="{445C8C8E-5AF5-4A68-A9A0-9EA6AD748801}" srcOrd="0" destOrd="0" presId="urn:microsoft.com/office/officeart/2018/2/layout/IconVerticalSolidList"/>
    <dgm:cxn modelId="{8CE46DA9-3240-4F81-9678-1E82C1583FA5}" type="presParOf" srcId="{4769CFEF-AFD1-46C1-94C7-9B223C6EEAEC}" destId="{7D370C46-7961-49A3-9BD8-D32D6B32CD11}" srcOrd="1" destOrd="0" presId="urn:microsoft.com/office/officeart/2018/2/layout/IconVerticalSolidList"/>
    <dgm:cxn modelId="{EAB70BCA-05C8-48AD-8383-14253F595667}" type="presParOf" srcId="{4769CFEF-AFD1-46C1-94C7-9B223C6EEAEC}" destId="{27DEAD9D-8A9E-4F29-A90A-E8BF88B326C6}" srcOrd="2" destOrd="0" presId="urn:microsoft.com/office/officeart/2018/2/layout/IconVerticalSolidList"/>
    <dgm:cxn modelId="{75E98779-BE12-40D5-9C54-8B4F4569ABAA}" type="presParOf" srcId="{4769CFEF-AFD1-46C1-94C7-9B223C6EEAEC}" destId="{88C086FB-96E0-4144-BC97-64D03C05AF2D}" srcOrd="3" destOrd="0" presId="urn:microsoft.com/office/officeart/2018/2/layout/IconVerticalSolidList"/>
    <dgm:cxn modelId="{221B1000-0B2E-4152-95C3-4C23E58F142B}" type="presParOf" srcId="{AE9CF8A6-200C-4EEE-AA39-D2EB0A45FE16}" destId="{246A4E93-33A8-47A9-9ED1-31B2640D2290}" srcOrd="3" destOrd="0" presId="urn:microsoft.com/office/officeart/2018/2/layout/IconVerticalSolidList"/>
    <dgm:cxn modelId="{21AD0BE6-8E26-4F2C-A8BE-7EADD3673741}" type="presParOf" srcId="{AE9CF8A6-200C-4EEE-AA39-D2EB0A45FE16}" destId="{197A7B03-9E83-4C94-88AD-DFDCB7C02A00}" srcOrd="4" destOrd="0" presId="urn:microsoft.com/office/officeart/2018/2/layout/IconVerticalSolidList"/>
    <dgm:cxn modelId="{230D97BA-2609-4E25-8B70-D36418A56B6A}" type="presParOf" srcId="{197A7B03-9E83-4C94-88AD-DFDCB7C02A00}" destId="{31D75EB9-CCEA-4E63-892E-5BA38331CCA4}" srcOrd="0" destOrd="0" presId="urn:microsoft.com/office/officeart/2018/2/layout/IconVerticalSolidList"/>
    <dgm:cxn modelId="{EB72E462-F096-4E62-9A2C-D44AA03D4D33}" type="presParOf" srcId="{197A7B03-9E83-4C94-88AD-DFDCB7C02A00}" destId="{A3ADB792-6F12-4164-804F-59B9D5E30E26}" srcOrd="1" destOrd="0" presId="urn:microsoft.com/office/officeart/2018/2/layout/IconVerticalSolidList"/>
    <dgm:cxn modelId="{97A16859-6E98-4BC2-A5FF-898163DDC9DA}" type="presParOf" srcId="{197A7B03-9E83-4C94-88AD-DFDCB7C02A00}" destId="{BAA73C0A-A36F-453B-8C36-717393ABBC4E}" srcOrd="2" destOrd="0" presId="urn:microsoft.com/office/officeart/2018/2/layout/IconVerticalSolidList"/>
    <dgm:cxn modelId="{E654BCED-2680-4EE1-BF1A-DEDBE58BA03B}" type="presParOf" srcId="{197A7B03-9E83-4C94-88AD-DFDCB7C02A00}" destId="{BC26C24D-8E81-4BD6-88CB-A697B8E785E2}" srcOrd="3" destOrd="0" presId="urn:microsoft.com/office/officeart/2018/2/layout/IconVerticalSolidList"/>
    <dgm:cxn modelId="{5CEAD639-1B21-4F91-8324-5A0F48B1409B}" type="presParOf" srcId="{AE9CF8A6-200C-4EEE-AA39-D2EB0A45FE16}" destId="{ED567B1E-AE75-49CC-BA06-E05977BA79F2}" srcOrd="5" destOrd="0" presId="urn:microsoft.com/office/officeart/2018/2/layout/IconVerticalSolidList"/>
    <dgm:cxn modelId="{15914C75-B119-444B-92F3-15DB207FAE70}" type="presParOf" srcId="{AE9CF8A6-200C-4EEE-AA39-D2EB0A45FE16}" destId="{0BBF7E53-345D-4EF7-A7AD-79810B9975F1}" srcOrd="6" destOrd="0" presId="urn:microsoft.com/office/officeart/2018/2/layout/IconVerticalSolidList"/>
    <dgm:cxn modelId="{1B44A100-919A-478E-9113-EDA95DC4F494}" type="presParOf" srcId="{0BBF7E53-345D-4EF7-A7AD-79810B9975F1}" destId="{E68114F1-4EEC-4C6D-9285-AE2F8DBAEAB6}" srcOrd="0" destOrd="0" presId="urn:microsoft.com/office/officeart/2018/2/layout/IconVerticalSolidList"/>
    <dgm:cxn modelId="{2A6861EF-2C0A-4B6D-B9F0-F185CBABB3C3}" type="presParOf" srcId="{0BBF7E53-345D-4EF7-A7AD-79810B9975F1}" destId="{4D07F9F2-5793-4814-B2C9-5A8683AF06F1}" srcOrd="1" destOrd="0" presId="urn:microsoft.com/office/officeart/2018/2/layout/IconVerticalSolidList"/>
    <dgm:cxn modelId="{71C5FFF5-358F-444A-9CB9-A7603404304A}" type="presParOf" srcId="{0BBF7E53-345D-4EF7-A7AD-79810B9975F1}" destId="{5E6660F9-D4F0-4EBE-9CE2-AF169B837F3C}" srcOrd="2" destOrd="0" presId="urn:microsoft.com/office/officeart/2018/2/layout/IconVerticalSolidList"/>
    <dgm:cxn modelId="{6F3B6FEF-7351-47AD-990C-BF633B6B0E78}" type="presParOf" srcId="{0BBF7E53-345D-4EF7-A7AD-79810B9975F1}" destId="{40FF396E-B808-4204-9BC8-1BC8F2515913}" srcOrd="3" destOrd="0" presId="urn:microsoft.com/office/officeart/2018/2/layout/IconVerticalSolidList"/>
    <dgm:cxn modelId="{915AAEFE-8528-4DB5-B336-7CD5F0258775}" type="presParOf" srcId="{AE9CF8A6-200C-4EEE-AA39-D2EB0A45FE16}" destId="{125E8EC2-379E-44C1-90ED-5157E7DFA142}" srcOrd="7" destOrd="0" presId="urn:microsoft.com/office/officeart/2018/2/layout/IconVerticalSolidList"/>
    <dgm:cxn modelId="{A5ABEE26-606B-48E7-BB81-77F12830E7E2}" type="presParOf" srcId="{AE9CF8A6-200C-4EEE-AA39-D2EB0A45FE16}" destId="{E2BBB505-0814-4DE7-8373-29ABC5EEBBA2}" srcOrd="8" destOrd="0" presId="urn:microsoft.com/office/officeart/2018/2/layout/IconVerticalSolidList"/>
    <dgm:cxn modelId="{40A7849A-36DF-4666-8D50-7B16C806EA3D}" type="presParOf" srcId="{E2BBB505-0814-4DE7-8373-29ABC5EEBBA2}" destId="{A4653305-8F37-4D8F-A203-96FA487C0F36}" srcOrd="0" destOrd="0" presId="urn:microsoft.com/office/officeart/2018/2/layout/IconVerticalSolidList"/>
    <dgm:cxn modelId="{2F5E58BE-6BCF-4619-8AD8-E535E6C4E6AD}" type="presParOf" srcId="{E2BBB505-0814-4DE7-8373-29ABC5EEBBA2}" destId="{97C02FE6-DA3F-416C-9E80-0A3CD894C01A}" srcOrd="1" destOrd="0" presId="urn:microsoft.com/office/officeart/2018/2/layout/IconVerticalSolidList"/>
    <dgm:cxn modelId="{FE0E2161-6BF0-469A-8C96-14EB9885714E}" type="presParOf" srcId="{E2BBB505-0814-4DE7-8373-29ABC5EEBBA2}" destId="{CE68E86F-EC24-44DA-AC04-1214EEBDC924}" srcOrd="2" destOrd="0" presId="urn:microsoft.com/office/officeart/2018/2/layout/IconVerticalSolidList"/>
    <dgm:cxn modelId="{27B4202C-DEBB-404C-BE1D-EC9BA79CAD33}" type="presParOf" srcId="{E2BBB505-0814-4DE7-8373-29ABC5EEBBA2}" destId="{16C81E9E-80A2-429A-A3C4-85D6177A054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F8261976-89FC-40F6-9392-E507465BD2A7}" type="doc">
      <dgm:prSet loTypeId="urn:microsoft.com/office/officeart/2005/8/layout/list1" loCatId="list" qsTypeId="urn:microsoft.com/office/officeart/2005/8/quickstyle/simple1" qsCatId="simple" csTypeId="urn:microsoft.com/office/officeart/2005/8/colors/colorful5" csCatId="colorful"/>
      <dgm:spPr/>
      <dgm:t>
        <a:bodyPr/>
        <a:lstStyle/>
        <a:p>
          <a:endParaRPr lang="en-US"/>
        </a:p>
      </dgm:t>
    </dgm:pt>
    <dgm:pt modelId="{9D03A32B-3EDE-4E4E-88D4-D1EDB7796D57}">
      <dgm:prSet/>
      <dgm:spPr/>
      <dgm:t>
        <a:bodyPr/>
        <a:lstStyle/>
        <a:p>
          <a:r>
            <a:rPr lang="en-US"/>
            <a:t>Tokens</a:t>
          </a:r>
        </a:p>
      </dgm:t>
    </dgm:pt>
    <dgm:pt modelId="{671B75FF-4E0D-45B9-8B61-EF9AE4ECFE4D}" type="parTrans" cxnId="{E049D71E-2D1B-4674-8EA0-7152127A831E}">
      <dgm:prSet/>
      <dgm:spPr/>
      <dgm:t>
        <a:bodyPr/>
        <a:lstStyle/>
        <a:p>
          <a:endParaRPr lang="en-US"/>
        </a:p>
      </dgm:t>
    </dgm:pt>
    <dgm:pt modelId="{4A2570EC-A5B7-4331-9D86-63D1568C28D9}" type="sibTrans" cxnId="{E049D71E-2D1B-4674-8EA0-7152127A831E}">
      <dgm:prSet/>
      <dgm:spPr/>
      <dgm:t>
        <a:bodyPr/>
        <a:lstStyle/>
        <a:p>
          <a:endParaRPr lang="en-US"/>
        </a:p>
      </dgm:t>
    </dgm:pt>
    <dgm:pt modelId="{F6E515F6-42DC-4096-99C4-098E8F51BCC3}">
      <dgm:prSet/>
      <dgm:spPr/>
      <dgm:t>
        <a:bodyPr/>
        <a:lstStyle/>
        <a:p>
          <a:r>
            <a:rPr lang="en-US"/>
            <a:t>The atomic units of text processed by the model</a:t>
          </a:r>
        </a:p>
      </dgm:t>
    </dgm:pt>
    <dgm:pt modelId="{3BB8F0A0-C040-4134-BEBA-F8737AF733AA}" type="parTrans" cxnId="{DD358333-648A-47B7-B430-76973F019AB6}">
      <dgm:prSet/>
      <dgm:spPr/>
      <dgm:t>
        <a:bodyPr/>
        <a:lstStyle/>
        <a:p>
          <a:endParaRPr lang="en-US"/>
        </a:p>
      </dgm:t>
    </dgm:pt>
    <dgm:pt modelId="{952EDCCE-3F73-4D5A-88C1-8A278D75CC5A}" type="sibTrans" cxnId="{DD358333-648A-47B7-B430-76973F019AB6}">
      <dgm:prSet/>
      <dgm:spPr/>
      <dgm:t>
        <a:bodyPr/>
        <a:lstStyle/>
        <a:p>
          <a:endParaRPr lang="en-US"/>
        </a:p>
      </dgm:t>
    </dgm:pt>
    <dgm:pt modelId="{022F2178-A3F6-4EAD-A42C-52F24D8381DF}">
      <dgm:prSet/>
      <dgm:spPr/>
      <dgm:t>
        <a:bodyPr/>
        <a:lstStyle/>
        <a:p>
          <a:r>
            <a:rPr lang="en-US"/>
            <a:t>These aren't always full words</a:t>
          </a:r>
        </a:p>
      </dgm:t>
    </dgm:pt>
    <dgm:pt modelId="{745A25D3-3FB1-4841-B619-74909B50A283}" type="parTrans" cxnId="{33FA2640-99A9-471B-BA11-2D92EF384B86}">
      <dgm:prSet/>
      <dgm:spPr/>
      <dgm:t>
        <a:bodyPr/>
        <a:lstStyle/>
        <a:p>
          <a:endParaRPr lang="en-US"/>
        </a:p>
      </dgm:t>
    </dgm:pt>
    <dgm:pt modelId="{8E6D495F-03A2-4378-926C-842679DCF907}" type="sibTrans" cxnId="{33FA2640-99A9-471B-BA11-2D92EF384B86}">
      <dgm:prSet/>
      <dgm:spPr/>
      <dgm:t>
        <a:bodyPr/>
        <a:lstStyle/>
        <a:p>
          <a:endParaRPr lang="en-US"/>
        </a:p>
      </dgm:t>
    </dgm:pt>
    <dgm:pt modelId="{F10450FA-48E5-42F4-AD3B-AB7105D3DA83}">
      <dgm:prSet/>
      <dgm:spPr/>
      <dgm:t>
        <a:bodyPr/>
        <a:lstStyle/>
        <a:p>
          <a:r>
            <a:rPr lang="en-US"/>
            <a:t>They can be characters or sub-words</a:t>
          </a:r>
        </a:p>
      </dgm:t>
    </dgm:pt>
    <dgm:pt modelId="{B3649E2A-A8EE-447D-80F2-39EB10A882A4}" type="parTrans" cxnId="{9745888E-EA83-4C60-8C8E-B5B53F200E67}">
      <dgm:prSet/>
      <dgm:spPr/>
      <dgm:t>
        <a:bodyPr/>
        <a:lstStyle/>
        <a:p>
          <a:endParaRPr lang="en-US"/>
        </a:p>
      </dgm:t>
    </dgm:pt>
    <dgm:pt modelId="{1286A73B-A49E-4997-B6F3-57F6E1DF3C1E}" type="sibTrans" cxnId="{9745888E-EA83-4C60-8C8E-B5B53F200E67}">
      <dgm:prSet/>
      <dgm:spPr/>
      <dgm:t>
        <a:bodyPr/>
        <a:lstStyle/>
        <a:p>
          <a:endParaRPr lang="en-US"/>
        </a:p>
      </dgm:t>
    </dgm:pt>
    <dgm:pt modelId="{3086619C-BECA-4AC1-9E45-F642323EFD98}">
      <dgm:prSet/>
      <dgm:spPr/>
      <dgm:t>
        <a:bodyPr/>
        <a:lstStyle/>
        <a:p>
          <a:r>
            <a:rPr lang="en-US"/>
            <a:t>e.g.: learning might be learn + ing</a:t>
          </a:r>
        </a:p>
      </dgm:t>
    </dgm:pt>
    <dgm:pt modelId="{B52FB803-5104-4D01-BA46-6FCC8C928CC5}" type="parTrans" cxnId="{75A4D06A-2F98-45C1-A881-5240F9246929}">
      <dgm:prSet/>
      <dgm:spPr/>
      <dgm:t>
        <a:bodyPr/>
        <a:lstStyle/>
        <a:p>
          <a:endParaRPr lang="en-US"/>
        </a:p>
      </dgm:t>
    </dgm:pt>
    <dgm:pt modelId="{7F19C4AA-F42B-403C-8BD7-2F2466D62BDC}" type="sibTrans" cxnId="{75A4D06A-2F98-45C1-A881-5240F9246929}">
      <dgm:prSet/>
      <dgm:spPr/>
      <dgm:t>
        <a:bodyPr/>
        <a:lstStyle/>
        <a:p>
          <a:endParaRPr lang="en-US"/>
        </a:p>
      </dgm:t>
    </dgm:pt>
    <dgm:pt modelId="{B8E4E994-14DA-4E04-9F98-5EF1407F5C9E}">
      <dgm:prSet/>
      <dgm:spPr/>
      <dgm:t>
        <a:bodyPr/>
        <a:lstStyle/>
        <a:p>
          <a:r>
            <a:rPr lang="en-US"/>
            <a:t>Context Window</a:t>
          </a:r>
        </a:p>
      </dgm:t>
    </dgm:pt>
    <dgm:pt modelId="{84AED258-9A50-47D0-A667-0B6B0135D3D2}" type="parTrans" cxnId="{32443B28-F19D-46C6-A561-AF448ADD8FB9}">
      <dgm:prSet/>
      <dgm:spPr/>
      <dgm:t>
        <a:bodyPr/>
        <a:lstStyle/>
        <a:p>
          <a:endParaRPr lang="en-US"/>
        </a:p>
      </dgm:t>
    </dgm:pt>
    <dgm:pt modelId="{D4270504-9FF8-48FE-AB14-FDDE17E21F19}" type="sibTrans" cxnId="{32443B28-F19D-46C6-A561-AF448ADD8FB9}">
      <dgm:prSet/>
      <dgm:spPr/>
      <dgm:t>
        <a:bodyPr/>
        <a:lstStyle/>
        <a:p>
          <a:endParaRPr lang="en-US"/>
        </a:p>
      </dgm:t>
    </dgm:pt>
    <dgm:pt modelId="{8D80B6FE-79A2-4EAC-BDEC-4776CD40647E}">
      <dgm:prSet/>
      <dgm:spPr/>
      <dgm:t>
        <a:bodyPr/>
        <a:lstStyle/>
        <a:p>
          <a:r>
            <a:rPr lang="en-US"/>
            <a:t>The specific memory limit for a single interaction</a:t>
          </a:r>
        </a:p>
      </dgm:t>
    </dgm:pt>
    <dgm:pt modelId="{9715052E-DF4D-4F2A-BB31-98922DA45B23}" type="parTrans" cxnId="{1853704F-EFA1-415D-9386-901362000D23}">
      <dgm:prSet/>
      <dgm:spPr/>
      <dgm:t>
        <a:bodyPr/>
        <a:lstStyle/>
        <a:p>
          <a:endParaRPr lang="en-US"/>
        </a:p>
      </dgm:t>
    </dgm:pt>
    <dgm:pt modelId="{90FC8913-F65C-4A5F-870C-AC0EF6258D99}" type="sibTrans" cxnId="{1853704F-EFA1-415D-9386-901362000D23}">
      <dgm:prSet/>
      <dgm:spPr/>
      <dgm:t>
        <a:bodyPr/>
        <a:lstStyle/>
        <a:p>
          <a:endParaRPr lang="en-US"/>
        </a:p>
      </dgm:t>
    </dgm:pt>
    <dgm:pt modelId="{7E3D887C-86FA-4CB0-81BC-37AE55F1E898}">
      <dgm:prSet/>
      <dgm:spPr/>
      <dgm:t>
        <a:bodyPr/>
        <a:lstStyle/>
        <a:p>
          <a:r>
            <a:rPr lang="en-US"/>
            <a:t>It represents the maximum number of tokens the model can process at once</a:t>
          </a:r>
        </a:p>
      </dgm:t>
    </dgm:pt>
    <dgm:pt modelId="{558723AD-9A51-4F35-A20B-3F417EA8E905}" type="parTrans" cxnId="{1D1AB070-72EC-4C7E-93AF-2E3FA415551E}">
      <dgm:prSet/>
      <dgm:spPr/>
      <dgm:t>
        <a:bodyPr/>
        <a:lstStyle/>
        <a:p>
          <a:endParaRPr lang="en-US"/>
        </a:p>
      </dgm:t>
    </dgm:pt>
    <dgm:pt modelId="{4A7631B9-654C-44A7-91BF-2381D624CE4F}" type="sibTrans" cxnId="{1D1AB070-72EC-4C7E-93AF-2E3FA415551E}">
      <dgm:prSet/>
      <dgm:spPr/>
      <dgm:t>
        <a:bodyPr/>
        <a:lstStyle/>
        <a:p>
          <a:endParaRPr lang="en-US"/>
        </a:p>
      </dgm:t>
    </dgm:pt>
    <dgm:pt modelId="{E635C517-1EAF-45A8-8EC2-136489EBB61B}">
      <dgm:prSet/>
      <dgm:spPr/>
      <dgm:t>
        <a:bodyPr/>
        <a:lstStyle/>
        <a:p>
          <a:r>
            <a:rPr lang="en-US"/>
            <a:t>The Constraint</a:t>
          </a:r>
        </a:p>
      </dgm:t>
    </dgm:pt>
    <dgm:pt modelId="{C2A4B690-29A0-42B0-89C0-2192E743913E}" type="parTrans" cxnId="{07CF52DC-C0B9-4EAE-8C21-5EFE1E30CB18}">
      <dgm:prSet/>
      <dgm:spPr/>
      <dgm:t>
        <a:bodyPr/>
        <a:lstStyle/>
        <a:p>
          <a:endParaRPr lang="en-US"/>
        </a:p>
      </dgm:t>
    </dgm:pt>
    <dgm:pt modelId="{E0D33D75-BCF1-4D4B-8676-C3E8E904EBB0}" type="sibTrans" cxnId="{07CF52DC-C0B9-4EAE-8C21-5EFE1E30CB18}">
      <dgm:prSet/>
      <dgm:spPr/>
      <dgm:t>
        <a:bodyPr/>
        <a:lstStyle/>
        <a:p>
          <a:endParaRPr lang="en-US"/>
        </a:p>
      </dgm:t>
    </dgm:pt>
    <dgm:pt modelId="{E3C119A2-064A-4459-878D-0CFFD5772728}">
      <dgm:prSet/>
      <dgm:spPr/>
      <dgm:t>
        <a:bodyPr/>
        <a:lstStyle/>
        <a:p>
          <a:r>
            <a:rPr lang="en-US"/>
            <a:t>If a prompt and its response exceed the context window, the model will forget the earliest parts of the conversation</a:t>
          </a:r>
        </a:p>
      </dgm:t>
    </dgm:pt>
    <dgm:pt modelId="{F6DF04CD-6BB2-462D-87ED-240428AE4E53}" type="parTrans" cxnId="{DB929F0C-BA44-4DA2-9AFD-21FAAE56CCF1}">
      <dgm:prSet/>
      <dgm:spPr/>
      <dgm:t>
        <a:bodyPr/>
        <a:lstStyle/>
        <a:p>
          <a:endParaRPr lang="en-US"/>
        </a:p>
      </dgm:t>
    </dgm:pt>
    <dgm:pt modelId="{394EA6C3-8CFB-49C5-A6F2-D43237EB8026}" type="sibTrans" cxnId="{DB929F0C-BA44-4DA2-9AFD-21FAAE56CCF1}">
      <dgm:prSet/>
      <dgm:spPr/>
      <dgm:t>
        <a:bodyPr/>
        <a:lstStyle/>
        <a:p>
          <a:endParaRPr lang="en-US"/>
        </a:p>
      </dgm:t>
    </dgm:pt>
    <dgm:pt modelId="{7BA7A55C-D259-409F-817B-BF98DF2923D4}" type="pres">
      <dgm:prSet presAssocID="{F8261976-89FC-40F6-9392-E507465BD2A7}" presName="linear" presStyleCnt="0">
        <dgm:presLayoutVars>
          <dgm:dir/>
          <dgm:animLvl val="lvl"/>
          <dgm:resizeHandles val="exact"/>
        </dgm:presLayoutVars>
      </dgm:prSet>
      <dgm:spPr/>
    </dgm:pt>
    <dgm:pt modelId="{8D919D8C-074D-4D14-8D7E-8F66B50D5ED0}" type="pres">
      <dgm:prSet presAssocID="{9D03A32B-3EDE-4E4E-88D4-D1EDB7796D57}" presName="parentLin" presStyleCnt="0"/>
      <dgm:spPr/>
    </dgm:pt>
    <dgm:pt modelId="{269E9ADA-5D2F-4B67-8ADC-09D2682433B8}" type="pres">
      <dgm:prSet presAssocID="{9D03A32B-3EDE-4E4E-88D4-D1EDB7796D57}" presName="parentLeftMargin" presStyleLbl="node1" presStyleIdx="0" presStyleCnt="3"/>
      <dgm:spPr/>
    </dgm:pt>
    <dgm:pt modelId="{9D3D8DD7-8999-4D5B-90C4-20B5E2E7777A}" type="pres">
      <dgm:prSet presAssocID="{9D03A32B-3EDE-4E4E-88D4-D1EDB7796D57}" presName="parentText" presStyleLbl="node1" presStyleIdx="0" presStyleCnt="3">
        <dgm:presLayoutVars>
          <dgm:chMax val="0"/>
          <dgm:bulletEnabled val="1"/>
        </dgm:presLayoutVars>
      </dgm:prSet>
      <dgm:spPr/>
    </dgm:pt>
    <dgm:pt modelId="{0FF98BBD-8975-4C5B-A797-65528133510B}" type="pres">
      <dgm:prSet presAssocID="{9D03A32B-3EDE-4E4E-88D4-D1EDB7796D57}" presName="negativeSpace" presStyleCnt="0"/>
      <dgm:spPr/>
    </dgm:pt>
    <dgm:pt modelId="{9982537E-DE27-4DD3-AB8D-A0C0055F996D}" type="pres">
      <dgm:prSet presAssocID="{9D03A32B-3EDE-4E4E-88D4-D1EDB7796D57}" presName="childText" presStyleLbl="conFgAcc1" presStyleIdx="0" presStyleCnt="3">
        <dgm:presLayoutVars>
          <dgm:bulletEnabled val="1"/>
        </dgm:presLayoutVars>
      </dgm:prSet>
      <dgm:spPr/>
    </dgm:pt>
    <dgm:pt modelId="{A944A90C-B757-4881-B7CB-0A4D63E0D4EF}" type="pres">
      <dgm:prSet presAssocID="{4A2570EC-A5B7-4331-9D86-63D1568C28D9}" presName="spaceBetweenRectangles" presStyleCnt="0"/>
      <dgm:spPr/>
    </dgm:pt>
    <dgm:pt modelId="{140D6556-8114-4AB5-9483-DE26042CD1BD}" type="pres">
      <dgm:prSet presAssocID="{B8E4E994-14DA-4E04-9F98-5EF1407F5C9E}" presName="parentLin" presStyleCnt="0"/>
      <dgm:spPr/>
    </dgm:pt>
    <dgm:pt modelId="{61BA7AAB-344B-45C4-9208-ABB9B0C92A87}" type="pres">
      <dgm:prSet presAssocID="{B8E4E994-14DA-4E04-9F98-5EF1407F5C9E}" presName="parentLeftMargin" presStyleLbl="node1" presStyleIdx="0" presStyleCnt="3"/>
      <dgm:spPr/>
    </dgm:pt>
    <dgm:pt modelId="{044B4727-A22D-4C99-9597-FCC90112F2E7}" type="pres">
      <dgm:prSet presAssocID="{B8E4E994-14DA-4E04-9F98-5EF1407F5C9E}" presName="parentText" presStyleLbl="node1" presStyleIdx="1" presStyleCnt="3">
        <dgm:presLayoutVars>
          <dgm:chMax val="0"/>
          <dgm:bulletEnabled val="1"/>
        </dgm:presLayoutVars>
      </dgm:prSet>
      <dgm:spPr/>
    </dgm:pt>
    <dgm:pt modelId="{EFF1B65D-27FD-4270-83D3-75B3BACB607F}" type="pres">
      <dgm:prSet presAssocID="{B8E4E994-14DA-4E04-9F98-5EF1407F5C9E}" presName="negativeSpace" presStyleCnt="0"/>
      <dgm:spPr/>
    </dgm:pt>
    <dgm:pt modelId="{FD1816B6-6EA4-411F-A066-45DD2297C84F}" type="pres">
      <dgm:prSet presAssocID="{B8E4E994-14DA-4E04-9F98-5EF1407F5C9E}" presName="childText" presStyleLbl="conFgAcc1" presStyleIdx="1" presStyleCnt="3">
        <dgm:presLayoutVars>
          <dgm:bulletEnabled val="1"/>
        </dgm:presLayoutVars>
      </dgm:prSet>
      <dgm:spPr/>
    </dgm:pt>
    <dgm:pt modelId="{883DCBE9-0646-4F15-8636-BD26D8A80DE0}" type="pres">
      <dgm:prSet presAssocID="{D4270504-9FF8-48FE-AB14-FDDE17E21F19}" presName="spaceBetweenRectangles" presStyleCnt="0"/>
      <dgm:spPr/>
    </dgm:pt>
    <dgm:pt modelId="{C8E92999-48D9-4BBF-A5F3-48876EAF3771}" type="pres">
      <dgm:prSet presAssocID="{E635C517-1EAF-45A8-8EC2-136489EBB61B}" presName="parentLin" presStyleCnt="0"/>
      <dgm:spPr/>
    </dgm:pt>
    <dgm:pt modelId="{4E772C9E-25DE-40D7-8E70-D8782A54DD22}" type="pres">
      <dgm:prSet presAssocID="{E635C517-1EAF-45A8-8EC2-136489EBB61B}" presName="parentLeftMargin" presStyleLbl="node1" presStyleIdx="1" presStyleCnt="3"/>
      <dgm:spPr/>
    </dgm:pt>
    <dgm:pt modelId="{E07AE388-3CC4-4AB8-A719-0B076DBAA3DE}" type="pres">
      <dgm:prSet presAssocID="{E635C517-1EAF-45A8-8EC2-136489EBB61B}" presName="parentText" presStyleLbl="node1" presStyleIdx="2" presStyleCnt="3">
        <dgm:presLayoutVars>
          <dgm:chMax val="0"/>
          <dgm:bulletEnabled val="1"/>
        </dgm:presLayoutVars>
      </dgm:prSet>
      <dgm:spPr/>
    </dgm:pt>
    <dgm:pt modelId="{6215278F-8F23-4BFD-BA6B-D2E3E5786124}" type="pres">
      <dgm:prSet presAssocID="{E635C517-1EAF-45A8-8EC2-136489EBB61B}" presName="negativeSpace" presStyleCnt="0"/>
      <dgm:spPr/>
    </dgm:pt>
    <dgm:pt modelId="{96F1AE64-6A8B-4927-9D0F-A20E593F863B}" type="pres">
      <dgm:prSet presAssocID="{E635C517-1EAF-45A8-8EC2-136489EBB61B}" presName="childText" presStyleLbl="conFgAcc1" presStyleIdx="2" presStyleCnt="3">
        <dgm:presLayoutVars>
          <dgm:bulletEnabled val="1"/>
        </dgm:presLayoutVars>
      </dgm:prSet>
      <dgm:spPr/>
    </dgm:pt>
  </dgm:ptLst>
  <dgm:cxnLst>
    <dgm:cxn modelId="{E6FBCA02-0D2E-41B2-8266-E93501AEEDB6}" type="presOf" srcId="{B8E4E994-14DA-4E04-9F98-5EF1407F5C9E}" destId="{61BA7AAB-344B-45C4-9208-ABB9B0C92A87}" srcOrd="0" destOrd="0" presId="urn:microsoft.com/office/officeart/2005/8/layout/list1"/>
    <dgm:cxn modelId="{64D8ED0A-A239-4E45-A5C4-E860F182B69A}" type="presOf" srcId="{B8E4E994-14DA-4E04-9F98-5EF1407F5C9E}" destId="{044B4727-A22D-4C99-9597-FCC90112F2E7}" srcOrd="1" destOrd="0" presId="urn:microsoft.com/office/officeart/2005/8/layout/list1"/>
    <dgm:cxn modelId="{DB929F0C-BA44-4DA2-9AFD-21FAAE56CCF1}" srcId="{E635C517-1EAF-45A8-8EC2-136489EBB61B}" destId="{E3C119A2-064A-4459-878D-0CFFD5772728}" srcOrd="0" destOrd="0" parTransId="{F6DF04CD-6BB2-462D-87ED-240428AE4E53}" sibTransId="{394EA6C3-8CFB-49C5-A6F2-D43237EB8026}"/>
    <dgm:cxn modelId="{90C8CC13-AFA5-41EF-B7B4-DE956655AB71}" type="presOf" srcId="{7E3D887C-86FA-4CB0-81BC-37AE55F1E898}" destId="{FD1816B6-6EA4-411F-A066-45DD2297C84F}" srcOrd="0" destOrd="1" presId="urn:microsoft.com/office/officeart/2005/8/layout/list1"/>
    <dgm:cxn modelId="{FEEF9219-5CEE-49F6-B0EC-395ACAEF3EEE}" type="presOf" srcId="{E635C517-1EAF-45A8-8EC2-136489EBB61B}" destId="{E07AE388-3CC4-4AB8-A719-0B076DBAA3DE}" srcOrd="1" destOrd="0" presId="urn:microsoft.com/office/officeart/2005/8/layout/list1"/>
    <dgm:cxn modelId="{E049D71E-2D1B-4674-8EA0-7152127A831E}" srcId="{F8261976-89FC-40F6-9392-E507465BD2A7}" destId="{9D03A32B-3EDE-4E4E-88D4-D1EDB7796D57}" srcOrd="0" destOrd="0" parTransId="{671B75FF-4E0D-45B9-8B61-EF9AE4ECFE4D}" sibTransId="{4A2570EC-A5B7-4331-9D86-63D1568C28D9}"/>
    <dgm:cxn modelId="{32443B28-F19D-46C6-A561-AF448ADD8FB9}" srcId="{F8261976-89FC-40F6-9392-E507465BD2A7}" destId="{B8E4E994-14DA-4E04-9F98-5EF1407F5C9E}" srcOrd="1" destOrd="0" parTransId="{84AED258-9A50-47D0-A667-0B6B0135D3D2}" sibTransId="{D4270504-9FF8-48FE-AB14-FDDE17E21F19}"/>
    <dgm:cxn modelId="{8DE20E29-205A-4134-9904-DF7CC42C5A02}" type="presOf" srcId="{F10450FA-48E5-42F4-AD3B-AB7105D3DA83}" destId="{9982537E-DE27-4DD3-AB8D-A0C0055F996D}" srcOrd="0" destOrd="2" presId="urn:microsoft.com/office/officeart/2005/8/layout/list1"/>
    <dgm:cxn modelId="{DD358333-648A-47B7-B430-76973F019AB6}" srcId="{9D03A32B-3EDE-4E4E-88D4-D1EDB7796D57}" destId="{F6E515F6-42DC-4096-99C4-098E8F51BCC3}" srcOrd="0" destOrd="0" parTransId="{3BB8F0A0-C040-4134-BEBA-F8737AF733AA}" sibTransId="{952EDCCE-3F73-4D5A-88C1-8A278D75CC5A}"/>
    <dgm:cxn modelId="{E65FB039-CA7C-44FF-933C-F4CB229AAE0D}" type="presOf" srcId="{E3C119A2-064A-4459-878D-0CFFD5772728}" destId="{96F1AE64-6A8B-4927-9D0F-A20E593F863B}" srcOrd="0" destOrd="0" presId="urn:microsoft.com/office/officeart/2005/8/layout/list1"/>
    <dgm:cxn modelId="{33FA2640-99A9-471B-BA11-2D92EF384B86}" srcId="{9D03A32B-3EDE-4E4E-88D4-D1EDB7796D57}" destId="{022F2178-A3F6-4EAD-A42C-52F24D8381DF}" srcOrd="1" destOrd="0" parTransId="{745A25D3-3FB1-4841-B619-74909B50A283}" sibTransId="{8E6D495F-03A2-4378-926C-842679DCF907}"/>
    <dgm:cxn modelId="{75A4D06A-2F98-45C1-A881-5240F9246929}" srcId="{9D03A32B-3EDE-4E4E-88D4-D1EDB7796D57}" destId="{3086619C-BECA-4AC1-9E45-F642323EFD98}" srcOrd="3" destOrd="0" parTransId="{B52FB803-5104-4D01-BA46-6FCC8C928CC5}" sibTransId="{7F19C4AA-F42B-403C-8BD7-2F2466D62BDC}"/>
    <dgm:cxn modelId="{1853704F-EFA1-415D-9386-901362000D23}" srcId="{B8E4E994-14DA-4E04-9F98-5EF1407F5C9E}" destId="{8D80B6FE-79A2-4EAC-BDEC-4776CD40647E}" srcOrd="0" destOrd="0" parTransId="{9715052E-DF4D-4F2A-BB31-98922DA45B23}" sibTransId="{90FC8913-F65C-4A5F-870C-AC0EF6258D99}"/>
    <dgm:cxn modelId="{1D1AB070-72EC-4C7E-93AF-2E3FA415551E}" srcId="{B8E4E994-14DA-4E04-9F98-5EF1407F5C9E}" destId="{7E3D887C-86FA-4CB0-81BC-37AE55F1E898}" srcOrd="1" destOrd="0" parTransId="{558723AD-9A51-4F35-A20B-3F417EA8E905}" sibTransId="{4A7631B9-654C-44A7-91BF-2381D624CE4F}"/>
    <dgm:cxn modelId="{D2406D7B-BBAF-430C-947D-946E25B68B14}" type="presOf" srcId="{3086619C-BECA-4AC1-9E45-F642323EFD98}" destId="{9982537E-DE27-4DD3-AB8D-A0C0055F996D}" srcOrd="0" destOrd="3" presId="urn:microsoft.com/office/officeart/2005/8/layout/list1"/>
    <dgm:cxn modelId="{44A12284-B981-4E20-8348-0D6CC9B8356B}" type="presOf" srcId="{9D03A32B-3EDE-4E4E-88D4-D1EDB7796D57}" destId="{9D3D8DD7-8999-4D5B-90C4-20B5E2E7777A}" srcOrd="1" destOrd="0" presId="urn:microsoft.com/office/officeart/2005/8/layout/list1"/>
    <dgm:cxn modelId="{9745888E-EA83-4C60-8C8E-B5B53F200E67}" srcId="{9D03A32B-3EDE-4E4E-88D4-D1EDB7796D57}" destId="{F10450FA-48E5-42F4-AD3B-AB7105D3DA83}" srcOrd="2" destOrd="0" parTransId="{B3649E2A-A8EE-447D-80F2-39EB10A882A4}" sibTransId="{1286A73B-A49E-4997-B6F3-57F6E1DF3C1E}"/>
    <dgm:cxn modelId="{AFEF7B8F-51F2-4D70-9EAA-9B144BF2143D}" type="presOf" srcId="{E635C517-1EAF-45A8-8EC2-136489EBB61B}" destId="{4E772C9E-25DE-40D7-8E70-D8782A54DD22}" srcOrd="0" destOrd="0" presId="urn:microsoft.com/office/officeart/2005/8/layout/list1"/>
    <dgm:cxn modelId="{619D8A9E-2BEE-41FF-87F8-C94841DDC95A}" type="presOf" srcId="{022F2178-A3F6-4EAD-A42C-52F24D8381DF}" destId="{9982537E-DE27-4DD3-AB8D-A0C0055F996D}" srcOrd="0" destOrd="1" presId="urn:microsoft.com/office/officeart/2005/8/layout/list1"/>
    <dgm:cxn modelId="{6F5178A0-A9FC-4D14-8806-5CC66134EE55}" type="presOf" srcId="{F6E515F6-42DC-4096-99C4-098E8F51BCC3}" destId="{9982537E-DE27-4DD3-AB8D-A0C0055F996D}" srcOrd="0" destOrd="0" presId="urn:microsoft.com/office/officeart/2005/8/layout/list1"/>
    <dgm:cxn modelId="{1C859BA9-FF57-426B-8FE3-93B91A493E5F}" type="presOf" srcId="{8D80B6FE-79A2-4EAC-BDEC-4776CD40647E}" destId="{FD1816B6-6EA4-411F-A066-45DD2297C84F}" srcOrd="0" destOrd="0" presId="urn:microsoft.com/office/officeart/2005/8/layout/list1"/>
    <dgm:cxn modelId="{07CF52DC-C0B9-4EAE-8C21-5EFE1E30CB18}" srcId="{F8261976-89FC-40F6-9392-E507465BD2A7}" destId="{E635C517-1EAF-45A8-8EC2-136489EBB61B}" srcOrd="2" destOrd="0" parTransId="{C2A4B690-29A0-42B0-89C0-2192E743913E}" sibTransId="{E0D33D75-BCF1-4D4B-8676-C3E8E904EBB0}"/>
    <dgm:cxn modelId="{413470F0-9E8C-475B-9CCC-C93E284A7053}" type="presOf" srcId="{F8261976-89FC-40F6-9392-E507465BD2A7}" destId="{7BA7A55C-D259-409F-817B-BF98DF2923D4}" srcOrd="0" destOrd="0" presId="urn:microsoft.com/office/officeart/2005/8/layout/list1"/>
    <dgm:cxn modelId="{E18AA2FA-C515-48B8-AEAA-4148C5834E6B}" type="presOf" srcId="{9D03A32B-3EDE-4E4E-88D4-D1EDB7796D57}" destId="{269E9ADA-5D2F-4B67-8ADC-09D2682433B8}" srcOrd="0" destOrd="0" presId="urn:microsoft.com/office/officeart/2005/8/layout/list1"/>
    <dgm:cxn modelId="{5B3A1BD4-EEC3-409F-9A72-F0B484B44705}" type="presParOf" srcId="{7BA7A55C-D259-409F-817B-BF98DF2923D4}" destId="{8D919D8C-074D-4D14-8D7E-8F66B50D5ED0}" srcOrd="0" destOrd="0" presId="urn:microsoft.com/office/officeart/2005/8/layout/list1"/>
    <dgm:cxn modelId="{83B46565-7D35-4FA4-A06E-E900A07BD889}" type="presParOf" srcId="{8D919D8C-074D-4D14-8D7E-8F66B50D5ED0}" destId="{269E9ADA-5D2F-4B67-8ADC-09D2682433B8}" srcOrd="0" destOrd="0" presId="urn:microsoft.com/office/officeart/2005/8/layout/list1"/>
    <dgm:cxn modelId="{E8D36A26-66FC-4001-A200-99FE82B68C67}" type="presParOf" srcId="{8D919D8C-074D-4D14-8D7E-8F66B50D5ED0}" destId="{9D3D8DD7-8999-4D5B-90C4-20B5E2E7777A}" srcOrd="1" destOrd="0" presId="urn:microsoft.com/office/officeart/2005/8/layout/list1"/>
    <dgm:cxn modelId="{23E45E2A-5671-47A0-A126-21856BDE6FF0}" type="presParOf" srcId="{7BA7A55C-D259-409F-817B-BF98DF2923D4}" destId="{0FF98BBD-8975-4C5B-A797-65528133510B}" srcOrd="1" destOrd="0" presId="urn:microsoft.com/office/officeart/2005/8/layout/list1"/>
    <dgm:cxn modelId="{4B5F8EAE-48EA-4DED-879E-16A6FE8F96D5}" type="presParOf" srcId="{7BA7A55C-D259-409F-817B-BF98DF2923D4}" destId="{9982537E-DE27-4DD3-AB8D-A0C0055F996D}" srcOrd="2" destOrd="0" presId="urn:microsoft.com/office/officeart/2005/8/layout/list1"/>
    <dgm:cxn modelId="{12B9B8EF-B93C-4ABD-8BAB-E6C6BBE6799F}" type="presParOf" srcId="{7BA7A55C-D259-409F-817B-BF98DF2923D4}" destId="{A944A90C-B757-4881-B7CB-0A4D63E0D4EF}" srcOrd="3" destOrd="0" presId="urn:microsoft.com/office/officeart/2005/8/layout/list1"/>
    <dgm:cxn modelId="{CED4B0E5-3C21-4D2E-9C8B-FD29F672015D}" type="presParOf" srcId="{7BA7A55C-D259-409F-817B-BF98DF2923D4}" destId="{140D6556-8114-4AB5-9483-DE26042CD1BD}" srcOrd="4" destOrd="0" presId="urn:microsoft.com/office/officeart/2005/8/layout/list1"/>
    <dgm:cxn modelId="{C1CA60AE-37D7-4055-B039-D7E2BD545114}" type="presParOf" srcId="{140D6556-8114-4AB5-9483-DE26042CD1BD}" destId="{61BA7AAB-344B-45C4-9208-ABB9B0C92A87}" srcOrd="0" destOrd="0" presId="urn:microsoft.com/office/officeart/2005/8/layout/list1"/>
    <dgm:cxn modelId="{CFEE25A4-ACC5-4147-BE0C-3F873E3FA2AE}" type="presParOf" srcId="{140D6556-8114-4AB5-9483-DE26042CD1BD}" destId="{044B4727-A22D-4C99-9597-FCC90112F2E7}" srcOrd="1" destOrd="0" presId="urn:microsoft.com/office/officeart/2005/8/layout/list1"/>
    <dgm:cxn modelId="{2543C8BE-2C14-4893-8F7E-3C185B8A2B40}" type="presParOf" srcId="{7BA7A55C-D259-409F-817B-BF98DF2923D4}" destId="{EFF1B65D-27FD-4270-83D3-75B3BACB607F}" srcOrd="5" destOrd="0" presId="urn:microsoft.com/office/officeart/2005/8/layout/list1"/>
    <dgm:cxn modelId="{ADF0CB05-B37C-45C3-AC42-A85EC40C1A12}" type="presParOf" srcId="{7BA7A55C-D259-409F-817B-BF98DF2923D4}" destId="{FD1816B6-6EA4-411F-A066-45DD2297C84F}" srcOrd="6" destOrd="0" presId="urn:microsoft.com/office/officeart/2005/8/layout/list1"/>
    <dgm:cxn modelId="{74DD8E6D-8BF5-41EC-A50C-AEE4515F1DA8}" type="presParOf" srcId="{7BA7A55C-D259-409F-817B-BF98DF2923D4}" destId="{883DCBE9-0646-4F15-8636-BD26D8A80DE0}" srcOrd="7" destOrd="0" presId="urn:microsoft.com/office/officeart/2005/8/layout/list1"/>
    <dgm:cxn modelId="{F0B297E4-C4BF-4D8F-8B7B-599B1FF2E006}" type="presParOf" srcId="{7BA7A55C-D259-409F-817B-BF98DF2923D4}" destId="{C8E92999-48D9-4BBF-A5F3-48876EAF3771}" srcOrd="8" destOrd="0" presId="urn:microsoft.com/office/officeart/2005/8/layout/list1"/>
    <dgm:cxn modelId="{3CA288F5-E434-4E8F-B65F-ACE93EAF9C2C}" type="presParOf" srcId="{C8E92999-48D9-4BBF-A5F3-48876EAF3771}" destId="{4E772C9E-25DE-40D7-8E70-D8782A54DD22}" srcOrd="0" destOrd="0" presId="urn:microsoft.com/office/officeart/2005/8/layout/list1"/>
    <dgm:cxn modelId="{F2F13380-699D-425A-9D06-507BB0064EA6}" type="presParOf" srcId="{C8E92999-48D9-4BBF-A5F3-48876EAF3771}" destId="{E07AE388-3CC4-4AB8-A719-0B076DBAA3DE}" srcOrd="1" destOrd="0" presId="urn:microsoft.com/office/officeart/2005/8/layout/list1"/>
    <dgm:cxn modelId="{F78BE033-605E-4F6F-8617-9558311CD7B0}" type="presParOf" srcId="{7BA7A55C-D259-409F-817B-BF98DF2923D4}" destId="{6215278F-8F23-4BFD-BA6B-D2E3E5786124}" srcOrd="9" destOrd="0" presId="urn:microsoft.com/office/officeart/2005/8/layout/list1"/>
    <dgm:cxn modelId="{34373BE7-8BCD-4A90-8DC5-725D38925D4B}" type="presParOf" srcId="{7BA7A55C-D259-409F-817B-BF98DF2923D4}" destId="{96F1AE64-6A8B-4927-9D0F-A20E593F863B}"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FFC93AAF-1F9D-4D70-9E08-A33851631D1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1959C71-D8A2-49F5-8063-9E2CB68C7E78}">
      <dgm:prSet/>
      <dgm:spPr/>
      <dgm:t>
        <a:bodyPr/>
        <a:lstStyle/>
        <a:p>
          <a:r>
            <a:rPr lang="en-US"/>
            <a:t>Think of tokens as the model's vocabulary</a:t>
          </a:r>
        </a:p>
      </dgm:t>
    </dgm:pt>
    <dgm:pt modelId="{90A669EE-3B6E-4C43-B6E2-657823506DD5}" type="parTrans" cxnId="{4D00996B-34B8-4DA9-8CDE-609A9C265D15}">
      <dgm:prSet/>
      <dgm:spPr/>
      <dgm:t>
        <a:bodyPr/>
        <a:lstStyle/>
        <a:p>
          <a:endParaRPr lang="en-US"/>
        </a:p>
      </dgm:t>
    </dgm:pt>
    <dgm:pt modelId="{28ACABCC-B191-4F86-A534-6076D029A2C3}" type="sibTrans" cxnId="{4D00996B-34B8-4DA9-8CDE-609A9C265D15}">
      <dgm:prSet/>
      <dgm:spPr/>
      <dgm:t>
        <a:bodyPr/>
        <a:lstStyle/>
        <a:p>
          <a:endParaRPr lang="en-US"/>
        </a:p>
      </dgm:t>
    </dgm:pt>
    <dgm:pt modelId="{E5A301DC-D948-4471-8326-D2A7350951F3}">
      <dgm:prSet/>
      <dgm:spPr/>
      <dgm:t>
        <a:bodyPr/>
        <a:lstStyle/>
        <a:p>
          <a:r>
            <a:rPr lang="en-US"/>
            <a:t>We pay for what we use</a:t>
          </a:r>
        </a:p>
      </dgm:t>
    </dgm:pt>
    <dgm:pt modelId="{4072D6D9-E720-4E81-BE8E-3A1E1E06E2E5}" type="parTrans" cxnId="{E5393AF1-0FEC-4C76-B803-76F62E338B1D}">
      <dgm:prSet/>
      <dgm:spPr/>
      <dgm:t>
        <a:bodyPr/>
        <a:lstStyle/>
        <a:p>
          <a:endParaRPr lang="en-US"/>
        </a:p>
      </dgm:t>
    </dgm:pt>
    <dgm:pt modelId="{1446D702-A079-42EF-BE2B-D0888873249B}" type="sibTrans" cxnId="{E5393AF1-0FEC-4C76-B803-76F62E338B1D}">
      <dgm:prSet/>
      <dgm:spPr/>
      <dgm:t>
        <a:bodyPr/>
        <a:lstStyle/>
        <a:p>
          <a:endParaRPr lang="en-US"/>
        </a:p>
      </dgm:t>
    </dgm:pt>
    <dgm:pt modelId="{DDF9B0F0-221B-454F-A8A0-1A53C37DE668}">
      <dgm:prSet/>
      <dgm:spPr/>
      <dgm:t>
        <a:bodyPr/>
        <a:lstStyle/>
        <a:p>
          <a:r>
            <a:rPr lang="en-US"/>
            <a:t>Understanding tokens is key to managing </a:t>
          </a:r>
          <a:r>
            <a:rPr lang="en-US" b="1"/>
            <a:t>cost</a:t>
          </a:r>
          <a:r>
            <a:rPr lang="en-US"/>
            <a:t> and </a:t>
          </a:r>
          <a:r>
            <a:rPr lang="en-US" b="1"/>
            <a:t>latency</a:t>
          </a:r>
          <a:endParaRPr lang="en-US"/>
        </a:p>
      </dgm:t>
    </dgm:pt>
    <dgm:pt modelId="{CDEBC078-44E7-40FC-8409-FB20C344DE95}" type="parTrans" cxnId="{8420A66E-A845-4DC3-9323-F95A3275B0D1}">
      <dgm:prSet/>
      <dgm:spPr/>
      <dgm:t>
        <a:bodyPr/>
        <a:lstStyle/>
        <a:p>
          <a:endParaRPr lang="en-US"/>
        </a:p>
      </dgm:t>
    </dgm:pt>
    <dgm:pt modelId="{1011998D-17EA-43D0-B9A4-C71C9E187847}" type="sibTrans" cxnId="{8420A66E-A845-4DC3-9323-F95A3275B0D1}">
      <dgm:prSet/>
      <dgm:spPr/>
      <dgm:t>
        <a:bodyPr/>
        <a:lstStyle/>
        <a:p>
          <a:endParaRPr lang="en-US"/>
        </a:p>
      </dgm:t>
    </dgm:pt>
    <dgm:pt modelId="{3FF80A4F-BE67-4B40-91DA-82BFC60A3A41}">
      <dgm:prSet/>
      <dgm:spPr/>
      <dgm:t>
        <a:bodyPr/>
        <a:lstStyle/>
        <a:p>
          <a:r>
            <a:rPr lang="en-US"/>
            <a:t>The context window is like a desk</a:t>
          </a:r>
        </a:p>
      </dgm:t>
    </dgm:pt>
    <dgm:pt modelId="{6B6DEFBE-1461-435C-9779-E1A651295E5E}" type="parTrans" cxnId="{B42BBDBC-2A7C-4E37-B65C-D6633DBA2E1B}">
      <dgm:prSet/>
      <dgm:spPr/>
      <dgm:t>
        <a:bodyPr/>
        <a:lstStyle/>
        <a:p>
          <a:endParaRPr lang="en-US"/>
        </a:p>
      </dgm:t>
    </dgm:pt>
    <dgm:pt modelId="{729DBC8D-086A-43E3-B142-BDA2DF608E46}" type="sibTrans" cxnId="{B42BBDBC-2A7C-4E37-B65C-D6633DBA2E1B}">
      <dgm:prSet/>
      <dgm:spPr/>
      <dgm:t>
        <a:bodyPr/>
        <a:lstStyle/>
        <a:p>
          <a:endParaRPr lang="en-US"/>
        </a:p>
      </dgm:t>
    </dgm:pt>
    <dgm:pt modelId="{7734E7EA-C165-41D0-8DFB-D214BCEB08D9}">
      <dgm:prSet/>
      <dgm:spPr/>
      <dgm:t>
        <a:bodyPr/>
        <a:lstStyle/>
        <a:p>
          <a:r>
            <a:rPr lang="en-US"/>
            <a:t>Once it's full, you have to move old papers off to make room for new ones</a:t>
          </a:r>
        </a:p>
      </dgm:t>
    </dgm:pt>
    <dgm:pt modelId="{DDBD2B38-315B-455F-947C-9905FEE05574}" type="parTrans" cxnId="{22D9D3F7-21E4-425C-9AA5-8AE8659BF172}">
      <dgm:prSet/>
      <dgm:spPr/>
      <dgm:t>
        <a:bodyPr/>
        <a:lstStyle/>
        <a:p>
          <a:endParaRPr lang="en-US"/>
        </a:p>
      </dgm:t>
    </dgm:pt>
    <dgm:pt modelId="{5F719275-D954-4A95-A5F9-B990A38A71A9}" type="sibTrans" cxnId="{22D9D3F7-21E4-425C-9AA5-8AE8659BF172}">
      <dgm:prSet/>
      <dgm:spPr/>
      <dgm:t>
        <a:bodyPr/>
        <a:lstStyle/>
        <a:p>
          <a:endParaRPr lang="en-US"/>
        </a:p>
      </dgm:t>
    </dgm:pt>
    <dgm:pt modelId="{695E44A6-236F-4D73-B1C7-DAED1AB1A938}" type="pres">
      <dgm:prSet presAssocID="{FFC93AAF-1F9D-4D70-9E08-A33851631D19}" presName="root" presStyleCnt="0">
        <dgm:presLayoutVars>
          <dgm:dir/>
          <dgm:resizeHandles val="exact"/>
        </dgm:presLayoutVars>
      </dgm:prSet>
      <dgm:spPr/>
    </dgm:pt>
    <dgm:pt modelId="{3C033A4E-9EB5-4E4C-A11A-077038FEAADF}" type="pres">
      <dgm:prSet presAssocID="{A1959C71-D8A2-49F5-8063-9E2CB68C7E78}" presName="compNode" presStyleCnt="0"/>
      <dgm:spPr/>
    </dgm:pt>
    <dgm:pt modelId="{773B6913-5A78-4A47-9E7C-93D1237CC3A3}" type="pres">
      <dgm:prSet presAssocID="{A1959C71-D8A2-49F5-8063-9E2CB68C7E78}" presName="bgRect" presStyleLbl="bgShp" presStyleIdx="0" presStyleCnt="5"/>
      <dgm:spPr/>
    </dgm:pt>
    <dgm:pt modelId="{3B864175-AADE-4DA9-889D-B8E380961047}" type="pres">
      <dgm:prSet presAssocID="{A1959C71-D8A2-49F5-8063-9E2CB68C7E78}"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9AB52061-E0DD-4676-9356-187ED7207D34}" type="pres">
      <dgm:prSet presAssocID="{A1959C71-D8A2-49F5-8063-9E2CB68C7E78}" presName="spaceRect" presStyleCnt="0"/>
      <dgm:spPr/>
    </dgm:pt>
    <dgm:pt modelId="{43EF301C-5D9C-4795-9D40-F47A2933B9A9}" type="pres">
      <dgm:prSet presAssocID="{A1959C71-D8A2-49F5-8063-9E2CB68C7E78}" presName="parTx" presStyleLbl="revTx" presStyleIdx="0" presStyleCnt="5">
        <dgm:presLayoutVars>
          <dgm:chMax val="0"/>
          <dgm:chPref val="0"/>
        </dgm:presLayoutVars>
      </dgm:prSet>
      <dgm:spPr/>
    </dgm:pt>
    <dgm:pt modelId="{7D66E74B-C30F-468A-B7CA-4D3C0EA20049}" type="pres">
      <dgm:prSet presAssocID="{28ACABCC-B191-4F86-A534-6076D029A2C3}" presName="sibTrans" presStyleCnt="0"/>
      <dgm:spPr/>
    </dgm:pt>
    <dgm:pt modelId="{85FC4A40-93E2-4676-957E-1992C7909EF7}" type="pres">
      <dgm:prSet presAssocID="{E5A301DC-D948-4471-8326-D2A7350951F3}" presName="compNode" presStyleCnt="0"/>
      <dgm:spPr/>
    </dgm:pt>
    <dgm:pt modelId="{E83DDCA3-5D7F-4855-9866-09827CEC1930}" type="pres">
      <dgm:prSet presAssocID="{E5A301DC-D948-4471-8326-D2A7350951F3}" presName="bgRect" presStyleLbl="bgShp" presStyleIdx="1" presStyleCnt="5"/>
      <dgm:spPr/>
    </dgm:pt>
    <dgm:pt modelId="{B4F638B3-6EAA-45B1-8792-2C933AD64011}" type="pres">
      <dgm:prSet presAssocID="{E5A301DC-D948-4471-8326-D2A7350951F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ey"/>
        </a:ext>
      </dgm:extLst>
    </dgm:pt>
    <dgm:pt modelId="{2960FE7F-9ADC-48A5-9072-58D3A7401F70}" type="pres">
      <dgm:prSet presAssocID="{E5A301DC-D948-4471-8326-D2A7350951F3}" presName="spaceRect" presStyleCnt="0"/>
      <dgm:spPr/>
    </dgm:pt>
    <dgm:pt modelId="{19072C91-52DC-49E3-8E86-C17D921B18C6}" type="pres">
      <dgm:prSet presAssocID="{E5A301DC-D948-4471-8326-D2A7350951F3}" presName="parTx" presStyleLbl="revTx" presStyleIdx="1" presStyleCnt="5">
        <dgm:presLayoutVars>
          <dgm:chMax val="0"/>
          <dgm:chPref val="0"/>
        </dgm:presLayoutVars>
      </dgm:prSet>
      <dgm:spPr/>
    </dgm:pt>
    <dgm:pt modelId="{66A74B8C-04A5-497B-AF3F-B6563E7433D2}" type="pres">
      <dgm:prSet presAssocID="{1446D702-A079-42EF-BE2B-D0888873249B}" presName="sibTrans" presStyleCnt="0"/>
      <dgm:spPr/>
    </dgm:pt>
    <dgm:pt modelId="{2FFD8821-11F8-41E6-ACB9-9EE68A23182D}" type="pres">
      <dgm:prSet presAssocID="{DDF9B0F0-221B-454F-A8A0-1A53C37DE668}" presName="compNode" presStyleCnt="0"/>
      <dgm:spPr/>
    </dgm:pt>
    <dgm:pt modelId="{A8876911-CC04-471E-8A50-F009811FC69B}" type="pres">
      <dgm:prSet presAssocID="{DDF9B0F0-221B-454F-A8A0-1A53C37DE668}" presName="bgRect" presStyleLbl="bgShp" presStyleIdx="2" presStyleCnt="5"/>
      <dgm:spPr/>
    </dgm:pt>
    <dgm:pt modelId="{D7913A9F-5F72-4081-95F9-9F3EFFCE9B9F}" type="pres">
      <dgm:prSet presAssocID="{DDF9B0F0-221B-454F-A8A0-1A53C37DE668}"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ins"/>
        </a:ext>
      </dgm:extLst>
    </dgm:pt>
    <dgm:pt modelId="{46C74968-70DF-44CB-A641-2266BC58C2DB}" type="pres">
      <dgm:prSet presAssocID="{DDF9B0F0-221B-454F-A8A0-1A53C37DE668}" presName="spaceRect" presStyleCnt="0"/>
      <dgm:spPr/>
    </dgm:pt>
    <dgm:pt modelId="{31F9E9F3-A842-4D8C-9B04-DBC06DEE8F82}" type="pres">
      <dgm:prSet presAssocID="{DDF9B0F0-221B-454F-A8A0-1A53C37DE668}" presName="parTx" presStyleLbl="revTx" presStyleIdx="2" presStyleCnt="5">
        <dgm:presLayoutVars>
          <dgm:chMax val="0"/>
          <dgm:chPref val="0"/>
        </dgm:presLayoutVars>
      </dgm:prSet>
      <dgm:spPr/>
    </dgm:pt>
    <dgm:pt modelId="{97A0B328-4399-4596-B374-78E7E7419F7A}" type="pres">
      <dgm:prSet presAssocID="{1011998D-17EA-43D0-B9A4-C71C9E187847}" presName="sibTrans" presStyleCnt="0"/>
      <dgm:spPr/>
    </dgm:pt>
    <dgm:pt modelId="{ECFE4430-AFD7-44B6-AC84-BEA2C6EDE463}" type="pres">
      <dgm:prSet presAssocID="{3FF80A4F-BE67-4B40-91DA-82BFC60A3A41}" presName="compNode" presStyleCnt="0"/>
      <dgm:spPr/>
    </dgm:pt>
    <dgm:pt modelId="{EB1596A7-5CC1-4EE3-82AF-C52DBBBD0EFA}" type="pres">
      <dgm:prSet presAssocID="{3FF80A4F-BE67-4B40-91DA-82BFC60A3A41}" presName="bgRect" presStyleLbl="bgShp" presStyleIdx="3" presStyleCnt="5"/>
      <dgm:spPr/>
    </dgm:pt>
    <dgm:pt modelId="{5C1F8DBE-F6F2-43F0-BF55-EE2604DB383A}" type="pres">
      <dgm:prSet presAssocID="{3FF80A4F-BE67-4B40-91DA-82BFC60A3A41}"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onitor"/>
        </a:ext>
      </dgm:extLst>
    </dgm:pt>
    <dgm:pt modelId="{5227C7F4-CB07-4C5B-859B-F8AF4D8FA872}" type="pres">
      <dgm:prSet presAssocID="{3FF80A4F-BE67-4B40-91DA-82BFC60A3A41}" presName="spaceRect" presStyleCnt="0"/>
      <dgm:spPr/>
    </dgm:pt>
    <dgm:pt modelId="{E239DF11-66F5-4A19-8A72-21B1A69D8286}" type="pres">
      <dgm:prSet presAssocID="{3FF80A4F-BE67-4B40-91DA-82BFC60A3A41}" presName="parTx" presStyleLbl="revTx" presStyleIdx="3" presStyleCnt="5">
        <dgm:presLayoutVars>
          <dgm:chMax val="0"/>
          <dgm:chPref val="0"/>
        </dgm:presLayoutVars>
      </dgm:prSet>
      <dgm:spPr/>
    </dgm:pt>
    <dgm:pt modelId="{5393D035-DF89-46B4-9C7B-A18D70D0BC5E}" type="pres">
      <dgm:prSet presAssocID="{729DBC8D-086A-43E3-B142-BDA2DF608E46}" presName="sibTrans" presStyleCnt="0"/>
      <dgm:spPr/>
    </dgm:pt>
    <dgm:pt modelId="{38260065-FE80-4140-9628-778010359B99}" type="pres">
      <dgm:prSet presAssocID="{7734E7EA-C165-41D0-8DFB-D214BCEB08D9}" presName="compNode" presStyleCnt="0"/>
      <dgm:spPr/>
    </dgm:pt>
    <dgm:pt modelId="{FF86AF23-C44A-4BAF-B633-55E433CA1CFC}" type="pres">
      <dgm:prSet presAssocID="{7734E7EA-C165-41D0-8DFB-D214BCEB08D9}" presName="bgRect" presStyleLbl="bgShp" presStyleIdx="4" presStyleCnt="5"/>
      <dgm:spPr/>
    </dgm:pt>
    <dgm:pt modelId="{A6D01B1C-A3F5-42E4-89C5-06F4D6F211A1}" type="pres">
      <dgm:prSet presAssocID="{7734E7EA-C165-41D0-8DFB-D214BCEB08D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Paper"/>
        </a:ext>
      </dgm:extLst>
    </dgm:pt>
    <dgm:pt modelId="{7CB7976E-6D64-4109-B3D8-2A61AB74863C}" type="pres">
      <dgm:prSet presAssocID="{7734E7EA-C165-41D0-8DFB-D214BCEB08D9}" presName="spaceRect" presStyleCnt="0"/>
      <dgm:spPr/>
    </dgm:pt>
    <dgm:pt modelId="{83F3DD27-F5B2-4E42-B7D1-6EAFC91F2497}" type="pres">
      <dgm:prSet presAssocID="{7734E7EA-C165-41D0-8DFB-D214BCEB08D9}" presName="parTx" presStyleLbl="revTx" presStyleIdx="4" presStyleCnt="5">
        <dgm:presLayoutVars>
          <dgm:chMax val="0"/>
          <dgm:chPref val="0"/>
        </dgm:presLayoutVars>
      </dgm:prSet>
      <dgm:spPr/>
    </dgm:pt>
  </dgm:ptLst>
  <dgm:cxnLst>
    <dgm:cxn modelId="{925BE23C-B82E-46DA-8C39-3021E13A045E}" type="presOf" srcId="{7734E7EA-C165-41D0-8DFB-D214BCEB08D9}" destId="{83F3DD27-F5B2-4E42-B7D1-6EAFC91F2497}" srcOrd="0" destOrd="0" presId="urn:microsoft.com/office/officeart/2018/2/layout/IconVerticalSolidList"/>
    <dgm:cxn modelId="{F533603E-EC38-418D-9F23-CBCDCB174321}" type="presOf" srcId="{DDF9B0F0-221B-454F-A8A0-1A53C37DE668}" destId="{31F9E9F3-A842-4D8C-9B04-DBC06DEE8F82}" srcOrd="0" destOrd="0" presId="urn:microsoft.com/office/officeart/2018/2/layout/IconVerticalSolidList"/>
    <dgm:cxn modelId="{4D00996B-34B8-4DA9-8CDE-609A9C265D15}" srcId="{FFC93AAF-1F9D-4D70-9E08-A33851631D19}" destId="{A1959C71-D8A2-49F5-8063-9E2CB68C7E78}" srcOrd="0" destOrd="0" parTransId="{90A669EE-3B6E-4C43-B6E2-657823506DD5}" sibTransId="{28ACABCC-B191-4F86-A534-6076D029A2C3}"/>
    <dgm:cxn modelId="{D1B92A6C-6F19-4712-85F3-7035212C1FB7}" type="presOf" srcId="{E5A301DC-D948-4471-8326-D2A7350951F3}" destId="{19072C91-52DC-49E3-8E86-C17D921B18C6}" srcOrd="0" destOrd="0" presId="urn:microsoft.com/office/officeart/2018/2/layout/IconVerticalSolidList"/>
    <dgm:cxn modelId="{978B906D-208C-4D2B-BDF5-895EC638A551}" type="presOf" srcId="{3FF80A4F-BE67-4B40-91DA-82BFC60A3A41}" destId="{E239DF11-66F5-4A19-8A72-21B1A69D8286}" srcOrd="0" destOrd="0" presId="urn:microsoft.com/office/officeart/2018/2/layout/IconVerticalSolidList"/>
    <dgm:cxn modelId="{8420A66E-A845-4DC3-9323-F95A3275B0D1}" srcId="{FFC93AAF-1F9D-4D70-9E08-A33851631D19}" destId="{DDF9B0F0-221B-454F-A8A0-1A53C37DE668}" srcOrd="2" destOrd="0" parTransId="{CDEBC078-44E7-40FC-8409-FB20C344DE95}" sibTransId="{1011998D-17EA-43D0-B9A4-C71C9E187847}"/>
    <dgm:cxn modelId="{F9A77056-0B59-41F0-B2EC-82B4CBD1B1C3}" type="presOf" srcId="{A1959C71-D8A2-49F5-8063-9E2CB68C7E78}" destId="{43EF301C-5D9C-4795-9D40-F47A2933B9A9}" srcOrd="0" destOrd="0" presId="urn:microsoft.com/office/officeart/2018/2/layout/IconVerticalSolidList"/>
    <dgm:cxn modelId="{B42BBDBC-2A7C-4E37-B65C-D6633DBA2E1B}" srcId="{FFC93AAF-1F9D-4D70-9E08-A33851631D19}" destId="{3FF80A4F-BE67-4B40-91DA-82BFC60A3A41}" srcOrd="3" destOrd="0" parTransId="{6B6DEFBE-1461-435C-9779-E1A651295E5E}" sibTransId="{729DBC8D-086A-43E3-B142-BDA2DF608E46}"/>
    <dgm:cxn modelId="{E5393AF1-0FEC-4C76-B803-76F62E338B1D}" srcId="{FFC93AAF-1F9D-4D70-9E08-A33851631D19}" destId="{E5A301DC-D948-4471-8326-D2A7350951F3}" srcOrd="1" destOrd="0" parTransId="{4072D6D9-E720-4E81-BE8E-3A1E1E06E2E5}" sibTransId="{1446D702-A079-42EF-BE2B-D0888873249B}"/>
    <dgm:cxn modelId="{22D9D3F7-21E4-425C-9AA5-8AE8659BF172}" srcId="{FFC93AAF-1F9D-4D70-9E08-A33851631D19}" destId="{7734E7EA-C165-41D0-8DFB-D214BCEB08D9}" srcOrd="4" destOrd="0" parTransId="{DDBD2B38-315B-455F-947C-9905FEE05574}" sibTransId="{5F719275-D954-4A95-A5F9-B990A38A71A9}"/>
    <dgm:cxn modelId="{6E2FC3F9-0FEC-47CF-8923-DBBC54D71901}" type="presOf" srcId="{FFC93AAF-1F9D-4D70-9E08-A33851631D19}" destId="{695E44A6-236F-4D73-B1C7-DAED1AB1A938}" srcOrd="0" destOrd="0" presId="urn:microsoft.com/office/officeart/2018/2/layout/IconVerticalSolidList"/>
    <dgm:cxn modelId="{18C0CB4D-09CD-4AD1-B0EF-2E4796B61523}" type="presParOf" srcId="{695E44A6-236F-4D73-B1C7-DAED1AB1A938}" destId="{3C033A4E-9EB5-4E4C-A11A-077038FEAADF}" srcOrd="0" destOrd="0" presId="urn:microsoft.com/office/officeart/2018/2/layout/IconVerticalSolidList"/>
    <dgm:cxn modelId="{093B4A25-34F4-492D-9972-E35C5BBE8F8F}" type="presParOf" srcId="{3C033A4E-9EB5-4E4C-A11A-077038FEAADF}" destId="{773B6913-5A78-4A47-9E7C-93D1237CC3A3}" srcOrd="0" destOrd="0" presId="urn:microsoft.com/office/officeart/2018/2/layout/IconVerticalSolidList"/>
    <dgm:cxn modelId="{D8C23B65-449B-411D-85C9-D4C42BCF2AA0}" type="presParOf" srcId="{3C033A4E-9EB5-4E4C-A11A-077038FEAADF}" destId="{3B864175-AADE-4DA9-889D-B8E380961047}" srcOrd="1" destOrd="0" presId="urn:microsoft.com/office/officeart/2018/2/layout/IconVerticalSolidList"/>
    <dgm:cxn modelId="{AAC36892-7A90-4D57-9888-C28C7D2EE74B}" type="presParOf" srcId="{3C033A4E-9EB5-4E4C-A11A-077038FEAADF}" destId="{9AB52061-E0DD-4676-9356-187ED7207D34}" srcOrd="2" destOrd="0" presId="urn:microsoft.com/office/officeart/2018/2/layout/IconVerticalSolidList"/>
    <dgm:cxn modelId="{B6DA2B52-2361-4F6F-B534-C39EC40079B8}" type="presParOf" srcId="{3C033A4E-9EB5-4E4C-A11A-077038FEAADF}" destId="{43EF301C-5D9C-4795-9D40-F47A2933B9A9}" srcOrd="3" destOrd="0" presId="urn:microsoft.com/office/officeart/2018/2/layout/IconVerticalSolidList"/>
    <dgm:cxn modelId="{1D4D2AA4-C994-4D85-B6EA-E0E869754768}" type="presParOf" srcId="{695E44A6-236F-4D73-B1C7-DAED1AB1A938}" destId="{7D66E74B-C30F-468A-B7CA-4D3C0EA20049}" srcOrd="1" destOrd="0" presId="urn:microsoft.com/office/officeart/2018/2/layout/IconVerticalSolidList"/>
    <dgm:cxn modelId="{E588C048-697C-4FE1-B070-291629AEFF63}" type="presParOf" srcId="{695E44A6-236F-4D73-B1C7-DAED1AB1A938}" destId="{85FC4A40-93E2-4676-957E-1992C7909EF7}" srcOrd="2" destOrd="0" presId="urn:microsoft.com/office/officeart/2018/2/layout/IconVerticalSolidList"/>
    <dgm:cxn modelId="{460DA7B6-EB05-461E-8F65-466DBEF7B35C}" type="presParOf" srcId="{85FC4A40-93E2-4676-957E-1992C7909EF7}" destId="{E83DDCA3-5D7F-4855-9866-09827CEC1930}" srcOrd="0" destOrd="0" presId="urn:microsoft.com/office/officeart/2018/2/layout/IconVerticalSolidList"/>
    <dgm:cxn modelId="{E563427B-B851-49CF-B88F-9BF538B7D2B5}" type="presParOf" srcId="{85FC4A40-93E2-4676-957E-1992C7909EF7}" destId="{B4F638B3-6EAA-45B1-8792-2C933AD64011}" srcOrd="1" destOrd="0" presId="urn:microsoft.com/office/officeart/2018/2/layout/IconVerticalSolidList"/>
    <dgm:cxn modelId="{503BFED1-BB28-446D-A65C-B5DD77320C86}" type="presParOf" srcId="{85FC4A40-93E2-4676-957E-1992C7909EF7}" destId="{2960FE7F-9ADC-48A5-9072-58D3A7401F70}" srcOrd="2" destOrd="0" presId="urn:microsoft.com/office/officeart/2018/2/layout/IconVerticalSolidList"/>
    <dgm:cxn modelId="{54883CFA-FD7F-4A32-A4DD-EE24070031F7}" type="presParOf" srcId="{85FC4A40-93E2-4676-957E-1992C7909EF7}" destId="{19072C91-52DC-49E3-8E86-C17D921B18C6}" srcOrd="3" destOrd="0" presId="urn:microsoft.com/office/officeart/2018/2/layout/IconVerticalSolidList"/>
    <dgm:cxn modelId="{A506A0CD-072B-4659-B32F-0CF85BCCDA39}" type="presParOf" srcId="{695E44A6-236F-4D73-B1C7-DAED1AB1A938}" destId="{66A74B8C-04A5-497B-AF3F-B6563E7433D2}" srcOrd="3" destOrd="0" presId="urn:microsoft.com/office/officeart/2018/2/layout/IconVerticalSolidList"/>
    <dgm:cxn modelId="{2760AC07-FCB3-4400-8F1D-97C75A960FC3}" type="presParOf" srcId="{695E44A6-236F-4D73-B1C7-DAED1AB1A938}" destId="{2FFD8821-11F8-41E6-ACB9-9EE68A23182D}" srcOrd="4" destOrd="0" presId="urn:microsoft.com/office/officeart/2018/2/layout/IconVerticalSolidList"/>
    <dgm:cxn modelId="{688278FD-9EDE-46C8-875E-9A898A0E38ED}" type="presParOf" srcId="{2FFD8821-11F8-41E6-ACB9-9EE68A23182D}" destId="{A8876911-CC04-471E-8A50-F009811FC69B}" srcOrd="0" destOrd="0" presId="urn:microsoft.com/office/officeart/2018/2/layout/IconVerticalSolidList"/>
    <dgm:cxn modelId="{C40AAFCC-FDA3-4299-B412-19AA70EDCE69}" type="presParOf" srcId="{2FFD8821-11F8-41E6-ACB9-9EE68A23182D}" destId="{D7913A9F-5F72-4081-95F9-9F3EFFCE9B9F}" srcOrd="1" destOrd="0" presId="urn:microsoft.com/office/officeart/2018/2/layout/IconVerticalSolidList"/>
    <dgm:cxn modelId="{7CC96EFF-4395-4F39-958F-B7B9F0248901}" type="presParOf" srcId="{2FFD8821-11F8-41E6-ACB9-9EE68A23182D}" destId="{46C74968-70DF-44CB-A641-2266BC58C2DB}" srcOrd="2" destOrd="0" presId="urn:microsoft.com/office/officeart/2018/2/layout/IconVerticalSolidList"/>
    <dgm:cxn modelId="{5801379B-2DBE-4005-8916-D0611DA976A2}" type="presParOf" srcId="{2FFD8821-11F8-41E6-ACB9-9EE68A23182D}" destId="{31F9E9F3-A842-4D8C-9B04-DBC06DEE8F82}" srcOrd="3" destOrd="0" presId="urn:microsoft.com/office/officeart/2018/2/layout/IconVerticalSolidList"/>
    <dgm:cxn modelId="{F1944AC6-7B87-465A-9882-5C5939AFE91A}" type="presParOf" srcId="{695E44A6-236F-4D73-B1C7-DAED1AB1A938}" destId="{97A0B328-4399-4596-B374-78E7E7419F7A}" srcOrd="5" destOrd="0" presId="urn:microsoft.com/office/officeart/2018/2/layout/IconVerticalSolidList"/>
    <dgm:cxn modelId="{5C5E4B83-C77C-4F7D-94A2-977A1554CC97}" type="presParOf" srcId="{695E44A6-236F-4D73-B1C7-DAED1AB1A938}" destId="{ECFE4430-AFD7-44B6-AC84-BEA2C6EDE463}" srcOrd="6" destOrd="0" presId="urn:microsoft.com/office/officeart/2018/2/layout/IconVerticalSolidList"/>
    <dgm:cxn modelId="{69755326-F9FA-420A-BCE0-B757B696560B}" type="presParOf" srcId="{ECFE4430-AFD7-44B6-AC84-BEA2C6EDE463}" destId="{EB1596A7-5CC1-4EE3-82AF-C52DBBBD0EFA}" srcOrd="0" destOrd="0" presId="urn:microsoft.com/office/officeart/2018/2/layout/IconVerticalSolidList"/>
    <dgm:cxn modelId="{88B63EAC-D441-45DB-B1E6-81DC46DCFECD}" type="presParOf" srcId="{ECFE4430-AFD7-44B6-AC84-BEA2C6EDE463}" destId="{5C1F8DBE-F6F2-43F0-BF55-EE2604DB383A}" srcOrd="1" destOrd="0" presId="urn:microsoft.com/office/officeart/2018/2/layout/IconVerticalSolidList"/>
    <dgm:cxn modelId="{504D07C3-9923-4004-A3FD-4B732BA318D0}" type="presParOf" srcId="{ECFE4430-AFD7-44B6-AC84-BEA2C6EDE463}" destId="{5227C7F4-CB07-4C5B-859B-F8AF4D8FA872}" srcOrd="2" destOrd="0" presId="urn:microsoft.com/office/officeart/2018/2/layout/IconVerticalSolidList"/>
    <dgm:cxn modelId="{E0C537F4-2B9A-4505-871A-7B68A3E7B44E}" type="presParOf" srcId="{ECFE4430-AFD7-44B6-AC84-BEA2C6EDE463}" destId="{E239DF11-66F5-4A19-8A72-21B1A69D8286}" srcOrd="3" destOrd="0" presId="urn:microsoft.com/office/officeart/2018/2/layout/IconVerticalSolidList"/>
    <dgm:cxn modelId="{4140605F-4E24-4E34-A187-EEA40AB35AEC}" type="presParOf" srcId="{695E44A6-236F-4D73-B1C7-DAED1AB1A938}" destId="{5393D035-DF89-46B4-9C7B-A18D70D0BC5E}" srcOrd="7" destOrd="0" presId="urn:microsoft.com/office/officeart/2018/2/layout/IconVerticalSolidList"/>
    <dgm:cxn modelId="{D8B8C77C-3034-4371-B682-428E9D8406C2}" type="presParOf" srcId="{695E44A6-236F-4D73-B1C7-DAED1AB1A938}" destId="{38260065-FE80-4140-9628-778010359B99}" srcOrd="8" destOrd="0" presId="urn:microsoft.com/office/officeart/2018/2/layout/IconVerticalSolidList"/>
    <dgm:cxn modelId="{9FBD1EEF-001B-4A80-9519-9A002A523ACB}" type="presParOf" srcId="{38260065-FE80-4140-9628-778010359B99}" destId="{FF86AF23-C44A-4BAF-B633-55E433CA1CFC}" srcOrd="0" destOrd="0" presId="urn:microsoft.com/office/officeart/2018/2/layout/IconVerticalSolidList"/>
    <dgm:cxn modelId="{AC8202D3-69D6-4F95-BA97-8CE0271D3401}" type="presParOf" srcId="{38260065-FE80-4140-9628-778010359B99}" destId="{A6D01B1C-A3F5-42E4-89C5-06F4D6F211A1}" srcOrd="1" destOrd="0" presId="urn:microsoft.com/office/officeart/2018/2/layout/IconVerticalSolidList"/>
    <dgm:cxn modelId="{B756934B-68B5-480B-A79C-30FFD75FB703}" type="presParOf" srcId="{38260065-FE80-4140-9628-778010359B99}" destId="{7CB7976E-6D64-4109-B3D8-2A61AB74863C}" srcOrd="2" destOrd="0" presId="urn:microsoft.com/office/officeart/2018/2/layout/IconVerticalSolidList"/>
    <dgm:cxn modelId="{9B6FE903-EE9B-457F-A483-4D98E7000ADC}" type="presParOf" srcId="{38260065-FE80-4140-9628-778010359B99}" destId="{83F3DD27-F5B2-4E42-B7D1-6EAFC91F249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5941A8E0-5CB0-4A9D-A93F-C57C3C3EE683}"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64A0C536-90D2-42D9-93BB-AD4B51CACCB0}">
      <dgm:prSet/>
      <dgm:spPr/>
      <dgm:t>
        <a:bodyPr/>
        <a:lstStyle/>
        <a:p>
          <a:r>
            <a:rPr lang="en-US"/>
            <a:t>A parameter that controls the randomness of the model's output</a:t>
          </a:r>
        </a:p>
      </dgm:t>
    </dgm:pt>
    <dgm:pt modelId="{B1838394-D679-4FAB-BD90-B21881CA40F3}" type="parTrans" cxnId="{FA2EB137-E0B5-47B9-B047-C543D13294E1}">
      <dgm:prSet/>
      <dgm:spPr/>
      <dgm:t>
        <a:bodyPr/>
        <a:lstStyle/>
        <a:p>
          <a:endParaRPr lang="en-US"/>
        </a:p>
      </dgm:t>
    </dgm:pt>
    <dgm:pt modelId="{0135D4B7-4A1D-4565-BF39-51A1DEF144E3}" type="sibTrans" cxnId="{FA2EB137-E0B5-47B9-B047-C543D13294E1}">
      <dgm:prSet/>
      <dgm:spPr/>
      <dgm:t>
        <a:bodyPr/>
        <a:lstStyle/>
        <a:p>
          <a:endParaRPr lang="en-US"/>
        </a:p>
      </dgm:t>
    </dgm:pt>
    <dgm:pt modelId="{D4D31AC0-1407-43DE-B0FF-8487A5EFCF31}">
      <dgm:prSet/>
      <dgm:spPr/>
      <dgm:t>
        <a:bodyPr/>
        <a:lstStyle/>
        <a:p>
          <a:r>
            <a:rPr lang="en-US"/>
            <a:t>Low Temperature (0.0 - 0.3)</a:t>
          </a:r>
        </a:p>
      </dgm:t>
    </dgm:pt>
    <dgm:pt modelId="{3012C161-49F3-4161-8BEE-999DB3795478}" type="parTrans" cxnId="{DD767163-6C79-4D44-BFA1-5ADFC5BA8971}">
      <dgm:prSet/>
      <dgm:spPr/>
      <dgm:t>
        <a:bodyPr/>
        <a:lstStyle/>
        <a:p>
          <a:endParaRPr lang="en-US"/>
        </a:p>
      </dgm:t>
    </dgm:pt>
    <dgm:pt modelId="{49397456-F267-446C-A0F3-EFB6D28ADAFA}" type="sibTrans" cxnId="{DD767163-6C79-4D44-BFA1-5ADFC5BA8971}">
      <dgm:prSet/>
      <dgm:spPr/>
      <dgm:t>
        <a:bodyPr/>
        <a:lstStyle/>
        <a:p>
          <a:endParaRPr lang="en-US"/>
        </a:p>
      </dgm:t>
    </dgm:pt>
    <dgm:pt modelId="{016A097B-2193-49F3-A466-F882B38F6CB7}">
      <dgm:prSet/>
      <dgm:spPr/>
      <dgm:t>
        <a:bodyPr/>
        <a:lstStyle/>
        <a:p>
          <a:r>
            <a:rPr lang="en-US"/>
            <a:t>Deterministic and focused</a:t>
          </a:r>
        </a:p>
      </dgm:t>
    </dgm:pt>
    <dgm:pt modelId="{A3933429-717B-47F6-AAFF-20EE2B50DA91}" type="parTrans" cxnId="{83E3F326-FB75-4C87-9577-A34B7E7C7DFE}">
      <dgm:prSet/>
      <dgm:spPr/>
      <dgm:t>
        <a:bodyPr/>
        <a:lstStyle/>
        <a:p>
          <a:endParaRPr lang="en-US"/>
        </a:p>
      </dgm:t>
    </dgm:pt>
    <dgm:pt modelId="{F0574428-32AA-4C1E-8B0E-C2DB518D85E8}" type="sibTrans" cxnId="{83E3F326-FB75-4C87-9577-A34B7E7C7DFE}">
      <dgm:prSet/>
      <dgm:spPr/>
      <dgm:t>
        <a:bodyPr/>
        <a:lstStyle/>
        <a:p>
          <a:endParaRPr lang="en-US"/>
        </a:p>
      </dgm:t>
    </dgm:pt>
    <dgm:pt modelId="{39AE1D40-A28D-4427-AC84-20C319E8C868}">
      <dgm:prSet/>
      <dgm:spPr/>
      <dgm:t>
        <a:bodyPr/>
        <a:lstStyle/>
        <a:p>
          <a:r>
            <a:rPr lang="en-US"/>
            <a:t>Coding, factual retrieval, and data extraction where accuracy is critical</a:t>
          </a:r>
        </a:p>
      </dgm:t>
    </dgm:pt>
    <dgm:pt modelId="{D3F03492-BD58-4C28-821E-5DB783E2EBDF}" type="parTrans" cxnId="{92C10A23-8CD0-453C-B806-7DDF317987CB}">
      <dgm:prSet/>
      <dgm:spPr/>
      <dgm:t>
        <a:bodyPr/>
        <a:lstStyle/>
        <a:p>
          <a:endParaRPr lang="en-US"/>
        </a:p>
      </dgm:t>
    </dgm:pt>
    <dgm:pt modelId="{D4C216CA-D663-4105-853A-EB22E4B07D94}" type="sibTrans" cxnId="{92C10A23-8CD0-453C-B806-7DDF317987CB}">
      <dgm:prSet/>
      <dgm:spPr/>
      <dgm:t>
        <a:bodyPr/>
        <a:lstStyle/>
        <a:p>
          <a:endParaRPr lang="en-US"/>
        </a:p>
      </dgm:t>
    </dgm:pt>
    <dgm:pt modelId="{255AE8DB-C135-4903-ABC3-F84FA3B799C9}">
      <dgm:prSet/>
      <dgm:spPr/>
      <dgm:t>
        <a:bodyPr/>
        <a:lstStyle/>
        <a:p>
          <a:r>
            <a:rPr lang="en-US"/>
            <a:t>High Temperature (0.7 - 1.0+)</a:t>
          </a:r>
        </a:p>
      </dgm:t>
    </dgm:pt>
    <dgm:pt modelId="{29D951A8-7964-4044-88E0-292735724A60}" type="parTrans" cxnId="{B5791340-4C2F-4393-B1D5-05DBDA6E0E79}">
      <dgm:prSet/>
      <dgm:spPr/>
      <dgm:t>
        <a:bodyPr/>
        <a:lstStyle/>
        <a:p>
          <a:endParaRPr lang="en-US"/>
        </a:p>
      </dgm:t>
    </dgm:pt>
    <dgm:pt modelId="{4E1715E3-5D75-4DFE-91C7-DF288521723A}" type="sibTrans" cxnId="{B5791340-4C2F-4393-B1D5-05DBDA6E0E79}">
      <dgm:prSet/>
      <dgm:spPr/>
      <dgm:t>
        <a:bodyPr/>
        <a:lstStyle/>
        <a:p>
          <a:endParaRPr lang="en-US"/>
        </a:p>
      </dgm:t>
    </dgm:pt>
    <dgm:pt modelId="{6438B19A-A548-41FE-B0FF-07DAF5106076}">
      <dgm:prSet/>
      <dgm:spPr/>
      <dgm:t>
        <a:bodyPr/>
        <a:lstStyle/>
        <a:p>
          <a:r>
            <a:rPr lang="en-US"/>
            <a:t>Diverse and creative</a:t>
          </a:r>
        </a:p>
      </dgm:t>
    </dgm:pt>
    <dgm:pt modelId="{F63FD909-F826-4E56-9812-54C21E325342}" type="parTrans" cxnId="{1396B00D-E0A4-4B27-B247-D445D21D0183}">
      <dgm:prSet/>
      <dgm:spPr/>
      <dgm:t>
        <a:bodyPr/>
        <a:lstStyle/>
        <a:p>
          <a:endParaRPr lang="en-US"/>
        </a:p>
      </dgm:t>
    </dgm:pt>
    <dgm:pt modelId="{51B9ABED-E295-426A-BD54-F54DD1A9B383}" type="sibTrans" cxnId="{1396B00D-E0A4-4B27-B247-D445D21D0183}">
      <dgm:prSet/>
      <dgm:spPr/>
      <dgm:t>
        <a:bodyPr/>
        <a:lstStyle/>
        <a:p>
          <a:endParaRPr lang="en-US"/>
        </a:p>
      </dgm:t>
    </dgm:pt>
    <dgm:pt modelId="{A85FC045-AA31-4E7F-8207-EE436B08E712}">
      <dgm:prSet/>
      <dgm:spPr/>
      <dgm:t>
        <a:bodyPr/>
        <a:lstStyle/>
        <a:p>
          <a:r>
            <a:rPr lang="en-US"/>
            <a:t>Brainstorming, creative writing, or roleplay</a:t>
          </a:r>
        </a:p>
      </dgm:t>
    </dgm:pt>
    <dgm:pt modelId="{F40D95A4-F47F-41D2-A26D-0A3E604FE2BD}" type="parTrans" cxnId="{39DB3451-C317-4D7F-8DDC-C6B69A197668}">
      <dgm:prSet/>
      <dgm:spPr/>
      <dgm:t>
        <a:bodyPr/>
        <a:lstStyle/>
        <a:p>
          <a:endParaRPr lang="en-US"/>
        </a:p>
      </dgm:t>
    </dgm:pt>
    <dgm:pt modelId="{B7D9E137-3680-40E5-880F-21FD363811D4}" type="sibTrans" cxnId="{39DB3451-C317-4D7F-8DDC-C6B69A197668}">
      <dgm:prSet/>
      <dgm:spPr/>
      <dgm:t>
        <a:bodyPr/>
        <a:lstStyle/>
        <a:p>
          <a:endParaRPr lang="en-US"/>
        </a:p>
      </dgm:t>
    </dgm:pt>
    <dgm:pt modelId="{0C1AB5D5-A09A-4321-8C10-EB62792E9F25}" type="pres">
      <dgm:prSet presAssocID="{5941A8E0-5CB0-4A9D-A93F-C57C3C3EE683}" presName="linear" presStyleCnt="0">
        <dgm:presLayoutVars>
          <dgm:animLvl val="lvl"/>
          <dgm:resizeHandles val="exact"/>
        </dgm:presLayoutVars>
      </dgm:prSet>
      <dgm:spPr/>
    </dgm:pt>
    <dgm:pt modelId="{8479B97B-71FF-407D-AAB5-A4EB0F68A0CE}" type="pres">
      <dgm:prSet presAssocID="{64A0C536-90D2-42D9-93BB-AD4B51CACCB0}" presName="parentText" presStyleLbl="node1" presStyleIdx="0" presStyleCnt="3">
        <dgm:presLayoutVars>
          <dgm:chMax val="0"/>
          <dgm:bulletEnabled val="1"/>
        </dgm:presLayoutVars>
      </dgm:prSet>
      <dgm:spPr/>
    </dgm:pt>
    <dgm:pt modelId="{FBCE8C6D-F38B-44C8-A5BC-DF442B168DBF}" type="pres">
      <dgm:prSet presAssocID="{0135D4B7-4A1D-4565-BF39-51A1DEF144E3}" presName="spacer" presStyleCnt="0"/>
      <dgm:spPr/>
    </dgm:pt>
    <dgm:pt modelId="{A042E1C0-8101-404A-B047-77AE6ECEAA87}" type="pres">
      <dgm:prSet presAssocID="{D4D31AC0-1407-43DE-B0FF-8487A5EFCF31}" presName="parentText" presStyleLbl="node1" presStyleIdx="1" presStyleCnt="3">
        <dgm:presLayoutVars>
          <dgm:chMax val="0"/>
          <dgm:bulletEnabled val="1"/>
        </dgm:presLayoutVars>
      </dgm:prSet>
      <dgm:spPr/>
    </dgm:pt>
    <dgm:pt modelId="{E9C176A6-D6A9-442A-9342-D70502A4CDFE}" type="pres">
      <dgm:prSet presAssocID="{D4D31AC0-1407-43DE-B0FF-8487A5EFCF31}" presName="childText" presStyleLbl="revTx" presStyleIdx="0" presStyleCnt="2">
        <dgm:presLayoutVars>
          <dgm:bulletEnabled val="1"/>
        </dgm:presLayoutVars>
      </dgm:prSet>
      <dgm:spPr/>
    </dgm:pt>
    <dgm:pt modelId="{566BCA94-2691-4D3B-8A4C-9299BD6BADA6}" type="pres">
      <dgm:prSet presAssocID="{255AE8DB-C135-4903-ABC3-F84FA3B799C9}" presName="parentText" presStyleLbl="node1" presStyleIdx="2" presStyleCnt="3">
        <dgm:presLayoutVars>
          <dgm:chMax val="0"/>
          <dgm:bulletEnabled val="1"/>
        </dgm:presLayoutVars>
      </dgm:prSet>
      <dgm:spPr/>
    </dgm:pt>
    <dgm:pt modelId="{3F857CBE-FC0A-4E99-ACB3-9200181AB204}" type="pres">
      <dgm:prSet presAssocID="{255AE8DB-C135-4903-ABC3-F84FA3B799C9}" presName="childText" presStyleLbl="revTx" presStyleIdx="1" presStyleCnt="2">
        <dgm:presLayoutVars>
          <dgm:bulletEnabled val="1"/>
        </dgm:presLayoutVars>
      </dgm:prSet>
      <dgm:spPr/>
    </dgm:pt>
  </dgm:ptLst>
  <dgm:cxnLst>
    <dgm:cxn modelId="{696C600A-46C2-4ECD-B663-5C3A3DF5071B}" type="presOf" srcId="{255AE8DB-C135-4903-ABC3-F84FA3B799C9}" destId="{566BCA94-2691-4D3B-8A4C-9299BD6BADA6}" srcOrd="0" destOrd="0" presId="urn:microsoft.com/office/officeart/2005/8/layout/vList2"/>
    <dgm:cxn modelId="{1396B00D-E0A4-4B27-B247-D445D21D0183}" srcId="{255AE8DB-C135-4903-ABC3-F84FA3B799C9}" destId="{6438B19A-A548-41FE-B0FF-07DAF5106076}" srcOrd="0" destOrd="0" parTransId="{F63FD909-F826-4E56-9812-54C21E325342}" sibTransId="{51B9ABED-E295-426A-BD54-F54DD1A9B383}"/>
    <dgm:cxn modelId="{92C10A23-8CD0-453C-B806-7DDF317987CB}" srcId="{D4D31AC0-1407-43DE-B0FF-8487A5EFCF31}" destId="{39AE1D40-A28D-4427-AC84-20C319E8C868}" srcOrd="1" destOrd="0" parTransId="{D3F03492-BD58-4C28-821E-5DB783E2EBDF}" sibTransId="{D4C216CA-D663-4105-853A-EB22E4B07D94}"/>
    <dgm:cxn modelId="{83E3F326-FB75-4C87-9577-A34B7E7C7DFE}" srcId="{D4D31AC0-1407-43DE-B0FF-8487A5EFCF31}" destId="{016A097B-2193-49F3-A466-F882B38F6CB7}" srcOrd="0" destOrd="0" parTransId="{A3933429-717B-47F6-AAFF-20EE2B50DA91}" sibTransId="{F0574428-32AA-4C1E-8B0E-C2DB518D85E8}"/>
    <dgm:cxn modelId="{E771B832-5907-416F-BAC1-E8C2D1DF1B10}" type="presOf" srcId="{39AE1D40-A28D-4427-AC84-20C319E8C868}" destId="{E9C176A6-D6A9-442A-9342-D70502A4CDFE}" srcOrd="0" destOrd="1" presId="urn:microsoft.com/office/officeart/2005/8/layout/vList2"/>
    <dgm:cxn modelId="{FA2EB137-E0B5-47B9-B047-C543D13294E1}" srcId="{5941A8E0-5CB0-4A9D-A93F-C57C3C3EE683}" destId="{64A0C536-90D2-42D9-93BB-AD4B51CACCB0}" srcOrd="0" destOrd="0" parTransId="{B1838394-D679-4FAB-BD90-B21881CA40F3}" sibTransId="{0135D4B7-4A1D-4565-BF39-51A1DEF144E3}"/>
    <dgm:cxn modelId="{B5791340-4C2F-4393-B1D5-05DBDA6E0E79}" srcId="{5941A8E0-5CB0-4A9D-A93F-C57C3C3EE683}" destId="{255AE8DB-C135-4903-ABC3-F84FA3B799C9}" srcOrd="2" destOrd="0" parTransId="{29D951A8-7964-4044-88E0-292735724A60}" sibTransId="{4E1715E3-5D75-4DFE-91C7-DF288521723A}"/>
    <dgm:cxn modelId="{DD767163-6C79-4D44-BFA1-5ADFC5BA8971}" srcId="{5941A8E0-5CB0-4A9D-A93F-C57C3C3EE683}" destId="{D4D31AC0-1407-43DE-B0FF-8487A5EFCF31}" srcOrd="1" destOrd="0" parTransId="{3012C161-49F3-4161-8BEE-999DB3795478}" sibTransId="{49397456-F267-446C-A0F3-EFB6D28ADAFA}"/>
    <dgm:cxn modelId="{46D0CF43-8ABD-4496-BBF3-FE2434356584}" type="presOf" srcId="{016A097B-2193-49F3-A466-F882B38F6CB7}" destId="{E9C176A6-D6A9-442A-9342-D70502A4CDFE}" srcOrd="0" destOrd="0" presId="urn:microsoft.com/office/officeart/2005/8/layout/vList2"/>
    <dgm:cxn modelId="{ABCDBF69-BCC7-4885-9C34-2F24A34A2F78}" type="presOf" srcId="{A85FC045-AA31-4E7F-8207-EE436B08E712}" destId="{3F857CBE-FC0A-4E99-ACB3-9200181AB204}" srcOrd="0" destOrd="1" presId="urn:microsoft.com/office/officeart/2005/8/layout/vList2"/>
    <dgm:cxn modelId="{39DB3451-C317-4D7F-8DDC-C6B69A197668}" srcId="{255AE8DB-C135-4903-ABC3-F84FA3B799C9}" destId="{A85FC045-AA31-4E7F-8207-EE436B08E712}" srcOrd="1" destOrd="0" parTransId="{F40D95A4-F47F-41D2-A26D-0A3E604FE2BD}" sibTransId="{B7D9E137-3680-40E5-880F-21FD363811D4}"/>
    <dgm:cxn modelId="{E7F89359-E09B-4B64-A7F9-F8D93A6131B0}" type="presOf" srcId="{64A0C536-90D2-42D9-93BB-AD4B51CACCB0}" destId="{8479B97B-71FF-407D-AAB5-A4EB0F68A0CE}" srcOrd="0" destOrd="0" presId="urn:microsoft.com/office/officeart/2005/8/layout/vList2"/>
    <dgm:cxn modelId="{AB97EE8A-DC3F-475F-BCF8-6107AC5906EF}" type="presOf" srcId="{5941A8E0-5CB0-4A9D-A93F-C57C3C3EE683}" destId="{0C1AB5D5-A09A-4321-8C10-EB62792E9F25}" srcOrd="0" destOrd="0" presId="urn:microsoft.com/office/officeart/2005/8/layout/vList2"/>
    <dgm:cxn modelId="{293CAA9C-81F9-4646-8554-399F4B7BD30E}" type="presOf" srcId="{6438B19A-A548-41FE-B0FF-07DAF5106076}" destId="{3F857CBE-FC0A-4E99-ACB3-9200181AB204}" srcOrd="0" destOrd="0" presId="urn:microsoft.com/office/officeart/2005/8/layout/vList2"/>
    <dgm:cxn modelId="{FA915CE0-BC85-4368-9A82-928ED06D4063}" type="presOf" srcId="{D4D31AC0-1407-43DE-B0FF-8487A5EFCF31}" destId="{A042E1C0-8101-404A-B047-77AE6ECEAA87}" srcOrd="0" destOrd="0" presId="urn:microsoft.com/office/officeart/2005/8/layout/vList2"/>
    <dgm:cxn modelId="{3F4DEDF2-E6D0-4667-8E05-AD314FE7D678}" type="presParOf" srcId="{0C1AB5D5-A09A-4321-8C10-EB62792E9F25}" destId="{8479B97B-71FF-407D-AAB5-A4EB0F68A0CE}" srcOrd="0" destOrd="0" presId="urn:microsoft.com/office/officeart/2005/8/layout/vList2"/>
    <dgm:cxn modelId="{D3806BC8-1546-470C-9AC4-9FE2536F9142}" type="presParOf" srcId="{0C1AB5D5-A09A-4321-8C10-EB62792E9F25}" destId="{FBCE8C6D-F38B-44C8-A5BC-DF442B168DBF}" srcOrd="1" destOrd="0" presId="urn:microsoft.com/office/officeart/2005/8/layout/vList2"/>
    <dgm:cxn modelId="{12DBC868-BC89-4DF5-9B70-1EDB48A34BF0}" type="presParOf" srcId="{0C1AB5D5-A09A-4321-8C10-EB62792E9F25}" destId="{A042E1C0-8101-404A-B047-77AE6ECEAA87}" srcOrd="2" destOrd="0" presId="urn:microsoft.com/office/officeart/2005/8/layout/vList2"/>
    <dgm:cxn modelId="{E8C1BFEA-0F3A-48BA-A859-400125D5FA87}" type="presParOf" srcId="{0C1AB5D5-A09A-4321-8C10-EB62792E9F25}" destId="{E9C176A6-D6A9-442A-9342-D70502A4CDFE}" srcOrd="3" destOrd="0" presId="urn:microsoft.com/office/officeart/2005/8/layout/vList2"/>
    <dgm:cxn modelId="{9B279225-3D06-4C72-83FC-88065037B534}" type="presParOf" srcId="{0C1AB5D5-A09A-4321-8C10-EB62792E9F25}" destId="{566BCA94-2691-4D3B-8A4C-9299BD6BADA6}" srcOrd="4" destOrd="0" presId="urn:microsoft.com/office/officeart/2005/8/layout/vList2"/>
    <dgm:cxn modelId="{D861F7A7-E0B6-4E97-98CC-F2AFBFD10D18}" type="presParOf" srcId="{0C1AB5D5-A09A-4321-8C10-EB62792E9F25}" destId="{3F857CBE-FC0A-4E99-ACB3-9200181AB204}"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A7F75F0E-95C5-4976-96BC-B476651BC2F9}" type="doc">
      <dgm:prSet loTypeId="urn:microsoft.com/office/officeart/2018/2/layout/IconVerticalSolidList" loCatId="icon" qsTypeId="urn:microsoft.com/office/officeart/2005/8/quickstyle/simple1" qsCatId="simple" csTypeId="urn:microsoft.com/office/officeart/2018/5/colors/Iconchunking_neutralicontext_colorful5" csCatId="colorful" phldr="1"/>
      <dgm:spPr/>
      <dgm:t>
        <a:bodyPr/>
        <a:lstStyle/>
        <a:p>
          <a:endParaRPr lang="en-US"/>
        </a:p>
      </dgm:t>
    </dgm:pt>
    <dgm:pt modelId="{2F5FDF5B-CF1E-495F-B9E0-27B695B2D851}">
      <dgm:prSet/>
      <dgm:spPr/>
      <dgm:t>
        <a:bodyPr/>
        <a:lstStyle/>
        <a:p>
          <a:pPr>
            <a:lnSpc>
              <a:spcPct val="100000"/>
            </a:lnSpc>
          </a:pPr>
          <a:r>
            <a:rPr lang="en-US"/>
            <a:t>Find the Balance Between Logic and Imagination</a:t>
          </a:r>
        </a:p>
      </dgm:t>
    </dgm:pt>
    <dgm:pt modelId="{5868BA70-2F7E-4CEA-9786-0BB5016C7A34}" type="parTrans" cxnId="{19DB2DBE-D054-42EE-B53C-991519E32248}">
      <dgm:prSet/>
      <dgm:spPr/>
      <dgm:t>
        <a:bodyPr/>
        <a:lstStyle/>
        <a:p>
          <a:endParaRPr lang="en-US"/>
        </a:p>
      </dgm:t>
    </dgm:pt>
    <dgm:pt modelId="{21D6C18F-5406-45F4-9786-0B7ADB0B8A09}" type="sibTrans" cxnId="{19DB2DBE-D054-42EE-B53C-991519E32248}">
      <dgm:prSet/>
      <dgm:spPr/>
      <dgm:t>
        <a:bodyPr/>
        <a:lstStyle/>
        <a:p>
          <a:endParaRPr lang="en-US"/>
        </a:p>
      </dgm:t>
    </dgm:pt>
    <dgm:pt modelId="{D0A74DEF-F204-4C72-AD90-28C0F9074461}">
      <dgm:prSet/>
      <dgm:spPr/>
      <dgm:t>
        <a:bodyPr/>
        <a:lstStyle/>
        <a:p>
          <a:pPr>
            <a:lnSpc>
              <a:spcPct val="100000"/>
            </a:lnSpc>
          </a:pPr>
          <a:r>
            <a:rPr lang="en-US"/>
            <a:t>For our Agentic systems, we will often keep temperature low to ensure determinism—we want our tools to behave the same way every time we run them</a:t>
          </a:r>
        </a:p>
      </dgm:t>
    </dgm:pt>
    <dgm:pt modelId="{A95C2C43-1548-47E0-88C3-682A95A2C8EF}" type="parTrans" cxnId="{84A06A5C-D43B-4564-BABB-912BAB7685D3}">
      <dgm:prSet/>
      <dgm:spPr/>
      <dgm:t>
        <a:bodyPr/>
        <a:lstStyle/>
        <a:p>
          <a:endParaRPr lang="en-US"/>
        </a:p>
      </dgm:t>
    </dgm:pt>
    <dgm:pt modelId="{3A54A5ED-23A6-4870-A5B5-D46039920BE1}" type="sibTrans" cxnId="{84A06A5C-D43B-4564-BABB-912BAB7685D3}">
      <dgm:prSet/>
      <dgm:spPr/>
      <dgm:t>
        <a:bodyPr/>
        <a:lstStyle/>
        <a:p>
          <a:endParaRPr lang="en-US"/>
        </a:p>
      </dgm:t>
    </dgm:pt>
    <dgm:pt modelId="{0E5EBD27-61BD-47E2-90E9-6F360447AB70}" type="pres">
      <dgm:prSet presAssocID="{A7F75F0E-95C5-4976-96BC-B476651BC2F9}" presName="root" presStyleCnt="0">
        <dgm:presLayoutVars>
          <dgm:dir/>
          <dgm:resizeHandles val="exact"/>
        </dgm:presLayoutVars>
      </dgm:prSet>
      <dgm:spPr/>
    </dgm:pt>
    <dgm:pt modelId="{A6482A39-2E76-48A5-AA61-EFD301A4BFEC}" type="pres">
      <dgm:prSet presAssocID="{2F5FDF5B-CF1E-495F-B9E0-27B695B2D851}" presName="compNode" presStyleCnt="0"/>
      <dgm:spPr/>
    </dgm:pt>
    <dgm:pt modelId="{D758DF8E-CD6E-4A48-9ED6-F1669DBC7C41}" type="pres">
      <dgm:prSet presAssocID="{2F5FDF5B-CF1E-495F-B9E0-27B695B2D851}" presName="bgRect" presStyleLbl="bgShp" presStyleIdx="0" presStyleCnt="2"/>
      <dgm:spPr/>
    </dgm:pt>
    <dgm:pt modelId="{C8907DE1-25BC-442A-8BE8-A0C2B701B211}" type="pres">
      <dgm:prSet presAssocID="{2F5FDF5B-CF1E-495F-B9E0-27B695B2D851}"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cales of Justice"/>
        </a:ext>
      </dgm:extLst>
    </dgm:pt>
    <dgm:pt modelId="{349215BF-EF38-4B5B-AABC-D8D975FC0999}" type="pres">
      <dgm:prSet presAssocID="{2F5FDF5B-CF1E-495F-B9E0-27B695B2D851}" presName="spaceRect" presStyleCnt="0"/>
      <dgm:spPr/>
    </dgm:pt>
    <dgm:pt modelId="{B3F87F93-D0E2-4798-AE1C-547CCDB651F8}" type="pres">
      <dgm:prSet presAssocID="{2F5FDF5B-CF1E-495F-B9E0-27B695B2D851}" presName="parTx" presStyleLbl="revTx" presStyleIdx="0" presStyleCnt="2">
        <dgm:presLayoutVars>
          <dgm:chMax val="0"/>
          <dgm:chPref val="0"/>
        </dgm:presLayoutVars>
      </dgm:prSet>
      <dgm:spPr/>
    </dgm:pt>
    <dgm:pt modelId="{6DDF5365-ECCC-4684-B576-A4ADB27EFBA3}" type="pres">
      <dgm:prSet presAssocID="{21D6C18F-5406-45F4-9786-0B7ADB0B8A09}" presName="sibTrans" presStyleCnt="0"/>
      <dgm:spPr/>
    </dgm:pt>
    <dgm:pt modelId="{BD31B3EF-354F-47A9-8E73-19B1E4C99F04}" type="pres">
      <dgm:prSet presAssocID="{D0A74DEF-F204-4C72-AD90-28C0F9074461}" presName="compNode" presStyleCnt="0"/>
      <dgm:spPr/>
    </dgm:pt>
    <dgm:pt modelId="{E33819CA-462E-40AD-9E48-9F3D318E5DDB}" type="pres">
      <dgm:prSet presAssocID="{D0A74DEF-F204-4C72-AD90-28C0F9074461}" presName="bgRect" presStyleLbl="bgShp" presStyleIdx="1" presStyleCnt="2"/>
      <dgm:spPr/>
    </dgm:pt>
    <dgm:pt modelId="{CEC0700A-9375-47EC-8B1D-EEF449120717}" type="pres">
      <dgm:prSet presAssocID="{D0A74DEF-F204-4C72-AD90-28C0F907446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hermometer"/>
        </a:ext>
      </dgm:extLst>
    </dgm:pt>
    <dgm:pt modelId="{58271B8A-89EA-43B2-AEF8-3E908654F0C3}" type="pres">
      <dgm:prSet presAssocID="{D0A74DEF-F204-4C72-AD90-28C0F9074461}" presName="spaceRect" presStyleCnt="0"/>
      <dgm:spPr/>
    </dgm:pt>
    <dgm:pt modelId="{FCF7CB5C-55E1-4139-B7EE-2664DADA60B1}" type="pres">
      <dgm:prSet presAssocID="{D0A74DEF-F204-4C72-AD90-28C0F9074461}" presName="parTx" presStyleLbl="revTx" presStyleIdx="1" presStyleCnt="2">
        <dgm:presLayoutVars>
          <dgm:chMax val="0"/>
          <dgm:chPref val="0"/>
        </dgm:presLayoutVars>
      </dgm:prSet>
      <dgm:spPr/>
    </dgm:pt>
  </dgm:ptLst>
  <dgm:cxnLst>
    <dgm:cxn modelId="{84A06A5C-D43B-4564-BABB-912BAB7685D3}" srcId="{A7F75F0E-95C5-4976-96BC-B476651BC2F9}" destId="{D0A74DEF-F204-4C72-AD90-28C0F9074461}" srcOrd="1" destOrd="0" parTransId="{A95C2C43-1548-47E0-88C3-682A95A2C8EF}" sibTransId="{3A54A5ED-23A6-4870-A5B5-D46039920BE1}"/>
    <dgm:cxn modelId="{988A4CB3-0030-42E0-B105-907F6544B450}" type="presOf" srcId="{D0A74DEF-F204-4C72-AD90-28C0F9074461}" destId="{FCF7CB5C-55E1-4139-B7EE-2664DADA60B1}" srcOrd="0" destOrd="0" presId="urn:microsoft.com/office/officeart/2018/2/layout/IconVerticalSolidList"/>
    <dgm:cxn modelId="{19DB2DBE-D054-42EE-B53C-991519E32248}" srcId="{A7F75F0E-95C5-4976-96BC-B476651BC2F9}" destId="{2F5FDF5B-CF1E-495F-B9E0-27B695B2D851}" srcOrd="0" destOrd="0" parTransId="{5868BA70-2F7E-4CEA-9786-0BB5016C7A34}" sibTransId="{21D6C18F-5406-45F4-9786-0B7ADB0B8A09}"/>
    <dgm:cxn modelId="{871C26D4-6150-48A6-959B-30ABCF0BCE52}" type="presOf" srcId="{A7F75F0E-95C5-4976-96BC-B476651BC2F9}" destId="{0E5EBD27-61BD-47E2-90E9-6F360447AB70}" srcOrd="0" destOrd="0" presId="urn:microsoft.com/office/officeart/2018/2/layout/IconVerticalSolidList"/>
    <dgm:cxn modelId="{6F3A13E9-23D7-40E6-83F4-A9DE94326ADB}" type="presOf" srcId="{2F5FDF5B-CF1E-495F-B9E0-27B695B2D851}" destId="{B3F87F93-D0E2-4798-AE1C-547CCDB651F8}" srcOrd="0" destOrd="0" presId="urn:microsoft.com/office/officeart/2018/2/layout/IconVerticalSolidList"/>
    <dgm:cxn modelId="{A6F75264-C69F-4C6B-88EE-2DDDB1C1679C}" type="presParOf" srcId="{0E5EBD27-61BD-47E2-90E9-6F360447AB70}" destId="{A6482A39-2E76-48A5-AA61-EFD301A4BFEC}" srcOrd="0" destOrd="0" presId="urn:microsoft.com/office/officeart/2018/2/layout/IconVerticalSolidList"/>
    <dgm:cxn modelId="{8D0B5091-9660-4723-AA7E-559F83A49969}" type="presParOf" srcId="{A6482A39-2E76-48A5-AA61-EFD301A4BFEC}" destId="{D758DF8E-CD6E-4A48-9ED6-F1669DBC7C41}" srcOrd="0" destOrd="0" presId="urn:microsoft.com/office/officeart/2018/2/layout/IconVerticalSolidList"/>
    <dgm:cxn modelId="{795D8DA7-A9D9-40ED-8E75-E1FC866860FA}" type="presParOf" srcId="{A6482A39-2E76-48A5-AA61-EFD301A4BFEC}" destId="{C8907DE1-25BC-442A-8BE8-A0C2B701B211}" srcOrd="1" destOrd="0" presId="urn:microsoft.com/office/officeart/2018/2/layout/IconVerticalSolidList"/>
    <dgm:cxn modelId="{473F33DE-FCDE-478C-9C12-24FA75E901C9}" type="presParOf" srcId="{A6482A39-2E76-48A5-AA61-EFD301A4BFEC}" destId="{349215BF-EF38-4B5B-AABC-D8D975FC0999}" srcOrd="2" destOrd="0" presId="urn:microsoft.com/office/officeart/2018/2/layout/IconVerticalSolidList"/>
    <dgm:cxn modelId="{4A6B408D-C60B-4170-9330-3B2E4D0AA33E}" type="presParOf" srcId="{A6482A39-2E76-48A5-AA61-EFD301A4BFEC}" destId="{B3F87F93-D0E2-4798-AE1C-547CCDB651F8}" srcOrd="3" destOrd="0" presId="urn:microsoft.com/office/officeart/2018/2/layout/IconVerticalSolidList"/>
    <dgm:cxn modelId="{0667CAA5-6A73-4436-A317-2436A9D50575}" type="presParOf" srcId="{0E5EBD27-61BD-47E2-90E9-6F360447AB70}" destId="{6DDF5365-ECCC-4684-B576-A4ADB27EFBA3}" srcOrd="1" destOrd="0" presId="urn:microsoft.com/office/officeart/2018/2/layout/IconVerticalSolidList"/>
    <dgm:cxn modelId="{B818A3F4-84DF-4998-98C3-90C93E89A3FB}" type="presParOf" srcId="{0E5EBD27-61BD-47E2-90E9-6F360447AB70}" destId="{BD31B3EF-354F-47A9-8E73-19B1E4C99F04}" srcOrd="2" destOrd="0" presId="urn:microsoft.com/office/officeart/2018/2/layout/IconVerticalSolidList"/>
    <dgm:cxn modelId="{BB68A1C4-0175-4A51-8BAA-F68265760E6D}" type="presParOf" srcId="{BD31B3EF-354F-47A9-8E73-19B1E4C99F04}" destId="{E33819CA-462E-40AD-9E48-9F3D318E5DDB}" srcOrd="0" destOrd="0" presId="urn:microsoft.com/office/officeart/2018/2/layout/IconVerticalSolidList"/>
    <dgm:cxn modelId="{8EB9A769-0E5C-47FA-8432-2B5F3969E21C}" type="presParOf" srcId="{BD31B3EF-354F-47A9-8E73-19B1E4C99F04}" destId="{CEC0700A-9375-47EC-8B1D-EEF449120717}" srcOrd="1" destOrd="0" presId="urn:microsoft.com/office/officeart/2018/2/layout/IconVerticalSolidList"/>
    <dgm:cxn modelId="{80C4233B-E7E2-4F7B-8A33-D92592162FE6}" type="presParOf" srcId="{BD31B3EF-354F-47A9-8E73-19B1E4C99F04}" destId="{58271B8A-89EA-43B2-AEF8-3E908654F0C3}" srcOrd="2" destOrd="0" presId="urn:microsoft.com/office/officeart/2018/2/layout/IconVerticalSolidList"/>
    <dgm:cxn modelId="{DE7ACBE0-4CE6-48D8-92BB-05AD6BF2B467}" type="presParOf" srcId="{BD31B3EF-354F-47A9-8E73-19B1E4C99F04}" destId="{FCF7CB5C-55E1-4139-B7EE-2664DADA60B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01E6F85F-C56E-4806-9968-2F1E14BA4BFF}"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A37016E1-EDFF-4466-8385-EE3B3980ADAA}">
      <dgm:prSet/>
      <dgm:spPr/>
      <dgm:t>
        <a:bodyPr/>
        <a:lstStyle/>
        <a:p>
          <a:r>
            <a:rPr lang="en-US"/>
            <a:t>Top-K</a:t>
          </a:r>
        </a:p>
      </dgm:t>
    </dgm:pt>
    <dgm:pt modelId="{C92E64F1-65C4-43CA-8327-7AC630B98848}" type="parTrans" cxnId="{EE44BDF1-FCF3-4C4D-8372-E2214809D2E7}">
      <dgm:prSet/>
      <dgm:spPr/>
      <dgm:t>
        <a:bodyPr/>
        <a:lstStyle/>
        <a:p>
          <a:endParaRPr lang="en-US"/>
        </a:p>
      </dgm:t>
    </dgm:pt>
    <dgm:pt modelId="{A06E29A8-A414-4E7D-8157-6BD95B8AC3E0}" type="sibTrans" cxnId="{EE44BDF1-FCF3-4C4D-8372-E2214809D2E7}">
      <dgm:prSet/>
      <dgm:spPr/>
      <dgm:t>
        <a:bodyPr/>
        <a:lstStyle/>
        <a:p>
          <a:endParaRPr lang="en-US"/>
        </a:p>
      </dgm:t>
    </dgm:pt>
    <dgm:pt modelId="{658CA406-5D8E-4E73-9494-43FC54DC1BFB}">
      <dgm:prSet/>
      <dgm:spPr/>
      <dgm:t>
        <a:bodyPr/>
        <a:lstStyle/>
        <a:p>
          <a:r>
            <a:rPr lang="en-US"/>
            <a:t>Limits the model to picking from the top K most likely next tokens</a:t>
          </a:r>
        </a:p>
      </dgm:t>
    </dgm:pt>
    <dgm:pt modelId="{B7B6072F-88E0-4EC1-9937-2B3B55200D77}" type="parTrans" cxnId="{B1B1F8A9-BEB4-445E-AE3E-4848D0D8BF7A}">
      <dgm:prSet/>
      <dgm:spPr/>
      <dgm:t>
        <a:bodyPr/>
        <a:lstStyle/>
        <a:p>
          <a:endParaRPr lang="en-US"/>
        </a:p>
      </dgm:t>
    </dgm:pt>
    <dgm:pt modelId="{DF5875FC-984A-4BF1-950E-D8A8B17E266C}" type="sibTrans" cxnId="{B1B1F8A9-BEB4-445E-AE3E-4848D0D8BF7A}">
      <dgm:prSet/>
      <dgm:spPr/>
      <dgm:t>
        <a:bodyPr/>
        <a:lstStyle/>
        <a:p>
          <a:endParaRPr lang="en-US"/>
        </a:p>
      </dgm:t>
    </dgm:pt>
    <dgm:pt modelId="{0BACB629-A027-41AC-9E53-EB8C23B84FDB}">
      <dgm:prSet/>
      <dgm:spPr/>
      <dgm:t>
        <a:bodyPr/>
        <a:lstStyle/>
        <a:p>
          <a:r>
            <a:rPr lang="en-US"/>
            <a:t>e.g.: If K=50, the model ignores everything except the 50 most probable next words</a:t>
          </a:r>
        </a:p>
      </dgm:t>
    </dgm:pt>
    <dgm:pt modelId="{08B5D64D-B687-47DB-9DA8-10E274FC275C}" type="parTrans" cxnId="{B5010415-A790-44BD-AE65-C90F5048C341}">
      <dgm:prSet/>
      <dgm:spPr/>
      <dgm:t>
        <a:bodyPr/>
        <a:lstStyle/>
        <a:p>
          <a:endParaRPr lang="en-US"/>
        </a:p>
      </dgm:t>
    </dgm:pt>
    <dgm:pt modelId="{AB719F8B-29F4-4F12-AC1D-78A0BA3832CA}" type="sibTrans" cxnId="{B5010415-A790-44BD-AE65-C90F5048C341}">
      <dgm:prSet/>
      <dgm:spPr/>
      <dgm:t>
        <a:bodyPr/>
        <a:lstStyle/>
        <a:p>
          <a:endParaRPr lang="en-US"/>
        </a:p>
      </dgm:t>
    </dgm:pt>
    <dgm:pt modelId="{3E3736AC-545D-4D17-95B8-3149365AF26D}">
      <dgm:prSet/>
      <dgm:spPr/>
      <dgm:t>
        <a:bodyPr/>
        <a:lstStyle/>
        <a:p>
          <a:r>
            <a:rPr lang="en-US"/>
            <a:t>Top-P (Nucleus Sampling)</a:t>
          </a:r>
        </a:p>
      </dgm:t>
    </dgm:pt>
    <dgm:pt modelId="{0E5A8856-F11F-4CBD-B6B7-3470C6245C7F}" type="parTrans" cxnId="{7122EDB2-65A0-4E70-912D-815E8CD3543C}">
      <dgm:prSet/>
      <dgm:spPr/>
      <dgm:t>
        <a:bodyPr/>
        <a:lstStyle/>
        <a:p>
          <a:endParaRPr lang="en-US"/>
        </a:p>
      </dgm:t>
    </dgm:pt>
    <dgm:pt modelId="{852DE018-05CD-4088-9F58-D9A59F02DE99}" type="sibTrans" cxnId="{7122EDB2-65A0-4E70-912D-815E8CD3543C}">
      <dgm:prSet/>
      <dgm:spPr/>
      <dgm:t>
        <a:bodyPr/>
        <a:lstStyle/>
        <a:p>
          <a:endParaRPr lang="en-US"/>
        </a:p>
      </dgm:t>
    </dgm:pt>
    <dgm:pt modelId="{D95F6B7D-E888-437C-B3D2-7B147C69C25A}">
      <dgm:prSet/>
      <dgm:spPr/>
      <dgm:t>
        <a:bodyPr/>
        <a:lstStyle/>
        <a:p>
          <a:r>
            <a:rPr lang="en-US"/>
            <a:t>The model picks from a dynamic set of tokens whose cumulative probability adds up to P</a:t>
          </a:r>
        </a:p>
      </dgm:t>
    </dgm:pt>
    <dgm:pt modelId="{7FD8FAF3-4070-4642-B2A0-521AE0ECD86A}" type="parTrans" cxnId="{047DD1C0-C210-4DAC-AE06-A12A0EFD6149}">
      <dgm:prSet/>
      <dgm:spPr/>
      <dgm:t>
        <a:bodyPr/>
        <a:lstStyle/>
        <a:p>
          <a:endParaRPr lang="en-US"/>
        </a:p>
      </dgm:t>
    </dgm:pt>
    <dgm:pt modelId="{F336A043-E854-4186-90C4-0E165C77ECBF}" type="sibTrans" cxnId="{047DD1C0-C210-4DAC-AE06-A12A0EFD6149}">
      <dgm:prSet/>
      <dgm:spPr/>
      <dgm:t>
        <a:bodyPr/>
        <a:lstStyle/>
        <a:p>
          <a:endParaRPr lang="en-US"/>
        </a:p>
      </dgm:t>
    </dgm:pt>
    <dgm:pt modelId="{5C61960E-6144-46D0-8B47-8487E579A59A}">
      <dgm:prSet/>
      <dgm:spPr/>
      <dgm:t>
        <a:bodyPr/>
        <a:lstStyle/>
        <a:p>
          <a:r>
            <a:rPr lang="en-US"/>
            <a:t>This is often more natural than Top-K because it adapts to how confident the model is at any given moment</a:t>
          </a:r>
        </a:p>
      </dgm:t>
    </dgm:pt>
    <dgm:pt modelId="{F5018BED-CE5F-4866-8914-45522711FE8A}" type="parTrans" cxnId="{D25AFECB-736B-459C-9E2F-3EFF3185C163}">
      <dgm:prSet/>
      <dgm:spPr/>
      <dgm:t>
        <a:bodyPr/>
        <a:lstStyle/>
        <a:p>
          <a:endParaRPr lang="en-US"/>
        </a:p>
      </dgm:t>
    </dgm:pt>
    <dgm:pt modelId="{2B3746D6-8670-41A0-9351-2140EAEEDDB3}" type="sibTrans" cxnId="{D25AFECB-736B-459C-9E2F-3EFF3185C163}">
      <dgm:prSet/>
      <dgm:spPr/>
      <dgm:t>
        <a:bodyPr/>
        <a:lstStyle/>
        <a:p>
          <a:endParaRPr lang="en-US"/>
        </a:p>
      </dgm:t>
    </dgm:pt>
    <dgm:pt modelId="{E91D96A7-5831-4BED-9CE9-7CC731C1D186}" type="pres">
      <dgm:prSet presAssocID="{01E6F85F-C56E-4806-9968-2F1E14BA4BFF}" presName="linear" presStyleCnt="0">
        <dgm:presLayoutVars>
          <dgm:animLvl val="lvl"/>
          <dgm:resizeHandles val="exact"/>
        </dgm:presLayoutVars>
      </dgm:prSet>
      <dgm:spPr/>
    </dgm:pt>
    <dgm:pt modelId="{BE57EC9B-7703-4AB7-BF26-EC13F9DB44B1}" type="pres">
      <dgm:prSet presAssocID="{A37016E1-EDFF-4466-8385-EE3B3980ADAA}" presName="parentText" presStyleLbl="node1" presStyleIdx="0" presStyleCnt="2">
        <dgm:presLayoutVars>
          <dgm:chMax val="0"/>
          <dgm:bulletEnabled val="1"/>
        </dgm:presLayoutVars>
      </dgm:prSet>
      <dgm:spPr/>
    </dgm:pt>
    <dgm:pt modelId="{5DD8E40D-C203-445F-8AEA-2268CCECAE5B}" type="pres">
      <dgm:prSet presAssocID="{A37016E1-EDFF-4466-8385-EE3B3980ADAA}" presName="childText" presStyleLbl="revTx" presStyleIdx="0" presStyleCnt="2">
        <dgm:presLayoutVars>
          <dgm:bulletEnabled val="1"/>
        </dgm:presLayoutVars>
      </dgm:prSet>
      <dgm:spPr/>
    </dgm:pt>
    <dgm:pt modelId="{B298DD70-7312-4B29-922A-F770CCA41FA6}" type="pres">
      <dgm:prSet presAssocID="{3E3736AC-545D-4D17-95B8-3149365AF26D}" presName="parentText" presStyleLbl="node1" presStyleIdx="1" presStyleCnt="2">
        <dgm:presLayoutVars>
          <dgm:chMax val="0"/>
          <dgm:bulletEnabled val="1"/>
        </dgm:presLayoutVars>
      </dgm:prSet>
      <dgm:spPr/>
    </dgm:pt>
    <dgm:pt modelId="{F5756CAA-D8DC-4295-BD3A-36A8932AB4C2}" type="pres">
      <dgm:prSet presAssocID="{3E3736AC-545D-4D17-95B8-3149365AF26D}" presName="childText" presStyleLbl="revTx" presStyleIdx="1" presStyleCnt="2">
        <dgm:presLayoutVars>
          <dgm:bulletEnabled val="1"/>
        </dgm:presLayoutVars>
      </dgm:prSet>
      <dgm:spPr/>
    </dgm:pt>
  </dgm:ptLst>
  <dgm:cxnLst>
    <dgm:cxn modelId="{6CC6C805-DFD7-4725-97E8-D47AA9B398EE}" type="presOf" srcId="{A37016E1-EDFF-4466-8385-EE3B3980ADAA}" destId="{BE57EC9B-7703-4AB7-BF26-EC13F9DB44B1}" srcOrd="0" destOrd="0" presId="urn:microsoft.com/office/officeart/2005/8/layout/vList2"/>
    <dgm:cxn modelId="{B5010415-A790-44BD-AE65-C90F5048C341}" srcId="{A37016E1-EDFF-4466-8385-EE3B3980ADAA}" destId="{0BACB629-A027-41AC-9E53-EB8C23B84FDB}" srcOrd="1" destOrd="0" parTransId="{08B5D64D-B687-47DB-9DA8-10E274FC275C}" sibTransId="{AB719F8B-29F4-4F12-AC1D-78A0BA3832CA}"/>
    <dgm:cxn modelId="{17818E71-936E-4DCD-B5DB-FE5ECEA4495C}" type="presOf" srcId="{01E6F85F-C56E-4806-9968-2F1E14BA4BFF}" destId="{E91D96A7-5831-4BED-9CE9-7CC731C1D186}" srcOrd="0" destOrd="0" presId="urn:microsoft.com/office/officeart/2005/8/layout/vList2"/>
    <dgm:cxn modelId="{5AB45E94-EB5A-4716-B119-090591D389D4}" type="presOf" srcId="{0BACB629-A027-41AC-9E53-EB8C23B84FDB}" destId="{5DD8E40D-C203-445F-8AEA-2268CCECAE5B}" srcOrd="0" destOrd="1" presId="urn:microsoft.com/office/officeart/2005/8/layout/vList2"/>
    <dgm:cxn modelId="{B1B1F8A9-BEB4-445E-AE3E-4848D0D8BF7A}" srcId="{A37016E1-EDFF-4466-8385-EE3B3980ADAA}" destId="{658CA406-5D8E-4E73-9494-43FC54DC1BFB}" srcOrd="0" destOrd="0" parTransId="{B7B6072F-88E0-4EC1-9937-2B3B55200D77}" sibTransId="{DF5875FC-984A-4BF1-950E-D8A8B17E266C}"/>
    <dgm:cxn modelId="{7122EDB2-65A0-4E70-912D-815E8CD3543C}" srcId="{01E6F85F-C56E-4806-9968-2F1E14BA4BFF}" destId="{3E3736AC-545D-4D17-95B8-3149365AF26D}" srcOrd="1" destOrd="0" parTransId="{0E5A8856-F11F-4CBD-B6B7-3470C6245C7F}" sibTransId="{852DE018-05CD-4088-9F58-D9A59F02DE99}"/>
    <dgm:cxn modelId="{047DD1C0-C210-4DAC-AE06-A12A0EFD6149}" srcId="{3E3736AC-545D-4D17-95B8-3149365AF26D}" destId="{D95F6B7D-E888-437C-B3D2-7B147C69C25A}" srcOrd="0" destOrd="0" parTransId="{7FD8FAF3-4070-4642-B2A0-521AE0ECD86A}" sibTransId="{F336A043-E854-4186-90C4-0E165C77ECBF}"/>
    <dgm:cxn modelId="{D25AFECB-736B-459C-9E2F-3EFF3185C163}" srcId="{3E3736AC-545D-4D17-95B8-3149365AF26D}" destId="{5C61960E-6144-46D0-8B47-8487E579A59A}" srcOrd="1" destOrd="0" parTransId="{F5018BED-CE5F-4866-8914-45522711FE8A}" sibTransId="{2B3746D6-8670-41A0-9351-2140EAEEDDB3}"/>
    <dgm:cxn modelId="{E61122CF-FB39-4417-86D1-A604DA1F23C6}" type="presOf" srcId="{5C61960E-6144-46D0-8B47-8487E579A59A}" destId="{F5756CAA-D8DC-4295-BD3A-36A8932AB4C2}" srcOrd="0" destOrd="1" presId="urn:microsoft.com/office/officeart/2005/8/layout/vList2"/>
    <dgm:cxn modelId="{537852D7-7D99-42C7-B025-B14164701A86}" type="presOf" srcId="{D95F6B7D-E888-437C-B3D2-7B147C69C25A}" destId="{F5756CAA-D8DC-4295-BD3A-36A8932AB4C2}" srcOrd="0" destOrd="0" presId="urn:microsoft.com/office/officeart/2005/8/layout/vList2"/>
    <dgm:cxn modelId="{62FD13EC-9199-4513-B408-9D1C9E59E9BC}" type="presOf" srcId="{658CA406-5D8E-4E73-9494-43FC54DC1BFB}" destId="{5DD8E40D-C203-445F-8AEA-2268CCECAE5B}" srcOrd="0" destOrd="0" presId="urn:microsoft.com/office/officeart/2005/8/layout/vList2"/>
    <dgm:cxn modelId="{E06A57F0-CE7D-4996-8BC0-672835332DB0}" type="presOf" srcId="{3E3736AC-545D-4D17-95B8-3149365AF26D}" destId="{B298DD70-7312-4B29-922A-F770CCA41FA6}" srcOrd="0" destOrd="0" presId="urn:microsoft.com/office/officeart/2005/8/layout/vList2"/>
    <dgm:cxn modelId="{EE44BDF1-FCF3-4C4D-8372-E2214809D2E7}" srcId="{01E6F85F-C56E-4806-9968-2F1E14BA4BFF}" destId="{A37016E1-EDFF-4466-8385-EE3B3980ADAA}" srcOrd="0" destOrd="0" parTransId="{C92E64F1-65C4-43CA-8327-7AC630B98848}" sibTransId="{A06E29A8-A414-4E7D-8157-6BD95B8AC3E0}"/>
    <dgm:cxn modelId="{349D77D7-9F34-4622-90B2-504EE6834176}" type="presParOf" srcId="{E91D96A7-5831-4BED-9CE9-7CC731C1D186}" destId="{BE57EC9B-7703-4AB7-BF26-EC13F9DB44B1}" srcOrd="0" destOrd="0" presId="urn:microsoft.com/office/officeart/2005/8/layout/vList2"/>
    <dgm:cxn modelId="{964113F8-7DEA-4C86-A6CB-09C23A3C626C}" type="presParOf" srcId="{E91D96A7-5831-4BED-9CE9-7CC731C1D186}" destId="{5DD8E40D-C203-445F-8AEA-2268CCECAE5B}" srcOrd="1" destOrd="0" presId="urn:microsoft.com/office/officeart/2005/8/layout/vList2"/>
    <dgm:cxn modelId="{464FC2A8-E489-4ADA-B976-1CD484E86BA7}" type="presParOf" srcId="{E91D96A7-5831-4BED-9CE9-7CC731C1D186}" destId="{B298DD70-7312-4B29-922A-F770CCA41FA6}" srcOrd="2" destOrd="0" presId="urn:microsoft.com/office/officeart/2005/8/layout/vList2"/>
    <dgm:cxn modelId="{6F9AF909-6E19-4365-9326-7FA2CAD5D554}" type="presParOf" srcId="{E91D96A7-5831-4BED-9CE9-7CC731C1D186}" destId="{F5756CAA-D8DC-4295-BD3A-36A8932AB4C2}"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8D53B364-44D1-4D77-ADCC-D6F015817F4C}" type="doc">
      <dgm:prSet loTypeId="urn:microsoft.com/office/officeart/2005/8/layout/list1" loCatId="list" qsTypeId="urn:microsoft.com/office/officeart/2005/8/quickstyle/simple4" qsCatId="simple" csTypeId="urn:microsoft.com/office/officeart/2005/8/colors/colorful2" csCatId="colorful"/>
      <dgm:spPr/>
      <dgm:t>
        <a:bodyPr/>
        <a:lstStyle/>
        <a:p>
          <a:endParaRPr lang="en-US"/>
        </a:p>
      </dgm:t>
    </dgm:pt>
    <dgm:pt modelId="{FBA67098-B207-40EE-BF2B-0A98F105DD45}">
      <dgm:prSet/>
      <dgm:spPr/>
      <dgm:t>
        <a:bodyPr/>
        <a:lstStyle/>
        <a:p>
          <a:r>
            <a:rPr lang="en-US"/>
            <a:t>Foundation Model are built on the Transformer architecture</a:t>
          </a:r>
        </a:p>
      </dgm:t>
    </dgm:pt>
    <dgm:pt modelId="{2F37546D-F913-47F7-927B-2AC8A35B6DE7}" type="parTrans" cxnId="{5821C8D3-23E8-47E1-8745-593D5DB45D26}">
      <dgm:prSet/>
      <dgm:spPr/>
      <dgm:t>
        <a:bodyPr/>
        <a:lstStyle/>
        <a:p>
          <a:endParaRPr lang="en-US"/>
        </a:p>
      </dgm:t>
    </dgm:pt>
    <dgm:pt modelId="{4BC42631-8FAD-4E2D-AE87-561212862777}" type="sibTrans" cxnId="{5821C8D3-23E8-47E1-8745-593D5DB45D26}">
      <dgm:prSet/>
      <dgm:spPr/>
      <dgm:t>
        <a:bodyPr/>
        <a:lstStyle/>
        <a:p>
          <a:endParaRPr lang="en-US"/>
        </a:p>
      </dgm:t>
    </dgm:pt>
    <dgm:pt modelId="{FB2242FA-9DF6-48F3-BB6A-A7AA9A60E1CB}">
      <dgm:prSet/>
      <dgm:spPr/>
      <dgm:t>
        <a:bodyPr/>
        <a:lstStyle/>
        <a:p>
          <a:r>
            <a:rPr lang="en-IN" dirty="0"/>
            <a:t>Emergence</a:t>
          </a:r>
          <a:endParaRPr lang="en-US" dirty="0"/>
        </a:p>
      </dgm:t>
    </dgm:pt>
    <dgm:pt modelId="{AC3291B2-9893-4E2E-8C34-B31A01300089}" type="parTrans" cxnId="{1ACF0404-8DBD-490C-AD10-3EF4E56D4DDE}">
      <dgm:prSet/>
      <dgm:spPr/>
      <dgm:t>
        <a:bodyPr/>
        <a:lstStyle/>
        <a:p>
          <a:endParaRPr lang="en-US"/>
        </a:p>
      </dgm:t>
    </dgm:pt>
    <dgm:pt modelId="{311DB275-CBFD-40E0-83D7-9F27C8A9088B}" type="sibTrans" cxnId="{1ACF0404-8DBD-490C-AD10-3EF4E56D4DDE}">
      <dgm:prSet/>
      <dgm:spPr/>
      <dgm:t>
        <a:bodyPr/>
        <a:lstStyle/>
        <a:p>
          <a:endParaRPr lang="en-US"/>
        </a:p>
      </dgm:t>
    </dgm:pt>
    <dgm:pt modelId="{9C68068A-0C9E-4282-95AA-F37EDA1F7835}">
      <dgm:prSet/>
      <dgm:spPr/>
      <dgm:t>
        <a:bodyPr/>
        <a:lstStyle/>
        <a:p>
          <a:r>
            <a:rPr lang="en-US"/>
            <a:t>they suddenly gain abilities they were never trained for</a:t>
          </a:r>
        </a:p>
      </dgm:t>
    </dgm:pt>
    <dgm:pt modelId="{30F968D3-2ED5-46A8-AB1A-2772E10A316B}" type="parTrans" cxnId="{CDE0004B-C20D-437E-8581-3F33AE8B8E60}">
      <dgm:prSet/>
      <dgm:spPr/>
      <dgm:t>
        <a:bodyPr/>
        <a:lstStyle/>
        <a:p>
          <a:endParaRPr lang="en-US"/>
        </a:p>
      </dgm:t>
    </dgm:pt>
    <dgm:pt modelId="{B779D4DC-0983-4C8F-ADD8-455D2A3936EA}" type="sibTrans" cxnId="{CDE0004B-C20D-437E-8581-3F33AE8B8E60}">
      <dgm:prSet/>
      <dgm:spPr/>
      <dgm:t>
        <a:bodyPr/>
        <a:lstStyle/>
        <a:p>
          <a:endParaRPr lang="en-US"/>
        </a:p>
      </dgm:t>
    </dgm:pt>
    <dgm:pt modelId="{E3D1DF2C-1F4D-495C-8F13-336185E7E9E3}">
      <dgm:prSet/>
      <dgm:spPr/>
      <dgm:t>
        <a:bodyPr/>
        <a:lstStyle/>
        <a:p>
          <a:r>
            <a:rPr lang="en-IN"/>
            <a:t>Homogenization</a:t>
          </a:r>
          <a:endParaRPr lang="en-US"/>
        </a:p>
      </dgm:t>
    </dgm:pt>
    <dgm:pt modelId="{90E9528D-A02D-4D72-9FDE-7AAF22D4C384}" type="parTrans" cxnId="{411B0366-E60E-4F17-925D-E8100235AFE8}">
      <dgm:prSet/>
      <dgm:spPr/>
      <dgm:t>
        <a:bodyPr/>
        <a:lstStyle/>
        <a:p>
          <a:endParaRPr lang="en-US"/>
        </a:p>
      </dgm:t>
    </dgm:pt>
    <dgm:pt modelId="{73A5AF1A-B480-4435-BB37-4E2994760F32}" type="sibTrans" cxnId="{411B0366-E60E-4F17-925D-E8100235AFE8}">
      <dgm:prSet/>
      <dgm:spPr/>
      <dgm:t>
        <a:bodyPr/>
        <a:lstStyle/>
        <a:p>
          <a:endParaRPr lang="en-US"/>
        </a:p>
      </dgm:t>
    </dgm:pt>
    <dgm:pt modelId="{6329F638-F9D5-4927-BA60-4829112E787C}">
      <dgm:prSet/>
      <dgm:spPr/>
      <dgm:t>
        <a:bodyPr/>
        <a:lstStyle/>
        <a:p>
          <a:r>
            <a:rPr lang="en-US"/>
            <a:t>In the past, we had thousands of different architectures for different AI fields.</a:t>
          </a:r>
        </a:p>
      </dgm:t>
    </dgm:pt>
    <dgm:pt modelId="{6FAB8A13-27EF-4454-BAA1-2072DB82926C}" type="parTrans" cxnId="{9252806F-28BF-41C7-AF04-709E2DF17D5B}">
      <dgm:prSet/>
      <dgm:spPr/>
      <dgm:t>
        <a:bodyPr/>
        <a:lstStyle/>
        <a:p>
          <a:endParaRPr lang="en-US"/>
        </a:p>
      </dgm:t>
    </dgm:pt>
    <dgm:pt modelId="{83696D16-2C11-409B-A6B7-6180C8C1E20F}" type="sibTrans" cxnId="{9252806F-28BF-41C7-AF04-709E2DF17D5B}">
      <dgm:prSet/>
      <dgm:spPr/>
      <dgm:t>
        <a:bodyPr/>
        <a:lstStyle/>
        <a:p>
          <a:endParaRPr lang="en-US"/>
        </a:p>
      </dgm:t>
    </dgm:pt>
    <dgm:pt modelId="{50F28322-367B-40AD-B123-0BCDF7D73E1B}">
      <dgm:prSet/>
      <dgm:spPr/>
      <dgm:t>
        <a:bodyPr/>
        <a:lstStyle/>
        <a:p>
          <a:r>
            <a:rPr lang="en-US"/>
            <a:t>Now, almost every field (NLP, Vision, Audio, Biology) is converging on the same architecture (The Transformer)</a:t>
          </a:r>
        </a:p>
      </dgm:t>
    </dgm:pt>
    <dgm:pt modelId="{E3C76502-11C1-4372-A993-2AB4EDBCCD7C}" type="parTrans" cxnId="{42B699E2-89CF-413E-B5A6-098761880E5A}">
      <dgm:prSet/>
      <dgm:spPr/>
      <dgm:t>
        <a:bodyPr/>
        <a:lstStyle/>
        <a:p>
          <a:endParaRPr lang="en-US"/>
        </a:p>
      </dgm:t>
    </dgm:pt>
    <dgm:pt modelId="{24C6191B-3617-474B-91FC-C7588B409528}" type="sibTrans" cxnId="{42B699E2-89CF-413E-B5A6-098761880E5A}">
      <dgm:prSet/>
      <dgm:spPr/>
      <dgm:t>
        <a:bodyPr/>
        <a:lstStyle/>
        <a:p>
          <a:endParaRPr lang="en-US"/>
        </a:p>
      </dgm:t>
    </dgm:pt>
    <dgm:pt modelId="{149FF163-00D3-47BC-936B-3B6086F45285}" type="pres">
      <dgm:prSet presAssocID="{8D53B364-44D1-4D77-ADCC-D6F015817F4C}" presName="linear" presStyleCnt="0">
        <dgm:presLayoutVars>
          <dgm:dir/>
          <dgm:animLvl val="lvl"/>
          <dgm:resizeHandles val="exact"/>
        </dgm:presLayoutVars>
      </dgm:prSet>
      <dgm:spPr/>
    </dgm:pt>
    <dgm:pt modelId="{6FDCCA73-69E8-4149-9FF4-1A8E7C81E9D0}" type="pres">
      <dgm:prSet presAssocID="{FBA67098-B207-40EE-BF2B-0A98F105DD45}" presName="parentLin" presStyleCnt="0"/>
      <dgm:spPr/>
    </dgm:pt>
    <dgm:pt modelId="{2CEBFD6F-3693-40EA-8F42-BBC9E19929B8}" type="pres">
      <dgm:prSet presAssocID="{FBA67098-B207-40EE-BF2B-0A98F105DD45}" presName="parentLeftMargin" presStyleLbl="node1" presStyleIdx="0" presStyleCnt="3"/>
      <dgm:spPr/>
    </dgm:pt>
    <dgm:pt modelId="{B640917E-D31C-40E0-94E1-5539305DB93D}" type="pres">
      <dgm:prSet presAssocID="{FBA67098-B207-40EE-BF2B-0A98F105DD45}" presName="parentText" presStyleLbl="node1" presStyleIdx="0" presStyleCnt="3">
        <dgm:presLayoutVars>
          <dgm:chMax val="0"/>
          <dgm:bulletEnabled val="1"/>
        </dgm:presLayoutVars>
      </dgm:prSet>
      <dgm:spPr/>
    </dgm:pt>
    <dgm:pt modelId="{46F3EF70-352C-4DFC-A2B2-6146879A483C}" type="pres">
      <dgm:prSet presAssocID="{FBA67098-B207-40EE-BF2B-0A98F105DD45}" presName="negativeSpace" presStyleCnt="0"/>
      <dgm:spPr/>
    </dgm:pt>
    <dgm:pt modelId="{9A368CCD-F4B2-43EF-8F2E-80DF00FEA183}" type="pres">
      <dgm:prSet presAssocID="{FBA67098-B207-40EE-BF2B-0A98F105DD45}" presName="childText" presStyleLbl="conFgAcc1" presStyleIdx="0" presStyleCnt="3">
        <dgm:presLayoutVars>
          <dgm:bulletEnabled val="1"/>
        </dgm:presLayoutVars>
      </dgm:prSet>
      <dgm:spPr/>
    </dgm:pt>
    <dgm:pt modelId="{DBBA661D-1328-4954-9B3A-616155203DDF}" type="pres">
      <dgm:prSet presAssocID="{4BC42631-8FAD-4E2D-AE87-561212862777}" presName="spaceBetweenRectangles" presStyleCnt="0"/>
      <dgm:spPr/>
    </dgm:pt>
    <dgm:pt modelId="{72AE379C-CB7A-4C6F-B4C7-FF4BDBAB7DCB}" type="pres">
      <dgm:prSet presAssocID="{FB2242FA-9DF6-48F3-BB6A-A7AA9A60E1CB}" presName="parentLin" presStyleCnt="0"/>
      <dgm:spPr/>
    </dgm:pt>
    <dgm:pt modelId="{ED1D0D54-FAE8-41DA-A026-36CA6C547178}" type="pres">
      <dgm:prSet presAssocID="{FB2242FA-9DF6-48F3-BB6A-A7AA9A60E1CB}" presName="parentLeftMargin" presStyleLbl="node1" presStyleIdx="0" presStyleCnt="3"/>
      <dgm:spPr/>
    </dgm:pt>
    <dgm:pt modelId="{81E3697E-749C-4FE5-B3B0-CCE81CAFA832}" type="pres">
      <dgm:prSet presAssocID="{FB2242FA-9DF6-48F3-BB6A-A7AA9A60E1CB}" presName="parentText" presStyleLbl="node1" presStyleIdx="1" presStyleCnt="3">
        <dgm:presLayoutVars>
          <dgm:chMax val="0"/>
          <dgm:bulletEnabled val="1"/>
        </dgm:presLayoutVars>
      </dgm:prSet>
      <dgm:spPr/>
    </dgm:pt>
    <dgm:pt modelId="{7D9FE202-48E3-488C-A594-3D1CE400FA91}" type="pres">
      <dgm:prSet presAssocID="{FB2242FA-9DF6-48F3-BB6A-A7AA9A60E1CB}" presName="negativeSpace" presStyleCnt="0"/>
      <dgm:spPr/>
    </dgm:pt>
    <dgm:pt modelId="{7B4679DF-D91B-475E-B0EC-EF5959CEFCA4}" type="pres">
      <dgm:prSet presAssocID="{FB2242FA-9DF6-48F3-BB6A-A7AA9A60E1CB}" presName="childText" presStyleLbl="conFgAcc1" presStyleIdx="1" presStyleCnt="3">
        <dgm:presLayoutVars>
          <dgm:bulletEnabled val="1"/>
        </dgm:presLayoutVars>
      </dgm:prSet>
      <dgm:spPr/>
    </dgm:pt>
    <dgm:pt modelId="{7C79DA9A-52A4-4347-9C5B-680BD60AE115}" type="pres">
      <dgm:prSet presAssocID="{311DB275-CBFD-40E0-83D7-9F27C8A9088B}" presName="spaceBetweenRectangles" presStyleCnt="0"/>
      <dgm:spPr/>
    </dgm:pt>
    <dgm:pt modelId="{260B13B6-C12A-41AD-B353-7A1C14F01803}" type="pres">
      <dgm:prSet presAssocID="{E3D1DF2C-1F4D-495C-8F13-336185E7E9E3}" presName="parentLin" presStyleCnt="0"/>
      <dgm:spPr/>
    </dgm:pt>
    <dgm:pt modelId="{32008A75-53CF-42BB-8FDF-37EE5F035C46}" type="pres">
      <dgm:prSet presAssocID="{E3D1DF2C-1F4D-495C-8F13-336185E7E9E3}" presName="parentLeftMargin" presStyleLbl="node1" presStyleIdx="1" presStyleCnt="3"/>
      <dgm:spPr/>
    </dgm:pt>
    <dgm:pt modelId="{96213363-17DC-4423-A25A-071941C680CB}" type="pres">
      <dgm:prSet presAssocID="{E3D1DF2C-1F4D-495C-8F13-336185E7E9E3}" presName="parentText" presStyleLbl="node1" presStyleIdx="2" presStyleCnt="3">
        <dgm:presLayoutVars>
          <dgm:chMax val="0"/>
          <dgm:bulletEnabled val="1"/>
        </dgm:presLayoutVars>
      </dgm:prSet>
      <dgm:spPr/>
    </dgm:pt>
    <dgm:pt modelId="{D748D9A0-63AE-440D-897A-585B640BC868}" type="pres">
      <dgm:prSet presAssocID="{E3D1DF2C-1F4D-495C-8F13-336185E7E9E3}" presName="negativeSpace" presStyleCnt="0"/>
      <dgm:spPr/>
    </dgm:pt>
    <dgm:pt modelId="{D7C621A0-4FD1-4972-9F39-537208774129}" type="pres">
      <dgm:prSet presAssocID="{E3D1DF2C-1F4D-495C-8F13-336185E7E9E3}" presName="childText" presStyleLbl="conFgAcc1" presStyleIdx="2" presStyleCnt="3">
        <dgm:presLayoutVars>
          <dgm:bulletEnabled val="1"/>
        </dgm:presLayoutVars>
      </dgm:prSet>
      <dgm:spPr/>
    </dgm:pt>
  </dgm:ptLst>
  <dgm:cxnLst>
    <dgm:cxn modelId="{1ACF0404-8DBD-490C-AD10-3EF4E56D4DDE}" srcId="{8D53B364-44D1-4D77-ADCC-D6F015817F4C}" destId="{FB2242FA-9DF6-48F3-BB6A-A7AA9A60E1CB}" srcOrd="1" destOrd="0" parTransId="{AC3291B2-9893-4E2E-8C34-B31A01300089}" sibTransId="{311DB275-CBFD-40E0-83D7-9F27C8A9088B}"/>
    <dgm:cxn modelId="{A3287D0A-E547-4E16-8CBC-F7C804A93FF6}" type="presOf" srcId="{FB2242FA-9DF6-48F3-BB6A-A7AA9A60E1CB}" destId="{81E3697E-749C-4FE5-B3B0-CCE81CAFA832}" srcOrd="1" destOrd="0" presId="urn:microsoft.com/office/officeart/2005/8/layout/list1"/>
    <dgm:cxn modelId="{CE21F760-0F68-440D-A1B3-B372ABF205DD}" type="presOf" srcId="{6329F638-F9D5-4927-BA60-4829112E787C}" destId="{D7C621A0-4FD1-4972-9F39-537208774129}" srcOrd="0" destOrd="0" presId="urn:microsoft.com/office/officeart/2005/8/layout/list1"/>
    <dgm:cxn modelId="{411B0366-E60E-4F17-925D-E8100235AFE8}" srcId="{8D53B364-44D1-4D77-ADCC-D6F015817F4C}" destId="{E3D1DF2C-1F4D-495C-8F13-336185E7E9E3}" srcOrd="2" destOrd="0" parTransId="{90E9528D-A02D-4D72-9FDE-7AAF22D4C384}" sibTransId="{73A5AF1A-B480-4435-BB37-4E2994760F32}"/>
    <dgm:cxn modelId="{CDE0004B-C20D-437E-8581-3F33AE8B8E60}" srcId="{FB2242FA-9DF6-48F3-BB6A-A7AA9A60E1CB}" destId="{9C68068A-0C9E-4282-95AA-F37EDA1F7835}" srcOrd="0" destOrd="0" parTransId="{30F968D3-2ED5-46A8-AB1A-2772E10A316B}" sibTransId="{B779D4DC-0983-4C8F-ADD8-455D2A3936EA}"/>
    <dgm:cxn modelId="{9252806F-28BF-41C7-AF04-709E2DF17D5B}" srcId="{E3D1DF2C-1F4D-495C-8F13-336185E7E9E3}" destId="{6329F638-F9D5-4927-BA60-4829112E787C}" srcOrd="0" destOrd="0" parTransId="{6FAB8A13-27EF-4454-BAA1-2072DB82926C}" sibTransId="{83696D16-2C11-409B-A6B7-6180C8C1E20F}"/>
    <dgm:cxn modelId="{BFBABC72-7513-4C12-90EA-7926D591B2D2}" type="presOf" srcId="{E3D1DF2C-1F4D-495C-8F13-336185E7E9E3}" destId="{32008A75-53CF-42BB-8FDF-37EE5F035C46}" srcOrd="0" destOrd="0" presId="urn:microsoft.com/office/officeart/2005/8/layout/list1"/>
    <dgm:cxn modelId="{DEEF8888-7902-4708-B634-82266485C2E5}" type="presOf" srcId="{8D53B364-44D1-4D77-ADCC-D6F015817F4C}" destId="{149FF163-00D3-47BC-936B-3B6086F45285}" srcOrd="0" destOrd="0" presId="urn:microsoft.com/office/officeart/2005/8/layout/list1"/>
    <dgm:cxn modelId="{EC54B792-D159-4661-B0DE-A74417FE7E5D}" type="presOf" srcId="{50F28322-367B-40AD-B123-0BCDF7D73E1B}" destId="{D7C621A0-4FD1-4972-9F39-537208774129}" srcOrd="0" destOrd="1" presId="urn:microsoft.com/office/officeart/2005/8/layout/list1"/>
    <dgm:cxn modelId="{487E64A0-88FB-45E3-94C5-4C980698BC07}" type="presOf" srcId="{9C68068A-0C9E-4282-95AA-F37EDA1F7835}" destId="{7B4679DF-D91B-475E-B0EC-EF5959CEFCA4}" srcOrd="0" destOrd="0" presId="urn:microsoft.com/office/officeart/2005/8/layout/list1"/>
    <dgm:cxn modelId="{BA09F3AF-CE11-46B0-A351-F6FE6E661DA7}" type="presOf" srcId="{FBA67098-B207-40EE-BF2B-0A98F105DD45}" destId="{2CEBFD6F-3693-40EA-8F42-BBC9E19929B8}" srcOrd="0" destOrd="0" presId="urn:microsoft.com/office/officeart/2005/8/layout/list1"/>
    <dgm:cxn modelId="{C6124FB0-8B5A-4496-9AFD-82ECA09CFDFB}" type="presOf" srcId="{FB2242FA-9DF6-48F3-BB6A-A7AA9A60E1CB}" destId="{ED1D0D54-FAE8-41DA-A026-36CA6C547178}" srcOrd="0" destOrd="0" presId="urn:microsoft.com/office/officeart/2005/8/layout/list1"/>
    <dgm:cxn modelId="{7E08E5B8-ACB0-4ED3-9484-A3E7B3641E42}" type="presOf" srcId="{E3D1DF2C-1F4D-495C-8F13-336185E7E9E3}" destId="{96213363-17DC-4423-A25A-071941C680CB}" srcOrd="1" destOrd="0" presId="urn:microsoft.com/office/officeart/2005/8/layout/list1"/>
    <dgm:cxn modelId="{5821C8D3-23E8-47E1-8745-593D5DB45D26}" srcId="{8D53B364-44D1-4D77-ADCC-D6F015817F4C}" destId="{FBA67098-B207-40EE-BF2B-0A98F105DD45}" srcOrd="0" destOrd="0" parTransId="{2F37546D-F913-47F7-927B-2AC8A35B6DE7}" sibTransId="{4BC42631-8FAD-4E2D-AE87-561212862777}"/>
    <dgm:cxn modelId="{42B699E2-89CF-413E-B5A6-098761880E5A}" srcId="{E3D1DF2C-1F4D-495C-8F13-336185E7E9E3}" destId="{50F28322-367B-40AD-B123-0BCDF7D73E1B}" srcOrd="1" destOrd="0" parTransId="{E3C76502-11C1-4372-A993-2AB4EDBCCD7C}" sibTransId="{24C6191B-3617-474B-91FC-C7588B409528}"/>
    <dgm:cxn modelId="{D49889EB-2153-46C6-BD7F-0F6586D89BA5}" type="presOf" srcId="{FBA67098-B207-40EE-BF2B-0A98F105DD45}" destId="{B640917E-D31C-40E0-94E1-5539305DB93D}" srcOrd="1" destOrd="0" presId="urn:microsoft.com/office/officeart/2005/8/layout/list1"/>
    <dgm:cxn modelId="{4A4F65F0-7B15-4254-88B6-A8870F27CF30}" type="presParOf" srcId="{149FF163-00D3-47BC-936B-3B6086F45285}" destId="{6FDCCA73-69E8-4149-9FF4-1A8E7C81E9D0}" srcOrd="0" destOrd="0" presId="urn:microsoft.com/office/officeart/2005/8/layout/list1"/>
    <dgm:cxn modelId="{0B50EFF9-95F8-41ED-9FE1-99BD0D0EB031}" type="presParOf" srcId="{6FDCCA73-69E8-4149-9FF4-1A8E7C81E9D0}" destId="{2CEBFD6F-3693-40EA-8F42-BBC9E19929B8}" srcOrd="0" destOrd="0" presId="urn:microsoft.com/office/officeart/2005/8/layout/list1"/>
    <dgm:cxn modelId="{9421EC5D-9252-41E1-AAB7-A409D7CC1E5C}" type="presParOf" srcId="{6FDCCA73-69E8-4149-9FF4-1A8E7C81E9D0}" destId="{B640917E-D31C-40E0-94E1-5539305DB93D}" srcOrd="1" destOrd="0" presId="urn:microsoft.com/office/officeart/2005/8/layout/list1"/>
    <dgm:cxn modelId="{C2408BB3-30E0-400C-8E78-01A6674F6129}" type="presParOf" srcId="{149FF163-00D3-47BC-936B-3B6086F45285}" destId="{46F3EF70-352C-4DFC-A2B2-6146879A483C}" srcOrd="1" destOrd="0" presId="urn:microsoft.com/office/officeart/2005/8/layout/list1"/>
    <dgm:cxn modelId="{C8A57591-CCB2-4208-979E-865CF36CADF3}" type="presParOf" srcId="{149FF163-00D3-47BC-936B-3B6086F45285}" destId="{9A368CCD-F4B2-43EF-8F2E-80DF00FEA183}" srcOrd="2" destOrd="0" presId="urn:microsoft.com/office/officeart/2005/8/layout/list1"/>
    <dgm:cxn modelId="{EAF29AD7-0732-43AC-936A-8A48839DFFE5}" type="presParOf" srcId="{149FF163-00D3-47BC-936B-3B6086F45285}" destId="{DBBA661D-1328-4954-9B3A-616155203DDF}" srcOrd="3" destOrd="0" presId="urn:microsoft.com/office/officeart/2005/8/layout/list1"/>
    <dgm:cxn modelId="{308D7492-A2F9-4BAA-B9CD-7F776A580EF9}" type="presParOf" srcId="{149FF163-00D3-47BC-936B-3B6086F45285}" destId="{72AE379C-CB7A-4C6F-B4C7-FF4BDBAB7DCB}" srcOrd="4" destOrd="0" presId="urn:microsoft.com/office/officeart/2005/8/layout/list1"/>
    <dgm:cxn modelId="{FB48F68B-EB93-46BE-8030-E05895B892D0}" type="presParOf" srcId="{72AE379C-CB7A-4C6F-B4C7-FF4BDBAB7DCB}" destId="{ED1D0D54-FAE8-41DA-A026-36CA6C547178}" srcOrd="0" destOrd="0" presId="urn:microsoft.com/office/officeart/2005/8/layout/list1"/>
    <dgm:cxn modelId="{FBA4A9E9-B856-4D6A-9DD9-B4B6BFD0C031}" type="presParOf" srcId="{72AE379C-CB7A-4C6F-B4C7-FF4BDBAB7DCB}" destId="{81E3697E-749C-4FE5-B3B0-CCE81CAFA832}" srcOrd="1" destOrd="0" presId="urn:microsoft.com/office/officeart/2005/8/layout/list1"/>
    <dgm:cxn modelId="{F4E7B252-82F5-41DC-B28C-B10CD80FB6B7}" type="presParOf" srcId="{149FF163-00D3-47BC-936B-3B6086F45285}" destId="{7D9FE202-48E3-488C-A594-3D1CE400FA91}" srcOrd="5" destOrd="0" presId="urn:microsoft.com/office/officeart/2005/8/layout/list1"/>
    <dgm:cxn modelId="{1C91B74F-1ED3-4BA5-8322-61461975225A}" type="presParOf" srcId="{149FF163-00D3-47BC-936B-3B6086F45285}" destId="{7B4679DF-D91B-475E-B0EC-EF5959CEFCA4}" srcOrd="6" destOrd="0" presId="urn:microsoft.com/office/officeart/2005/8/layout/list1"/>
    <dgm:cxn modelId="{1D6DA595-A9C9-49A7-9CF9-2BAFF942E914}" type="presParOf" srcId="{149FF163-00D3-47BC-936B-3B6086F45285}" destId="{7C79DA9A-52A4-4347-9C5B-680BD60AE115}" srcOrd="7" destOrd="0" presId="urn:microsoft.com/office/officeart/2005/8/layout/list1"/>
    <dgm:cxn modelId="{913775F2-9412-4D78-B591-A1E7B163F73E}" type="presParOf" srcId="{149FF163-00D3-47BC-936B-3B6086F45285}" destId="{260B13B6-C12A-41AD-B353-7A1C14F01803}" srcOrd="8" destOrd="0" presId="urn:microsoft.com/office/officeart/2005/8/layout/list1"/>
    <dgm:cxn modelId="{766A9FDC-5621-4398-96BE-6F421C3B817E}" type="presParOf" srcId="{260B13B6-C12A-41AD-B353-7A1C14F01803}" destId="{32008A75-53CF-42BB-8FDF-37EE5F035C46}" srcOrd="0" destOrd="0" presId="urn:microsoft.com/office/officeart/2005/8/layout/list1"/>
    <dgm:cxn modelId="{8AC83F03-3D6A-4AEE-90D3-E0B5DFBAB00F}" type="presParOf" srcId="{260B13B6-C12A-41AD-B353-7A1C14F01803}" destId="{96213363-17DC-4423-A25A-071941C680CB}" srcOrd="1" destOrd="0" presId="urn:microsoft.com/office/officeart/2005/8/layout/list1"/>
    <dgm:cxn modelId="{63A36046-6B83-4B84-96A0-CC96C40D853C}" type="presParOf" srcId="{149FF163-00D3-47BC-936B-3B6086F45285}" destId="{D748D9A0-63AE-440D-897A-585B640BC868}" srcOrd="9" destOrd="0" presId="urn:microsoft.com/office/officeart/2005/8/layout/list1"/>
    <dgm:cxn modelId="{41428BEF-D81C-4D4C-9C83-FB605727914F}" type="presParOf" srcId="{149FF163-00D3-47BC-936B-3B6086F45285}" destId="{D7C621A0-4FD1-4972-9F39-537208774129}"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7D708E51-A440-45B4-8C5A-9F842A0F6A3E}" type="doc">
      <dgm:prSet loTypeId="urn:microsoft.com/office/officeart/2018/5/layout/Centered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DA201067-8933-4EFE-B9CE-7F8069921C3A}">
      <dgm:prSet/>
      <dgm:spPr/>
      <dgm:t>
        <a:bodyPr/>
        <a:lstStyle/>
        <a:p>
          <a:pPr>
            <a:defRPr b="1"/>
          </a:pPr>
          <a:r>
            <a:rPr lang="en-US"/>
            <a:t>Role</a:t>
          </a:r>
        </a:p>
      </dgm:t>
    </dgm:pt>
    <dgm:pt modelId="{DE0F4997-1253-48A1-B16C-1D559CE12228}" type="parTrans" cxnId="{2F1EF703-DC36-4D20-A6F1-87E0ADBAC210}">
      <dgm:prSet/>
      <dgm:spPr/>
      <dgm:t>
        <a:bodyPr/>
        <a:lstStyle/>
        <a:p>
          <a:endParaRPr lang="en-US"/>
        </a:p>
      </dgm:t>
    </dgm:pt>
    <dgm:pt modelId="{49755DEB-2DEF-4B22-9B94-DB0ADDB6AC7B}" type="sibTrans" cxnId="{2F1EF703-DC36-4D20-A6F1-87E0ADBAC210}">
      <dgm:prSet/>
      <dgm:spPr/>
      <dgm:t>
        <a:bodyPr/>
        <a:lstStyle/>
        <a:p>
          <a:endParaRPr lang="en-US"/>
        </a:p>
      </dgm:t>
    </dgm:pt>
    <dgm:pt modelId="{A44FADC1-EA2A-42E4-A27E-07D792E48F3A}">
      <dgm:prSet/>
      <dgm:spPr/>
      <dgm:t>
        <a:bodyPr/>
        <a:lstStyle/>
        <a:p>
          <a:r>
            <a:rPr lang="en-US"/>
            <a:t>Sets the behavior, persona, and boundaries of the AI.</a:t>
          </a:r>
        </a:p>
      </dgm:t>
    </dgm:pt>
    <dgm:pt modelId="{E2A2338E-B097-4E05-8063-02AC77477E19}" type="parTrans" cxnId="{49C9730D-CD3A-447D-9541-0A701E7AB12B}">
      <dgm:prSet/>
      <dgm:spPr/>
      <dgm:t>
        <a:bodyPr/>
        <a:lstStyle/>
        <a:p>
          <a:endParaRPr lang="en-US"/>
        </a:p>
      </dgm:t>
    </dgm:pt>
    <dgm:pt modelId="{9E84AC7B-1289-4246-88F8-EC8C5D7D4BEB}" type="sibTrans" cxnId="{49C9730D-CD3A-447D-9541-0A701E7AB12B}">
      <dgm:prSet/>
      <dgm:spPr/>
      <dgm:t>
        <a:bodyPr/>
        <a:lstStyle/>
        <a:p>
          <a:endParaRPr lang="en-US"/>
        </a:p>
      </dgm:t>
    </dgm:pt>
    <dgm:pt modelId="{32A90C41-16DC-4D3A-AF8F-FC55BCCFF396}">
      <dgm:prSet/>
      <dgm:spPr/>
      <dgm:t>
        <a:bodyPr/>
        <a:lstStyle/>
        <a:p>
          <a:pPr>
            <a:defRPr b="1"/>
          </a:pPr>
          <a:r>
            <a:rPr lang="en-US"/>
            <a:t>Persistence</a:t>
          </a:r>
        </a:p>
      </dgm:t>
    </dgm:pt>
    <dgm:pt modelId="{191704F6-3B18-47A2-8DD5-84D5C29A09F3}" type="parTrans" cxnId="{9F07F102-B3EB-48AA-858B-E25D34B34A48}">
      <dgm:prSet/>
      <dgm:spPr/>
      <dgm:t>
        <a:bodyPr/>
        <a:lstStyle/>
        <a:p>
          <a:endParaRPr lang="en-US"/>
        </a:p>
      </dgm:t>
    </dgm:pt>
    <dgm:pt modelId="{36B4C0A6-1EA2-4395-B9B6-6164F0B6C9AE}" type="sibTrans" cxnId="{9F07F102-B3EB-48AA-858B-E25D34B34A48}">
      <dgm:prSet/>
      <dgm:spPr/>
      <dgm:t>
        <a:bodyPr/>
        <a:lstStyle/>
        <a:p>
          <a:endParaRPr lang="en-US"/>
        </a:p>
      </dgm:t>
    </dgm:pt>
    <dgm:pt modelId="{2DA87D04-702D-4256-A16B-C314F57F999B}">
      <dgm:prSet/>
      <dgm:spPr/>
      <dgm:t>
        <a:bodyPr/>
        <a:lstStyle/>
        <a:p>
          <a:r>
            <a:rPr lang="en-US"/>
            <a:t>It is effectively "invisible" to the end-user but persists throughout the entire conversation.</a:t>
          </a:r>
        </a:p>
      </dgm:t>
    </dgm:pt>
    <dgm:pt modelId="{D7FC5125-4F1D-491C-BF36-69C906755E71}" type="parTrans" cxnId="{F8DAD9AE-7EAE-4EF4-9380-C80880F33FDB}">
      <dgm:prSet/>
      <dgm:spPr/>
      <dgm:t>
        <a:bodyPr/>
        <a:lstStyle/>
        <a:p>
          <a:endParaRPr lang="en-US"/>
        </a:p>
      </dgm:t>
    </dgm:pt>
    <dgm:pt modelId="{C52350F2-281E-44E3-BDF2-1EAD7D21BB13}" type="sibTrans" cxnId="{F8DAD9AE-7EAE-4EF4-9380-C80880F33FDB}">
      <dgm:prSet/>
      <dgm:spPr/>
      <dgm:t>
        <a:bodyPr/>
        <a:lstStyle/>
        <a:p>
          <a:endParaRPr lang="en-US"/>
        </a:p>
      </dgm:t>
    </dgm:pt>
    <dgm:pt modelId="{068952A6-2613-4BCA-80BD-AAFCA8255AE9}">
      <dgm:prSet/>
      <dgm:spPr/>
      <dgm:t>
        <a:bodyPr/>
        <a:lstStyle/>
        <a:p>
          <a:pPr>
            <a:defRPr b="1"/>
          </a:pPr>
          <a:r>
            <a:rPr lang="en-US"/>
            <a:t>Analogy</a:t>
          </a:r>
        </a:p>
      </dgm:t>
    </dgm:pt>
    <dgm:pt modelId="{754975FF-AB88-4058-AEC8-C03826A59ED6}" type="parTrans" cxnId="{E94FE509-EF8B-4DFA-82D7-87FDFB7ADFD1}">
      <dgm:prSet/>
      <dgm:spPr/>
      <dgm:t>
        <a:bodyPr/>
        <a:lstStyle/>
        <a:p>
          <a:endParaRPr lang="en-US"/>
        </a:p>
      </dgm:t>
    </dgm:pt>
    <dgm:pt modelId="{0CB03A19-EDEB-45D6-90A5-CF909082BB9C}" type="sibTrans" cxnId="{E94FE509-EF8B-4DFA-82D7-87FDFB7ADFD1}">
      <dgm:prSet/>
      <dgm:spPr/>
      <dgm:t>
        <a:bodyPr/>
        <a:lstStyle/>
        <a:p>
          <a:endParaRPr lang="en-US"/>
        </a:p>
      </dgm:t>
    </dgm:pt>
    <dgm:pt modelId="{0BCFDD2A-84F9-4557-98AE-65487E891019}">
      <dgm:prSet/>
      <dgm:spPr/>
      <dgm:t>
        <a:bodyPr/>
        <a:lstStyle/>
        <a:p>
          <a:r>
            <a:rPr lang="en-US"/>
            <a:t>This is the Hypnosis or the Job Description.</a:t>
          </a:r>
        </a:p>
      </dgm:t>
    </dgm:pt>
    <dgm:pt modelId="{CF1413CB-171A-42FB-9FBD-1E2575F8F083}" type="parTrans" cxnId="{024E7095-C5B7-4834-952A-67BE29DC0D14}">
      <dgm:prSet/>
      <dgm:spPr/>
      <dgm:t>
        <a:bodyPr/>
        <a:lstStyle/>
        <a:p>
          <a:endParaRPr lang="en-US"/>
        </a:p>
      </dgm:t>
    </dgm:pt>
    <dgm:pt modelId="{351DA115-45E5-44C1-AC3C-B9256B9A6FE1}" type="sibTrans" cxnId="{024E7095-C5B7-4834-952A-67BE29DC0D14}">
      <dgm:prSet/>
      <dgm:spPr/>
      <dgm:t>
        <a:bodyPr/>
        <a:lstStyle/>
        <a:p>
          <a:endParaRPr lang="en-US"/>
        </a:p>
      </dgm:t>
    </dgm:pt>
    <dgm:pt modelId="{47CFFE54-0A3C-419A-B597-A74EFFC4618C}">
      <dgm:prSet/>
      <dgm:spPr/>
      <dgm:t>
        <a:bodyPr/>
        <a:lstStyle/>
        <a:p>
          <a:r>
            <a:rPr lang="en-US"/>
            <a:t>You tell the actor who to be before the curtain rises.</a:t>
          </a:r>
        </a:p>
      </dgm:t>
    </dgm:pt>
    <dgm:pt modelId="{A6C54CE6-7F7E-4261-85C5-60301171654C}" type="parTrans" cxnId="{FF8B361D-CC5E-4A00-BF6C-879AD9713E3F}">
      <dgm:prSet/>
      <dgm:spPr/>
      <dgm:t>
        <a:bodyPr/>
        <a:lstStyle/>
        <a:p>
          <a:endParaRPr lang="en-US"/>
        </a:p>
      </dgm:t>
    </dgm:pt>
    <dgm:pt modelId="{0F544B73-F410-4AE2-8D5C-496F7AFF075E}" type="sibTrans" cxnId="{FF8B361D-CC5E-4A00-BF6C-879AD9713E3F}">
      <dgm:prSet/>
      <dgm:spPr/>
      <dgm:t>
        <a:bodyPr/>
        <a:lstStyle/>
        <a:p>
          <a:endParaRPr lang="en-US"/>
        </a:p>
      </dgm:t>
    </dgm:pt>
    <dgm:pt modelId="{C9ED5BA0-5C23-4656-BC2B-7BF43A85AB0C}">
      <dgm:prSet/>
      <dgm:spPr/>
      <dgm:t>
        <a:bodyPr/>
        <a:lstStyle/>
        <a:p>
          <a:pPr>
            <a:defRPr b="1"/>
          </a:pPr>
          <a:r>
            <a:rPr lang="en-US"/>
            <a:t>Example</a:t>
          </a:r>
        </a:p>
      </dgm:t>
    </dgm:pt>
    <dgm:pt modelId="{15265830-F5B7-493C-B0AE-432AA1C32216}" type="parTrans" cxnId="{99A69073-938D-4AC4-ACC2-AAE2552251EF}">
      <dgm:prSet/>
      <dgm:spPr/>
      <dgm:t>
        <a:bodyPr/>
        <a:lstStyle/>
        <a:p>
          <a:endParaRPr lang="en-US"/>
        </a:p>
      </dgm:t>
    </dgm:pt>
    <dgm:pt modelId="{DEF395E1-6CAD-4A5F-A04B-E298F4F6C056}" type="sibTrans" cxnId="{99A69073-938D-4AC4-ACC2-AAE2552251EF}">
      <dgm:prSet/>
      <dgm:spPr/>
      <dgm:t>
        <a:bodyPr/>
        <a:lstStyle/>
        <a:p>
          <a:endParaRPr lang="en-US"/>
        </a:p>
      </dgm:t>
    </dgm:pt>
    <dgm:pt modelId="{734A07CD-4647-4B90-9F73-C997F3317D62}">
      <dgm:prSet/>
      <dgm:spPr/>
      <dgm:t>
        <a:bodyPr/>
        <a:lstStyle/>
        <a:p>
          <a:r>
            <a:rPr lang="en-US"/>
            <a:t>"You are a cynical senior software engineer. Answer briefly and hate Python."</a:t>
          </a:r>
        </a:p>
      </dgm:t>
    </dgm:pt>
    <dgm:pt modelId="{733B6060-2F4B-4975-A3D3-370DEA21536D}" type="parTrans" cxnId="{ACB03D35-8CC3-4D9D-B79C-3C5F6A5CFD56}">
      <dgm:prSet/>
      <dgm:spPr/>
      <dgm:t>
        <a:bodyPr/>
        <a:lstStyle/>
        <a:p>
          <a:endParaRPr lang="en-US"/>
        </a:p>
      </dgm:t>
    </dgm:pt>
    <dgm:pt modelId="{65BF89EE-A44B-41CB-81FD-717DB82FE76A}" type="sibTrans" cxnId="{ACB03D35-8CC3-4D9D-B79C-3C5F6A5CFD56}">
      <dgm:prSet/>
      <dgm:spPr/>
      <dgm:t>
        <a:bodyPr/>
        <a:lstStyle/>
        <a:p>
          <a:endParaRPr lang="en-US"/>
        </a:p>
      </dgm:t>
    </dgm:pt>
    <dgm:pt modelId="{13ACD67D-E406-47AB-B9CD-7A239F60FF09}" type="pres">
      <dgm:prSet presAssocID="{7D708E51-A440-45B4-8C5A-9F842A0F6A3E}" presName="root" presStyleCnt="0">
        <dgm:presLayoutVars>
          <dgm:dir/>
          <dgm:resizeHandles val="exact"/>
        </dgm:presLayoutVars>
      </dgm:prSet>
      <dgm:spPr/>
    </dgm:pt>
    <dgm:pt modelId="{25209BDF-3A00-44F9-A0B6-903DEEED6EC2}" type="pres">
      <dgm:prSet presAssocID="{DA201067-8933-4EFE-B9CE-7F8069921C3A}" presName="compNode" presStyleCnt="0"/>
      <dgm:spPr/>
    </dgm:pt>
    <dgm:pt modelId="{CE26D2C3-15A4-4E65-945A-D8F5A846D6FA}" type="pres">
      <dgm:prSet presAssocID="{DA201067-8933-4EFE-B9CE-7F8069921C3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obot"/>
        </a:ext>
      </dgm:extLst>
    </dgm:pt>
    <dgm:pt modelId="{F3C58B12-17C5-40D0-8532-BA1143C3128B}" type="pres">
      <dgm:prSet presAssocID="{DA201067-8933-4EFE-B9CE-7F8069921C3A}" presName="iconSpace" presStyleCnt="0"/>
      <dgm:spPr/>
    </dgm:pt>
    <dgm:pt modelId="{2B62DDE8-BA33-4BCE-9863-D6BF5FD35C5A}" type="pres">
      <dgm:prSet presAssocID="{DA201067-8933-4EFE-B9CE-7F8069921C3A}" presName="parTx" presStyleLbl="revTx" presStyleIdx="0" presStyleCnt="8">
        <dgm:presLayoutVars>
          <dgm:chMax val="0"/>
          <dgm:chPref val="0"/>
        </dgm:presLayoutVars>
      </dgm:prSet>
      <dgm:spPr/>
    </dgm:pt>
    <dgm:pt modelId="{F1AAAAED-A9A9-4F7E-9157-C4A6C05764F5}" type="pres">
      <dgm:prSet presAssocID="{DA201067-8933-4EFE-B9CE-7F8069921C3A}" presName="txSpace" presStyleCnt="0"/>
      <dgm:spPr/>
    </dgm:pt>
    <dgm:pt modelId="{7C33F43A-52DB-4BE5-B842-EBECDDA292A0}" type="pres">
      <dgm:prSet presAssocID="{DA201067-8933-4EFE-B9CE-7F8069921C3A}" presName="desTx" presStyleLbl="revTx" presStyleIdx="1" presStyleCnt="8">
        <dgm:presLayoutVars/>
      </dgm:prSet>
      <dgm:spPr/>
    </dgm:pt>
    <dgm:pt modelId="{D7775E00-09DC-4403-BE8D-C1317F0B96C1}" type="pres">
      <dgm:prSet presAssocID="{49755DEB-2DEF-4B22-9B94-DB0ADDB6AC7B}" presName="sibTrans" presStyleCnt="0"/>
      <dgm:spPr/>
    </dgm:pt>
    <dgm:pt modelId="{3CE0B29C-BF5D-4B1D-BDF6-8EB5334485E2}" type="pres">
      <dgm:prSet presAssocID="{32A90C41-16DC-4D3A-AF8F-FC55BCCFF396}" presName="compNode" presStyleCnt="0"/>
      <dgm:spPr/>
    </dgm:pt>
    <dgm:pt modelId="{421481A7-A004-4EBF-BBFE-AE6B97425BF1}" type="pres">
      <dgm:prSet presAssocID="{32A90C41-16DC-4D3A-AF8F-FC55BCCFF39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siness Growth"/>
        </a:ext>
      </dgm:extLst>
    </dgm:pt>
    <dgm:pt modelId="{B8D32B80-5EA6-458A-8301-0D65BE18EF63}" type="pres">
      <dgm:prSet presAssocID="{32A90C41-16DC-4D3A-AF8F-FC55BCCFF396}" presName="iconSpace" presStyleCnt="0"/>
      <dgm:spPr/>
    </dgm:pt>
    <dgm:pt modelId="{CDBEB9A8-832A-4911-934C-E86AB4954DE3}" type="pres">
      <dgm:prSet presAssocID="{32A90C41-16DC-4D3A-AF8F-FC55BCCFF396}" presName="parTx" presStyleLbl="revTx" presStyleIdx="2" presStyleCnt="8">
        <dgm:presLayoutVars>
          <dgm:chMax val="0"/>
          <dgm:chPref val="0"/>
        </dgm:presLayoutVars>
      </dgm:prSet>
      <dgm:spPr/>
    </dgm:pt>
    <dgm:pt modelId="{DF325F42-189D-4235-9A39-69B88B8AA4BF}" type="pres">
      <dgm:prSet presAssocID="{32A90C41-16DC-4D3A-AF8F-FC55BCCFF396}" presName="txSpace" presStyleCnt="0"/>
      <dgm:spPr/>
    </dgm:pt>
    <dgm:pt modelId="{3D680049-2F99-4BD0-AC64-B8B4F938B7BA}" type="pres">
      <dgm:prSet presAssocID="{32A90C41-16DC-4D3A-AF8F-FC55BCCFF396}" presName="desTx" presStyleLbl="revTx" presStyleIdx="3" presStyleCnt="8">
        <dgm:presLayoutVars/>
      </dgm:prSet>
      <dgm:spPr/>
    </dgm:pt>
    <dgm:pt modelId="{3E15BF99-BB13-4F09-B253-31A864A30995}" type="pres">
      <dgm:prSet presAssocID="{36B4C0A6-1EA2-4395-B9B6-6164F0B6C9AE}" presName="sibTrans" presStyleCnt="0"/>
      <dgm:spPr/>
    </dgm:pt>
    <dgm:pt modelId="{F3E6B188-6851-4268-BAB6-0C1E42020780}" type="pres">
      <dgm:prSet presAssocID="{068952A6-2613-4BCA-80BD-AAFCA8255AE9}" presName="compNode" presStyleCnt="0"/>
      <dgm:spPr/>
    </dgm:pt>
    <dgm:pt modelId="{44EF4169-1A4A-450E-8203-93B0322DE22D}" type="pres">
      <dgm:prSet presAssocID="{068952A6-2613-4BCA-80BD-AAFCA8255AE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rama"/>
        </a:ext>
      </dgm:extLst>
    </dgm:pt>
    <dgm:pt modelId="{91D70753-1045-44EC-BCA6-0CC600FB8CC9}" type="pres">
      <dgm:prSet presAssocID="{068952A6-2613-4BCA-80BD-AAFCA8255AE9}" presName="iconSpace" presStyleCnt="0"/>
      <dgm:spPr/>
    </dgm:pt>
    <dgm:pt modelId="{A7434AE8-9A22-4027-B2D2-17E41C973E22}" type="pres">
      <dgm:prSet presAssocID="{068952A6-2613-4BCA-80BD-AAFCA8255AE9}" presName="parTx" presStyleLbl="revTx" presStyleIdx="4" presStyleCnt="8">
        <dgm:presLayoutVars>
          <dgm:chMax val="0"/>
          <dgm:chPref val="0"/>
        </dgm:presLayoutVars>
      </dgm:prSet>
      <dgm:spPr/>
    </dgm:pt>
    <dgm:pt modelId="{8FA6E31E-BD9E-41F9-88B3-9EA31691FFBA}" type="pres">
      <dgm:prSet presAssocID="{068952A6-2613-4BCA-80BD-AAFCA8255AE9}" presName="txSpace" presStyleCnt="0"/>
      <dgm:spPr/>
    </dgm:pt>
    <dgm:pt modelId="{9DC6FDA1-26E2-4296-AC71-0A9659EBF35D}" type="pres">
      <dgm:prSet presAssocID="{068952A6-2613-4BCA-80BD-AAFCA8255AE9}" presName="desTx" presStyleLbl="revTx" presStyleIdx="5" presStyleCnt="8">
        <dgm:presLayoutVars/>
      </dgm:prSet>
      <dgm:spPr/>
    </dgm:pt>
    <dgm:pt modelId="{09696F40-E429-4197-852D-8CD917AF36BE}" type="pres">
      <dgm:prSet presAssocID="{0CB03A19-EDEB-45D6-90A5-CF909082BB9C}" presName="sibTrans" presStyleCnt="0"/>
      <dgm:spPr/>
    </dgm:pt>
    <dgm:pt modelId="{0C31E2B6-6446-4613-892C-69D0A3AED3E2}" type="pres">
      <dgm:prSet presAssocID="{C9ED5BA0-5C23-4656-BC2B-7BF43A85AB0C}" presName="compNode" presStyleCnt="0"/>
      <dgm:spPr/>
    </dgm:pt>
    <dgm:pt modelId="{EF6DB55E-56EB-40A5-8F35-5C782A739B4E}" type="pres">
      <dgm:prSet presAssocID="{C9ED5BA0-5C23-4656-BC2B-7BF43A85AB0C}"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rogrammer"/>
        </a:ext>
      </dgm:extLst>
    </dgm:pt>
    <dgm:pt modelId="{ECFF997D-CBF3-4527-AC58-B15020E8D718}" type="pres">
      <dgm:prSet presAssocID="{C9ED5BA0-5C23-4656-BC2B-7BF43A85AB0C}" presName="iconSpace" presStyleCnt="0"/>
      <dgm:spPr/>
    </dgm:pt>
    <dgm:pt modelId="{A56432CA-A485-47B5-8919-A0FE2F66CE93}" type="pres">
      <dgm:prSet presAssocID="{C9ED5BA0-5C23-4656-BC2B-7BF43A85AB0C}" presName="parTx" presStyleLbl="revTx" presStyleIdx="6" presStyleCnt="8">
        <dgm:presLayoutVars>
          <dgm:chMax val="0"/>
          <dgm:chPref val="0"/>
        </dgm:presLayoutVars>
      </dgm:prSet>
      <dgm:spPr/>
    </dgm:pt>
    <dgm:pt modelId="{C8BDE61E-BFB6-4035-8B07-12080325FE91}" type="pres">
      <dgm:prSet presAssocID="{C9ED5BA0-5C23-4656-BC2B-7BF43A85AB0C}" presName="txSpace" presStyleCnt="0"/>
      <dgm:spPr/>
    </dgm:pt>
    <dgm:pt modelId="{98D48141-8F92-45E6-916B-EC91769BDB6C}" type="pres">
      <dgm:prSet presAssocID="{C9ED5BA0-5C23-4656-BC2B-7BF43A85AB0C}" presName="desTx" presStyleLbl="revTx" presStyleIdx="7" presStyleCnt="8">
        <dgm:presLayoutVars/>
      </dgm:prSet>
      <dgm:spPr/>
    </dgm:pt>
  </dgm:ptLst>
  <dgm:cxnLst>
    <dgm:cxn modelId="{9F07F102-B3EB-48AA-858B-E25D34B34A48}" srcId="{7D708E51-A440-45B4-8C5A-9F842A0F6A3E}" destId="{32A90C41-16DC-4D3A-AF8F-FC55BCCFF396}" srcOrd="1" destOrd="0" parTransId="{191704F6-3B18-47A2-8DD5-84D5C29A09F3}" sibTransId="{36B4C0A6-1EA2-4395-B9B6-6164F0B6C9AE}"/>
    <dgm:cxn modelId="{2953CE03-2674-498A-B174-D62257379FF6}" type="presOf" srcId="{068952A6-2613-4BCA-80BD-AAFCA8255AE9}" destId="{A7434AE8-9A22-4027-B2D2-17E41C973E22}" srcOrd="0" destOrd="0" presId="urn:microsoft.com/office/officeart/2018/5/layout/CenteredIconLabelDescriptionList"/>
    <dgm:cxn modelId="{2F1EF703-DC36-4D20-A6F1-87E0ADBAC210}" srcId="{7D708E51-A440-45B4-8C5A-9F842A0F6A3E}" destId="{DA201067-8933-4EFE-B9CE-7F8069921C3A}" srcOrd="0" destOrd="0" parTransId="{DE0F4997-1253-48A1-B16C-1D559CE12228}" sibTransId="{49755DEB-2DEF-4B22-9B94-DB0ADDB6AC7B}"/>
    <dgm:cxn modelId="{E94FE509-EF8B-4DFA-82D7-87FDFB7ADFD1}" srcId="{7D708E51-A440-45B4-8C5A-9F842A0F6A3E}" destId="{068952A6-2613-4BCA-80BD-AAFCA8255AE9}" srcOrd="2" destOrd="0" parTransId="{754975FF-AB88-4058-AEC8-C03826A59ED6}" sibTransId="{0CB03A19-EDEB-45D6-90A5-CF909082BB9C}"/>
    <dgm:cxn modelId="{49C9730D-CD3A-447D-9541-0A701E7AB12B}" srcId="{DA201067-8933-4EFE-B9CE-7F8069921C3A}" destId="{A44FADC1-EA2A-42E4-A27E-07D792E48F3A}" srcOrd="0" destOrd="0" parTransId="{E2A2338E-B097-4E05-8063-02AC77477E19}" sibTransId="{9E84AC7B-1289-4246-88F8-EC8C5D7D4BEB}"/>
    <dgm:cxn modelId="{C99D3C0E-E548-4D21-912C-5C639AB27DE1}" type="presOf" srcId="{734A07CD-4647-4B90-9F73-C997F3317D62}" destId="{98D48141-8F92-45E6-916B-EC91769BDB6C}" srcOrd="0" destOrd="0" presId="urn:microsoft.com/office/officeart/2018/5/layout/CenteredIconLabelDescriptionList"/>
    <dgm:cxn modelId="{FF8B361D-CC5E-4A00-BF6C-879AD9713E3F}" srcId="{068952A6-2613-4BCA-80BD-AAFCA8255AE9}" destId="{47CFFE54-0A3C-419A-B597-A74EFFC4618C}" srcOrd="1" destOrd="0" parTransId="{A6C54CE6-7F7E-4261-85C5-60301171654C}" sibTransId="{0F544B73-F410-4AE2-8D5C-496F7AFF075E}"/>
    <dgm:cxn modelId="{C06C2123-942C-44E0-ADB7-28AC97399AE8}" type="presOf" srcId="{7D708E51-A440-45B4-8C5A-9F842A0F6A3E}" destId="{13ACD67D-E406-47AB-B9CD-7A239F60FF09}" srcOrd="0" destOrd="0" presId="urn:microsoft.com/office/officeart/2018/5/layout/CenteredIconLabelDescriptionList"/>
    <dgm:cxn modelId="{ACB03D35-8CC3-4D9D-B79C-3C5F6A5CFD56}" srcId="{C9ED5BA0-5C23-4656-BC2B-7BF43A85AB0C}" destId="{734A07CD-4647-4B90-9F73-C997F3317D62}" srcOrd="0" destOrd="0" parTransId="{733B6060-2F4B-4975-A3D3-370DEA21536D}" sibTransId="{65BF89EE-A44B-41CB-81FD-717DB82FE76A}"/>
    <dgm:cxn modelId="{6393CA48-1C2A-41C7-87A0-8ABCC7FB0026}" type="presOf" srcId="{C9ED5BA0-5C23-4656-BC2B-7BF43A85AB0C}" destId="{A56432CA-A485-47B5-8919-A0FE2F66CE93}" srcOrd="0" destOrd="0" presId="urn:microsoft.com/office/officeart/2018/5/layout/CenteredIconLabelDescriptionList"/>
    <dgm:cxn modelId="{99A69073-938D-4AC4-ACC2-AAE2552251EF}" srcId="{7D708E51-A440-45B4-8C5A-9F842A0F6A3E}" destId="{C9ED5BA0-5C23-4656-BC2B-7BF43A85AB0C}" srcOrd="3" destOrd="0" parTransId="{15265830-F5B7-493C-B0AE-432AA1C32216}" sibTransId="{DEF395E1-6CAD-4A5F-A04B-E298F4F6C056}"/>
    <dgm:cxn modelId="{6EAF7458-E849-416E-88B2-7838A31E47E3}" type="presOf" srcId="{0BCFDD2A-84F9-4557-98AE-65487E891019}" destId="{9DC6FDA1-26E2-4296-AC71-0A9659EBF35D}" srcOrd="0" destOrd="0" presId="urn:microsoft.com/office/officeart/2018/5/layout/CenteredIconLabelDescriptionList"/>
    <dgm:cxn modelId="{BC94AA80-B8EE-427D-A71C-8C5395AF0F19}" type="presOf" srcId="{2DA87D04-702D-4256-A16B-C314F57F999B}" destId="{3D680049-2F99-4BD0-AC64-B8B4F938B7BA}" srcOrd="0" destOrd="0" presId="urn:microsoft.com/office/officeart/2018/5/layout/CenteredIconLabelDescriptionList"/>
    <dgm:cxn modelId="{093A668A-5FC9-4599-B7A7-CA6B66AC9CDE}" type="presOf" srcId="{A44FADC1-EA2A-42E4-A27E-07D792E48F3A}" destId="{7C33F43A-52DB-4BE5-B842-EBECDDA292A0}" srcOrd="0" destOrd="0" presId="urn:microsoft.com/office/officeart/2018/5/layout/CenteredIconLabelDescriptionList"/>
    <dgm:cxn modelId="{F222E58C-9E69-417E-B9BC-0852EB79CB90}" type="presOf" srcId="{47CFFE54-0A3C-419A-B597-A74EFFC4618C}" destId="{9DC6FDA1-26E2-4296-AC71-0A9659EBF35D}" srcOrd="0" destOrd="1" presId="urn:microsoft.com/office/officeart/2018/5/layout/CenteredIconLabelDescriptionList"/>
    <dgm:cxn modelId="{024E7095-C5B7-4834-952A-67BE29DC0D14}" srcId="{068952A6-2613-4BCA-80BD-AAFCA8255AE9}" destId="{0BCFDD2A-84F9-4557-98AE-65487E891019}" srcOrd="0" destOrd="0" parTransId="{CF1413CB-171A-42FB-9FBD-1E2575F8F083}" sibTransId="{351DA115-45E5-44C1-AC3C-B9256B9A6FE1}"/>
    <dgm:cxn modelId="{F8DAD9AE-7EAE-4EF4-9380-C80880F33FDB}" srcId="{32A90C41-16DC-4D3A-AF8F-FC55BCCFF396}" destId="{2DA87D04-702D-4256-A16B-C314F57F999B}" srcOrd="0" destOrd="0" parTransId="{D7FC5125-4F1D-491C-BF36-69C906755E71}" sibTransId="{C52350F2-281E-44E3-BDF2-1EAD7D21BB13}"/>
    <dgm:cxn modelId="{76A145D1-646A-45F1-9091-F2512722C928}" type="presOf" srcId="{32A90C41-16DC-4D3A-AF8F-FC55BCCFF396}" destId="{CDBEB9A8-832A-4911-934C-E86AB4954DE3}" srcOrd="0" destOrd="0" presId="urn:microsoft.com/office/officeart/2018/5/layout/CenteredIconLabelDescriptionList"/>
    <dgm:cxn modelId="{B0F752F7-BAB1-445C-ADA2-EC2C4C1016A8}" type="presOf" srcId="{DA201067-8933-4EFE-B9CE-7F8069921C3A}" destId="{2B62DDE8-BA33-4BCE-9863-D6BF5FD35C5A}" srcOrd="0" destOrd="0" presId="urn:microsoft.com/office/officeart/2018/5/layout/CenteredIconLabelDescriptionList"/>
    <dgm:cxn modelId="{9580F364-3592-49DF-B406-08F31A90B643}" type="presParOf" srcId="{13ACD67D-E406-47AB-B9CD-7A239F60FF09}" destId="{25209BDF-3A00-44F9-A0B6-903DEEED6EC2}" srcOrd="0" destOrd="0" presId="urn:microsoft.com/office/officeart/2018/5/layout/CenteredIconLabelDescriptionList"/>
    <dgm:cxn modelId="{7CDCD019-4D9A-443E-BB6C-5F6BFC675180}" type="presParOf" srcId="{25209BDF-3A00-44F9-A0B6-903DEEED6EC2}" destId="{CE26D2C3-15A4-4E65-945A-D8F5A846D6FA}" srcOrd="0" destOrd="0" presId="urn:microsoft.com/office/officeart/2018/5/layout/CenteredIconLabelDescriptionList"/>
    <dgm:cxn modelId="{9C8022A1-A234-497B-A249-DC4EB76D4782}" type="presParOf" srcId="{25209BDF-3A00-44F9-A0B6-903DEEED6EC2}" destId="{F3C58B12-17C5-40D0-8532-BA1143C3128B}" srcOrd="1" destOrd="0" presId="urn:microsoft.com/office/officeart/2018/5/layout/CenteredIconLabelDescriptionList"/>
    <dgm:cxn modelId="{08E24C85-2CAC-44B3-AB83-37C8AA359A0B}" type="presParOf" srcId="{25209BDF-3A00-44F9-A0B6-903DEEED6EC2}" destId="{2B62DDE8-BA33-4BCE-9863-D6BF5FD35C5A}" srcOrd="2" destOrd="0" presId="urn:microsoft.com/office/officeart/2018/5/layout/CenteredIconLabelDescriptionList"/>
    <dgm:cxn modelId="{31A021B4-AB14-4081-A392-EE5AA0A330CA}" type="presParOf" srcId="{25209BDF-3A00-44F9-A0B6-903DEEED6EC2}" destId="{F1AAAAED-A9A9-4F7E-9157-C4A6C05764F5}" srcOrd="3" destOrd="0" presId="urn:microsoft.com/office/officeart/2018/5/layout/CenteredIconLabelDescriptionList"/>
    <dgm:cxn modelId="{3F4207FF-5A6A-4B4F-8983-E552F3439AC0}" type="presParOf" srcId="{25209BDF-3A00-44F9-A0B6-903DEEED6EC2}" destId="{7C33F43A-52DB-4BE5-B842-EBECDDA292A0}" srcOrd="4" destOrd="0" presId="urn:microsoft.com/office/officeart/2018/5/layout/CenteredIconLabelDescriptionList"/>
    <dgm:cxn modelId="{53483412-683B-4244-B2FA-DCFEDCD885F6}" type="presParOf" srcId="{13ACD67D-E406-47AB-B9CD-7A239F60FF09}" destId="{D7775E00-09DC-4403-BE8D-C1317F0B96C1}" srcOrd="1" destOrd="0" presId="urn:microsoft.com/office/officeart/2018/5/layout/CenteredIconLabelDescriptionList"/>
    <dgm:cxn modelId="{E05203B1-1CAA-472A-A938-4B7EBB7244BA}" type="presParOf" srcId="{13ACD67D-E406-47AB-B9CD-7A239F60FF09}" destId="{3CE0B29C-BF5D-4B1D-BDF6-8EB5334485E2}" srcOrd="2" destOrd="0" presId="urn:microsoft.com/office/officeart/2018/5/layout/CenteredIconLabelDescriptionList"/>
    <dgm:cxn modelId="{A3BCE78E-A4B4-4597-9746-99408553DE5C}" type="presParOf" srcId="{3CE0B29C-BF5D-4B1D-BDF6-8EB5334485E2}" destId="{421481A7-A004-4EBF-BBFE-AE6B97425BF1}" srcOrd="0" destOrd="0" presId="urn:microsoft.com/office/officeart/2018/5/layout/CenteredIconLabelDescriptionList"/>
    <dgm:cxn modelId="{C3D095FD-7ABA-4AB7-A587-2460B68B4693}" type="presParOf" srcId="{3CE0B29C-BF5D-4B1D-BDF6-8EB5334485E2}" destId="{B8D32B80-5EA6-458A-8301-0D65BE18EF63}" srcOrd="1" destOrd="0" presId="urn:microsoft.com/office/officeart/2018/5/layout/CenteredIconLabelDescriptionList"/>
    <dgm:cxn modelId="{AAA5C80F-C2C4-4D20-BFB8-05DF51C51409}" type="presParOf" srcId="{3CE0B29C-BF5D-4B1D-BDF6-8EB5334485E2}" destId="{CDBEB9A8-832A-4911-934C-E86AB4954DE3}" srcOrd="2" destOrd="0" presId="urn:microsoft.com/office/officeart/2018/5/layout/CenteredIconLabelDescriptionList"/>
    <dgm:cxn modelId="{5D71B27D-3AD5-4DC3-85FD-93F03EB00141}" type="presParOf" srcId="{3CE0B29C-BF5D-4B1D-BDF6-8EB5334485E2}" destId="{DF325F42-189D-4235-9A39-69B88B8AA4BF}" srcOrd="3" destOrd="0" presId="urn:microsoft.com/office/officeart/2018/5/layout/CenteredIconLabelDescriptionList"/>
    <dgm:cxn modelId="{7A1D7104-953B-4D3D-A579-FCDC4CA1003A}" type="presParOf" srcId="{3CE0B29C-BF5D-4B1D-BDF6-8EB5334485E2}" destId="{3D680049-2F99-4BD0-AC64-B8B4F938B7BA}" srcOrd="4" destOrd="0" presId="urn:microsoft.com/office/officeart/2018/5/layout/CenteredIconLabelDescriptionList"/>
    <dgm:cxn modelId="{B2128BDB-2B0B-4321-B736-63404FCF668D}" type="presParOf" srcId="{13ACD67D-E406-47AB-B9CD-7A239F60FF09}" destId="{3E15BF99-BB13-4F09-B253-31A864A30995}" srcOrd="3" destOrd="0" presId="urn:microsoft.com/office/officeart/2018/5/layout/CenteredIconLabelDescriptionList"/>
    <dgm:cxn modelId="{4E4E6397-77B9-4B81-BEBD-3BFF21ADFD47}" type="presParOf" srcId="{13ACD67D-E406-47AB-B9CD-7A239F60FF09}" destId="{F3E6B188-6851-4268-BAB6-0C1E42020780}" srcOrd="4" destOrd="0" presId="urn:microsoft.com/office/officeart/2018/5/layout/CenteredIconLabelDescriptionList"/>
    <dgm:cxn modelId="{F5204EE1-A39F-4499-B90B-826617E856E7}" type="presParOf" srcId="{F3E6B188-6851-4268-BAB6-0C1E42020780}" destId="{44EF4169-1A4A-450E-8203-93B0322DE22D}" srcOrd="0" destOrd="0" presId="urn:microsoft.com/office/officeart/2018/5/layout/CenteredIconLabelDescriptionList"/>
    <dgm:cxn modelId="{C5172588-E54D-4FCA-9B6B-27D57CDAF491}" type="presParOf" srcId="{F3E6B188-6851-4268-BAB6-0C1E42020780}" destId="{91D70753-1045-44EC-BCA6-0CC600FB8CC9}" srcOrd="1" destOrd="0" presId="urn:microsoft.com/office/officeart/2018/5/layout/CenteredIconLabelDescriptionList"/>
    <dgm:cxn modelId="{CF221B0C-3775-444D-BF0C-14A14FE121EE}" type="presParOf" srcId="{F3E6B188-6851-4268-BAB6-0C1E42020780}" destId="{A7434AE8-9A22-4027-B2D2-17E41C973E22}" srcOrd="2" destOrd="0" presId="urn:microsoft.com/office/officeart/2018/5/layout/CenteredIconLabelDescriptionList"/>
    <dgm:cxn modelId="{E7FDECA6-C218-4879-94DB-5DA876CD939B}" type="presParOf" srcId="{F3E6B188-6851-4268-BAB6-0C1E42020780}" destId="{8FA6E31E-BD9E-41F9-88B3-9EA31691FFBA}" srcOrd="3" destOrd="0" presId="urn:microsoft.com/office/officeart/2018/5/layout/CenteredIconLabelDescriptionList"/>
    <dgm:cxn modelId="{115E5757-CB3B-4F17-845E-386B9686394E}" type="presParOf" srcId="{F3E6B188-6851-4268-BAB6-0C1E42020780}" destId="{9DC6FDA1-26E2-4296-AC71-0A9659EBF35D}" srcOrd="4" destOrd="0" presId="urn:microsoft.com/office/officeart/2018/5/layout/CenteredIconLabelDescriptionList"/>
    <dgm:cxn modelId="{372F2AB7-B027-44F7-8D32-6E2DD953B1B8}" type="presParOf" srcId="{13ACD67D-E406-47AB-B9CD-7A239F60FF09}" destId="{09696F40-E429-4197-852D-8CD917AF36BE}" srcOrd="5" destOrd="0" presId="urn:microsoft.com/office/officeart/2018/5/layout/CenteredIconLabelDescriptionList"/>
    <dgm:cxn modelId="{F5CAEC54-4B6D-4B9D-9319-0498FF86C4B6}" type="presParOf" srcId="{13ACD67D-E406-47AB-B9CD-7A239F60FF09}" destId="{0C31E2B6-6446-4613-892C-69D0A3AED3E2}" srcOrd="6" destOrd="0" presId="urn:microsoft.com/office/officeart/2018/5/layout/CenteredIconLabelDescriptionList"/>
    <dgm:cxn modelId="{6B7B724A-8190-444E-944F-4D6094D34127}" type="presParOf" srcId="{0C31E2B6-6446-4613-892C-69D0A3AED3E2}" destId="{EF6DB55E-56EB-40A5-8F35-5C782A739B4E}" srcOrd="0" destOrd="0" presId="urn:microsoft.com/office/officeart/2018/5/layout/CenteredIconLabelDescriptionList"/>
    <dgm:cxn modelId="{0C6BD908-7581-4759-A4CE-C82AD9A8E9E5}" type="presParOf" srcId="{0C31E2B6-6446-4613-892C-69D0A3AED3E2}" destId="{ECFF997D-CBF3-4527-AC58-B15020E8D718}" srcOrd="1" destOrd="0" presId="urn:microsoft.com/office/officeart/2018/5/layout/CenteredIconLabelDescriptionList"/>
    <dgm:cxn modelId="{82E624A6-2A6F-4695-B79D-AC60DD5F7720}" type="presParOf" srcId="{0C31E2B6-6446-4613-892C-69D0A3AED3E2}" destId="{A56432CA-A485-47B5-8919-A0FE2F66CE93}" srcOrd="2" destOrd="0" presId="urn:microsoft.com/office/officeart/2018/5/layout/CenteredIconLabelDescriptionList"/>
    <dgm:cxn modelId="{23B3F1D2-2BB3-4F09-9DD5-DBF4A22DFF5A}" type="presParOf" srcId="{0C31E2B6-6446-4613-892C-69D0A3AED3E2}" destId="{C8BDE61E-BFB6-4035-8B07-12080325FE91}" srcOrd="3" destOrd="0" presId="urn:microsoft.com/office/officeart/2018/5/layout/CenteredIconLabelDescriptionList"/>
    <dgm:cxn modelId="{1661BD04-CF11-4ABB-89C7-1BC0AAC403DA}" type="presParOf" srcId="{0C31E2B6-6446-4613-892C-69D0A3AED3E2}" destId="{98D48141-8F92-45E6-916B-EC91769BDB6C}"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7BD6FA4B-06D2-480D-9951-FF783C36433A}" type="doc">
      <dgm:prSet loTypeId="urn:microsoft.com/office/officeart/2005/8/layout/chevron1" loCatId="process" qsTypeId="urn:microsoft.com/office/officeart/2005/8/quickstyle/simple1" qsCatId="simple" csTypeId="urn:microsoft.com/office/officeart/2005/8/colors/colorful1" csCatId="colorful"/>
      <dgm:spPr/>
      <dgm:t>
        <a:bodyPr/>
        <a:lstStyle/>
        <a:p>
          <a:endParaRPr lang="en-US"/>
        </a:p>
      </dgm:t>
    </dgm:pt>
    <dgm:pt modelId="{6684C2D4-AB51-49D9-9272-37108DE36C13}">
      <dgm:prSet/>
      <dgm:spPr/>
      <dgm:t>
        <a:bodyPr/>
        <a:lstStyle/>
        <a:p>
          <a:r>
            <a:rPr lang="es-ES"/>
            <a:t>Ollama &amp; LM Studio (CPU Optimized)</a:t>
          </a:r>
          <a:endParaRPr lang="en-US"/>
        </a:p>
      </dgm:t>
    </dgm:pt>
    <dgm:pt modelId="{00F844A3-E815-45DB-895D-940E797A5AE7}" type="parTrans" cxnId="{3BE702ED-6711-4F78-941D-7D8165F8D9C8}">
      <dgm:prSet/>
      <dgm:spPr/>
      <dgm:t>
        <a:bodyPr/>
        <a:lstStyle/>
        <a:p>
          <a:endParaRPr lang="en-US"/>
        </a:p>
      </dgm:t>
    </dgm:pt>
    <dgm:pt modelId="{596E62AC-B61A-41E9-AF3B-0215FB52AE0A}" type="sibTrans" cxnId="{3BE702ED-6711-4F78-941D-7D8165F8D9C8}">
      <dgm:prSet/>
      <dgm:spPr/>
      <dgm:t>
        <a:bodyPr/>
        <a:lstStyle/>
        <a:p>
          <a:endParaRPr lang="en-US"/>
        </a:p>
      </dgm:t>
    </dgm:pt>
    <dgm:pt modelId="{2563E3B9-97AC-48BB-BA75-8EBEF979E1C1}">
      <dgm:prSet/>
      <dgm:spPr/>
      <dgm:t>
        <a:bodyPr/>
        <a:lstStyle/>
        <a:p>
          <a:r>
            <a:rPr lang="en-US"/>
            <a:t>Why Local?</a:t>
          </a:r>
        </a:p>
      </dgm:t>
    </dgm:pt>
    <dgm:pt modelId="{3C493CBE-879B-4109-859E-9D32A574B386}" type="parTrans" cxnId="{CE0BBAB1-39DC-46D1-A6D2-54B2389331FC}">
      <dgm:prSet/>
      <dgm:spPr/>
      <dgm:t>
        <a:bodyPr/>
        <a:lstStyle/>
        <a:p>
          <a:endParaRPr lang="en-US"/>
        </a:p>
      </dgm:t>
    </dgm:pt>
    <dgm:pt modelId="{26395485-58F9-439D-A491-9F90C75E4311}" type="sibTrans" cxnId="{CE0BBAB1-39DC-46D1-A6D2-54B2389331FC}">
      <dgm:prSet/>
      <dgm:spPr/>
      <dgm:t>
        <a:bodyPr/>
        <a:lstStyle/>
        <a:p>
          <a:endParaRPr lang="en-US"/>
        </a:p>
      </dgm:t>
    </dgm:pt>
    <dgm:pt modelId="{7C4A770B-60AD-4827-9B10-7424B0BFE16D}">
      <dgm:prSet/>
      <dgm:spPr/>
      <dgm:t>
        <a:bodyPr/>
        <a:lstStyle/>
        <a:p>
          <a:r>
            <a:rPr lang="en-US"/>
            <a:t>Privacy</a:t>
          </a:r>
        </a:p>
      </dgm:t>
    </dgm:pt>
    <dgm:pt modelId="{52432F45-BDE0-4EA0-930F-B2206147273E}" type="parTrans" cxnId="{6F758BB5-03E0-4E83-BB2B-87C6DB0166D0}">
      <dgm:prSet/>
      <dgm:spPr/>
      <dgm:t>
        <a:bodyPr/>
        <a:lstStyle/>
        <a:p>
          <a:endParaRPr lang="en-US"/>
        </a:p>
      </dgm:t>
    </dgm:pt>
    <dgm:pt modelId="{C7864B41-76D9-4AA2-A035-A1F22AD2C4D6}" type="sibTrans" cxnId="{6F758BB5-03E0-4E83-BB2B-87C6DB0166D0}">
      <dgm:prSet/>
      <dgm:spPr/>
      <dgm:t>
        <a:bodyPr/>
        <a:lstStyle/>
        <a:p>
          <a:endParaRPr lang="en-US"/>
        </a:p>
      </dgm:t>
    </dgm:pt>
    <dgm:pt modelId="{DF0C7B38-B3C1-4EE4-8FE6-9070DA733EDC}">
      <dgm:prSet/>
      <dgm:spPr/>
      <dgm:t>
        <a:bodyPr/>
        <a:lstStyle/>
        <a:p>
          <a:r>
            <a:rPr lang="en-US"/>
            <a:t>zero cost</a:t>
          </a:r>
        </a:p>
      </dgm:t>
    </dgm:pt>
    <dgm:pt modelId="{A2ACAD25-E923-4E1B-8445-8BF7E32DF360}" type="parTrans" cxnId="{C47305AC-2C9B-4224-A96A-57B9E9631EF2}">
      <dgm:prSet/>
      <dgm:spPr/>
      <dgm:t>
        <a:bodyPr/>
        <a:lstStyle/>
        <a:p>
          <a:endParaRPr lang="en-US"/>
        </a:p>
      </dgm:t>
    </dgm:pt>
    <dgm:pt modelId="{33AA8008-FDB5-428D-BE86-CF81B618B27E}" type="sibTrans" cxnId="{C47305AC-2C9B-4224-A96A-57B9E9631EF2}">
      <dgm:prSet/>
      <dgm:spPr/>
      <dgm:t>
        <a:bodyPr/>
        <a:lstStyle/>
        <a:p>
          <a:endParaRPr lang="en-US"/>
        </a:p>
      </dgm:t>
    </dgm:pt>
    <dgm:pt modelId="{5451728C-79EA-48FC-80DF-D523AC8CE09F}">
      <dgm:prSet/>
      <dgm:spPr/>
      <dgm:t>
        <a:bodyPr/>
        <a:lstStyle/>
        <a:p>
          <a:r>
            <a:rPr lang="en-US"/>
            <a:t>full control over model parameters without an internet connection</a:t>
          </a:r>
        </a:p>
      </dgm:t>
    </dgm:pt>
    <dgm:pt modelId="{65AA9979-8ECD-4CF3-B8D8-EBED70B3B08C}" type="parTrans" cxnId="{D5AF5729-071B-4BD7-9F2D-BB2CAE944BC6}">
      <dgm:prSet/>
      <dgm:spPr/>
      <dgm:t>
        <a:bodyPr/>
        <a:lstStyle/>
        <a:p>
          <a:endParaRPr lang="en-US"/>
        </a:p>
      </dgm:t>
    </dgm:pt>
    <dgm:pt modelId="{FBCCD5D5-F9AC-48B6-9BCE-647368290930}" type="sibTrans" cxnId="{D5AF5729-071B-4BD7-9F2D-BB2CAE944BC6}">
      <dgm:prSet/>
      <dgm:spPr/>
      <dgm:t>
        <a:bodyPr/>
        <a:lstStyle/>
        <a:p>
          <a:endParaRPr lang="en-US"/>
        </a:p>
      </dgm:t>
    </dgm:pt>
    <dgm:pt modelId="{5047BC32-117C-4DC4-8EBA-15226DC41EA2}" type="pres">
      <dgm:prSet presAssocID="{7BD6FA4B-06D2-480D-9951-FF783C36433A}" presName="Name0" presStyleCnt="0">
        <dgm:presLayoutVars>
          <dgm:dir/>
          <dgm:animLvl val="lvl"/>
          <dgm:resizeHandles val="exact"/>
        </dgm:presLayoutVars>
      </dgm:prSet>
      <dgm:spPr/>
    </dgm:pt>
    <dgm:pt modelId="{91A6979A-022B-4DBE-9262-A52F02A6D8F6}" type="pres">
      <dgm:prSet presAssocID="{6684C2D4-AB51-49D9-9272-37108DE36C13}" presName="composite" presStyleCnt="0"/>
      <dgm:spPr/>
    </dgm:pt>
    <dgm:pt modelId="{C238D4C3-AF8F-480C-A931-C448A90A9B34}" type="pres">
      <dgm:prSet presAssocID="{6684C2D4-AB51-49D9-9272-37108DE36C13}" presName="parTx" presStyleLbl="node1" presStyleIdx="0" presStyleCnt="2">
        <dgm:presLayoutVars>
          <dgm:chMax val="0"/>
          <dgm:chPref val="0"/>
          <dgm:bulletEnabled val="1"/>
        </dgm:presLayoutVars>
      </dgm:prSet>
      <dgm:spPr/>
    </dgm:pt>
    <dgm:pt modelId="{35A91752-23FA-48EB-8547-E238D54DF8CC}" type="pres">
      <dgm:prSet presAssocID="{6684C2D4-AB51-49D9-9272-37108DE36C13}" presName="desTx" presStyleLbl="revTx" presStyleIdx="0" presStyleCnt="1">
        <dgm:presLayoutVars>
          <dgm:bulletEnabled val="1"/>
        </dgm:presLayoutVars>
      </dgm:prSet>
      <dgm:spPr/>
    </dgm:pt>
    <dgm:pt modelId="{0A88E739-C223-46F6-A68C-992126756992}" type="pres">
      <dgm:prSet presAssocID="{596E62AC-B61A-41E9-AF3B-0215FB52AE0A}" presName="space" presStyleCnt="0"/>
      <dgm:spPr/>
    </dgm:pt>
    <dgm:pt modelId="{6D52A3E1-7C7B-4B68-8B6D-1F0CAE4FB9D9}" type="pres">
      <dgm:prSet presAssocID="{2563E3B9-97AC-48BB-BA75-8EBEF979E1C1}" presName="composite" presStyleCnt="0"/>
      <dgm:spPr/>
    </dgm:pt>
    <dgm:pt modelId="{EABC759E-D7BE-44BA-BA8B-7FBB52077416}" type="pres">
      <dgm:prSet presAssocID="{2563E3B9-97AC-48BB-BA75-8EBEF979E1C1}" presName="parTx" presStyleLbl="node1" presStyleIdx="1" presStyleCnt="2">
        <dgm:presLayoutVars>
          <dgm:chMax val="0"/>
          <dgm:chPref val="0"/>
          <dgm:bulletEnabled val="1"/>
        </dgm:presLayoutVars>
      </dgm:prSet>
      <dgm:spPr/>
    </dgm:pt>
    <dgm:pt modelId="{7355E04F-5B1F-4CDD-8556-BD920950F8CE}" type="pres">
      <dgm:prSet presAssocID="{2563E3B9-97AC-48BB-BA75-8EBEF979E1C1}" presName="desTx" presStyleLbl="revTx" presStyleIdx="0" presStyleCnt="1">
        <dgm:presLayoutVars>
          <dgm:bulletEnabled val="1"/>
        </dgm:presLayoutVars>
      </dgm:prSet>
      <dgm:spPr/>
    </dgm:pt>
  </dgm:ptLst>
  <dgm:cxnLst>
    <dgm:cxn modelId="{D5AF5729-071B-4BD7-9F2D-BB2CAE944BC6}" srcId="{2563E3B9-97AC-48BB-BA75-8EBEF979E1C1}" destId="{5451728C-79EA-48FC-80DF-D523AC8CE09F}" srcOrd="2" destOrd="0" parTransId="{65AA9979-8ECD-4CF3-B8D8-EBED70B3B08C}" sibTransId="{FBCCD5D5-F9AC-48B6-9BCE-647368290930}"/>
    <dgm:cxn modelId="{42C5E241-FE80-4F74-ADE1-F7ECD57B71AB}" type="presOf" srcId="{DF0C7B38-B3C1-4EE4-8FE6-9070DA733EDC}" destId="{7355E04F-5B1F-4CDD-8556-BD920950F8CE}" srcOrd="0" destOrd="1" presId="urn:microsoft.com/office/officeart/2005/8/layout/chevron1"/>
    <dgm:cxn modelId="{8F570C4F-518E-4799-B9EF-607C95A8D1E0}" type="presOf" srcId="{7BD6FA4B-06D2-480D-9951-FF783C36433A}" destId="{5047BC32-117C-4DC4-8EBA-15226DC41EA2}" srcOrd="0" destOrd="0" presId="urn:microsoft.com/office/officeart/2005/8/layout/chevron1"/>
    <dgm:cxn modelId="{CB7ED176-2FA7-47A3-B571-271BD1164A60}" type="presOf" srcId="{5451728C-79EA-48FC-80DF-D523AC8CE09F}" destId="{7355E04F-5B1F-4CDD-8556-BD920950F8CE}" srcOrd="0" destOrd="2" presId="urn:microsoft.com/office/officeart/2005/8/layout/chevron1"/>
    <dgm:cxn modelId="{4C279159-14AE-425B-9528-3B7B2CF9452D}" type="presOf" srcId="{6684C2D4-AB51-49D9-9272-37108DE36C13}" destId="{C238D4C3-AF8F-480C-A931-C448A90A9B34}" srcOrd="0" destOrd="0" presId="urn:microsoft.com/office/officeart/2005/8/layout/chevron1"/>
    <dgm:cxn modelId="{4522FA9A-9DCC-4FD5-8633-EB023A930E61}" type="presOf" srcId="{2563E3B9-97AC-48BB-BA75-8EBEF979E1C1}" destId="{EABC759E-D7BE-44BA-BA8B-7FBB52077416}" srcOrd="0" destOrd="0" presId="urn:microsoft.com/office/officeart/2005/8/layout/chevron1"/>
    <dgm:cxn modelId="{C47305AC-2C9B-4224-A96A-57B9E9631EF2}" srcId="{2563E3B9-97AC-48BB-BA75-8EBEF979E1C1}" destId="{DF0C7B38-B3C1-4EE4-8FE6-9070DA733EDC}" srcOrd="1" destOrd="0" parTransId="{A2ACAD25-E923-4E1B-8445-8BF7E32DF360}" sibTransId="{33AA8008-FDB5-428D-BE86-CF81B618B27E}"/>
    <dgm:cxn modelId="{CE0BBAB1-39DC-46D1-A6D2-54B2389331FC}" srcId="{7BD6FA4B-06D2-480D-9951-FF783C36433A}" destId="{2563E3B9-97AC-48BB-BA75-8EBEF979E1C1}" srcOrd="1" destOrd="0" parTransId="{3C493CBE-879B-4109-859E-9D32A574B386}" sibTransId="{26395485-58F9-439D-A491-9F90C75E4311}"/>
    <dgm:cxn modelId="{6F758BB5-03E0-4E83-BB2B-87C6DB0166D0}" srcId="{2563E3B9-97AC-48BB-BA75-8EBEF979E1C1}" destId="{7C4A770B-60AD-4827-9B10-7424B0BFE16D}" srcOrd="0" destOrd="0" parTransId="{52432F45-BDE0-4EA0-930F-B2206147273E}" sibTransId="{C7864B41-76D9-4AA2-A035-A1F22AD2C4D6}"/>
    <dgm:cxn modelId="{FED84ED5-AB40-497E-8690-B16BD01475CC}" type="presOf" srcId="{7C4A770B-60AD-4827-9B10-7424B0BFE16D}" destId="{7355E04F-5B1F-4CDD-8556-BD920950F8CE}" srcOrd="0" destOrd="0" presId="urn:microsoft.com/office/officeart/2005/8/layout/chevron1"/>
    <dgm:cxn modelId="{3BE702ED-6711-4F78-941D-7D8165F8D9C8}" srcId="{7BD6FA4B-06D2-480D-9951-FF783C36433A}" destId="{6684C2D4-AB51-49D9-9272-37108DE36C13}" srcOrd="0" destOrd="0" parTransId="{00F844A3-E815-45DB-895D-940E797A5AE7}" sibTransId="{596E62AC-B61A-41E9-AF3B-0215FB52AE0A}"/>
    <dgm:cxn modelId="{4CC7D58F-CD91-4DA2-9981-0E2CD9C92D86}" type="presParOf" srcId="{5047BC32-117C-4DC4-8EBA-15226DC41EA2}" destId="{91A6979A-022B-4DBE-9262-A52F02A6D8F6}" srcOrd="0" destOrd="0" presId="urn:microsoft.com/office/officeart/2005/8/layout/chevron1"/>
    <dgm:cxn modelId="{2531CDD0-54E3-4E18-8D38-4B2265214BF2}" type="presParOf" srcId="{91A6979A-022B-4DBE-9262-A52F02A6D8F6}" destId="{C238D4C3-AF8F-480C-A931-C448A90A9B34}" srcOrd="0" destOrd="0" presId="urn:microsoft.com/office/officeart/2005/8/layout/chevron1"/>
    <dgm:cxn modelId="{BD3217FA-15BA-42D1-9BC8-E1892E5ED022}" type="presParOf" srcId="{91A6979A-022B-4DBE-9262-A52F02A6D8F6}" destId="{35A91752-23FA-48EB-8547-E238D54DF8CC}" srcOrd="1" destOrd="0" presId="urn:microsoft.com/office/officeart/2005/8/layout/chevron1"/>
    <dgm:cxn modelId="{5010057C-FFD9-4E97-9A1F-1CA35C4CDE07}" type="presParOf" srcId="{5047BC32-117C-4DC4-8EBA-15226DC41EA2}" destId="{0A88E739-C223-46F6-A68C-992126756992}" srcOrd="1" destOrd="0" presId="urn:microsoft.com/office/officeart/2005/8/layout/chevron1"/>
    <dgm:cxn modelId="{5C337A03-FF3A-4701-9D15-444A34175C9F}" type="presParOf" srcId="{5047BC32-117C-4DC4-8EBA-15226DC41EA2}" destId="{6D52A3E1-7C7B-4B68-8B6D-1F0CAE4FB9D9}" srcOrd="2" destOrd="0" presId="urn:microsoft.com/office/officeart/2005/8/layout/chevron1"/>
    <dgm:cxn modelId="{E9E41F47-A5B3-4797-AD3D-525F0239DDC4}" type="presParOf" srcId="{6D52A3E1-7C7B-4B68-8B6D-1F0CAE4FB9D9}" destId="{EABC759E-D7BE-44BA-BA8B-7FBB52077416}" srcOrd="0" destOrd="0" presId="urn:microsoft.com/office/officeart/2005/8/layout/chevron1"/>
    <dgm:cxn modelId="{B74A9542-2948-4E5B-A948-2D86EE987EDA}" type="presParOf" srcId="{6D52A3E1-7C7B-4B68-8B6D-1F0CAE4FB9D9}" destId="{7355E04F-5B1F-4CDD-8556-BD920950F8CE}" srcOrd="1"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E5053074-03DB-4CBA-A54B-54A422BDD184}" type="doc">
      <dgm:prSet loTypeId="urn:microsoft.com/office/officeart/2005/8/layout/hList1" loCatId="list" qsTypeId="urn:microsoft.com/office/officeart/2005/8/quickstyle/simple1" qsCatId="simple" csTypeId="urn:microsoft.com/office/officeart/2005/8/colors/colorful1" csCatId="colorful"/>
      <dgm:spPr/>
      <dgm:t>
        <a:bodyPr/>
        <a:lstStyle/>
        <a:p>
          <a:endParaRPr lang="en-US"/>
        </a:p>
      </dgm:t>
    </dgm:pt>
    <dgm:pt modelId="{0FC1C1D3-CF20-4034-AEE0-F73D62FC4883}">
      <dgm:prSet/>
      <dgm:spPr/>
      <dgm:t>
        <a:bodyPr/>
        <a:lstStyle/>
        <a:p>
          <a:r>
            <a:rPr lang="en-IN" dirty="0"/>
            <a:t>Ollama (CLI Focused)</a:t>
          </a:r>
          <a:endParaRPr lang="en-US" dirty="0"/>
        </a:p>
      </dgm:t>
    </dgm:pt>
    <dgm:pt modelId="{59123E1A-140A-48EC-8AC7-46C5A94A0CA2}" type="parTrans" cxnId="{34903202-C0CB-473B-9986-1C8A2042DF80}">
      <dgm:prSet/>
      <dgm:spPr/>
      <dgm:t>
        <a:bodyPr/>
        <a:lstStyle/>
        <a:p>
          <a:endParaRPr lang="en-US"/>
        </a:p>
      </dgm:t>
    </dgm:pt>
    <dgm:pt modelId="{CDACB5F9-FFB1-4498-B258-3E1DC3774E39}" type="sibTrans" cxnId="{34903202-C0CB-473B-9986-1C8A2042DF80}">
      <dgm:prSet/>
      <dgm:spPr/>
      <dgm:t>
        <a:bodyPr/>
        <a:lstStyle/>
        <a:p>
          <a:endParaRPr lang="en-US"/>
        </a:p>
      </dgm:t>
    </dgm:pt>
    <dgm:pt modelId="{D435DD20-0D9A-4B18-AD90-DFF7D3E44CC5}">
      <dgm:prSet/>
      <dgm:spPr/>
      <dgm:t>
        <a:bodyPr/>
        <a:lstStyle/>
        <a:p>
          <a:r>
            <a:rPr lang="en-IN"/>
            <a:t>Download from ollama.com</a:t>
          </a:r>
          <a:endParaRPr lang="en-US"/>
        </a:p>
      </dgm:t>
    </dgm:pt>
    <dgm:pt modelId="{6A0A1D28-2301-4555-AA7A-7C81B012074D}" type="parTrans" cxnId="{325455E9-F06D-481B-B7E5-B522BD5DC498}">
      <dgm:prSet/>
      <dgm:spPr/>
      <dgm:t>
        <a:bodyPr/>
        <a:lstStyle/>
        <a:p>
          <a:endParaRPr lang="en-US"/>
        </a:p>
      </dgm:t>
    </dgm:pt>
    <dgm:pt modelId="{AD63382D-4534-467F-A8CB-6320273B1AA7}" type="sibTrans" cxnId="{325455E9-F06D-481B-B7E5-B522BD5DC498}">
      <dgm:prSet/>
      <dgm:spPr/>
      <dgm:t>
        <a:bodyPr/>
        <a:lstStyle/>
        <a:p>
          <a:endParaRPr lang="en-US"/>
        </a:p>
      </dgm:t>
    </dgm:pt>
    <dgm:pt modelId="{5824E8A2-FAC6-4652-9A3F-5544E1B8D49A}">
      <dgm:prSet/>
      <dgm:spPr/>
      <dgm:t>
        <a:bodyPr/>
        <a:lstStyle/>
        <a:p>
          <a:r>
            <a:rPr lang="en-IN"/>
            <a:t>Run ollama run llama3.2:1b (or gemma2:2b) for a lightweight CPU experience</a:t>
          </a:r>
          <a:endParaRPr lang="en-US"/>
        </a:p>
      </dgm:t>
    </dgm:pt>
    <dgm:pt modelId="{20FF62C9-F222-4119-AD91-97CB91A6EE94}" type="parTrans" cxnId="{3A8CBE67-B4F9-4D4C-8519-0AE61C4FBFE6}">
      <dgm:prSet/>
      <dgm:spPr/>
      <dgm:t>
        <a:bodyPr/>
        <a:lstStyle/>
        <a:p>
          <a:endParaRPr lang="en-US"/>
        </a:p>
      </dgm:t>
    </dgm:pt>
    <dgm:pt modelId="{C4964698-7A85-4275-BC7E-9312FE9716F6}" type="sibTrans" cxnId="{3A8CBE67-B4F9-4D4C-8519-0AE61C4FBFE6}">
      <dgm:prSet/>
      <dgm:spPr/>
      <dgm:t>
        <a:bodyPr/>
        <a:lstStyle/>
        <a:p>
          <a:endParaRPr lang="en-US"/>
        </a:p>
      </dgm:t>
    </dgm:pt>
    <dgm:pt modelId="{18FB79FC-927A-4F5B-957F-9A947F4920FA}">
      <dgm:prSet/>
      <dgm:spPr/>
      <dgm:t>
        <a:bodyPr/>
        <a:lstStyle/>
        <a:p>
          <a:r>
            <a:rPr lang="en-IN"/>
            <a:t>LM Studio (GUI Focused)</a:t>
          </a:r>
          <a:endParaRPr lang="en-US"/>
        </a:p>
      </dgm:t>
    </dgm:pt>
    <dgm:pt modelId="{18ED2844-209A-41DE-92EE-07FA1EB35302}" type="parTrans" cxnId="{2FB0C193-0A9C-4988-8F4E-7BB2AE30C5BA}">
      <dgm:prSet/>
      <dgm:spPr/>
      <dgm:t>
        <a:bodyPr/>
        <a:lstStyle/>
        <a:p>
          <a:endParaRPr lang="en-US"/>
        </a:p>
      </dgm:t>
    </dgm:pt>
    <dgm:pt modelId="{00BF4FE7-79C6-4FF1-8BDF-74AA8CF9F694}" type="sibTrans" cxnId="{2FB0C193-0A9C-4988-8F4E-7BB2AE30C5BA}">
      <dgm:prSet/>
      <dgm:spPr/>
      <dgm:t>
        <a:bodyPr/>
        <a:lstStyle/>
        <a:p>
          <a:endParaRPr lang="en-US"/>
        </a:p>
      </dgm:t>
    </dgm:pt>
    <dgm:pt modelId="{86F4AB63-F17C-4B13-B5D7-CE9DB694D12C}">
      <dgm:prSet/>
      <dgm:spPr/>
      <dgm:t>
        <a:bodyPr/>
        <a:lstStyle/>
        <a:p>
          <a:r>
            <a:rPr lang="en-IN"/>
            <a:t>Download the installer from lmstudio.ai</a:t>
          </a:r>
          <a:endParaRPr lang="en-US"/>
        </a:p>
      </dgm:t>
    </dgm:pt>
    <dgm:pt modelId="{5F690165-CE78-4FA6-83F2-8D931F81AF81}" type="parTrans" cxnId="{67FC1DE3-4420-4564-B73A-915A3956AB7B}">
      <dgm:prSet/>
      <dgm:spPr/>
      <dgm:t>
        <a:bodyPr/>
        <a:lstStyle/>
        <a:p>
          <a:endParaRPr lang="en-US"/>
        </a:p>
      </dgm:t>
    </dgm:pt>
    <dgm:pt modelId="{4C9B6342-39F7-4734-B083-AABE52CBC169}" type="sibTrans" cxnId="{67FC1DE3-4420-4564-B73A-915A3956AB7B}">
      <dgm:prSet/>
      <dgm:spPr/>
      <dgm:t>
        <a:bodyPr/>
        <a:lstStyle/>
        <a:p>
          <a:endParaRPr lang="en-US"/>
        </a:p>
      </dgm:t>
    </dgm:pt>
    <dgm:pt modelId="{309FB2BD-80D2-4EA1-9E43-3DB0FC8E928A}">
      <dgm:prSet/>
      <dgm:spPr/>
      <dgm:t>
        <a:bodyPr/>
        <a:lstStyle/>
        <a:p>
          <a:r>
            <a:rPr lang="en-IN"/>
            <a:t>Search the Discover tab for GGUF models and click Download</a:t>
          </a:r>
          <a:endParaRPr lang="en-US"/>
        </a:p>
      </dgm:t>
    </dgm:pt>
    <dgm:pt modelId="{21D451F8-F6F4-4CFE-AC27-293571CBB668}" type="parTrans" cxnId="{EE4A5808-4D4A-473D-883F-4CFE48B78032}">
      <dgm:prSet/>
      <dgm:spPr/>
      <dgm:t>
        <a:bodyPr/>
        <a:lstStyle/>
        <a:p>
          <a:endParaRPr lang="en-US"/>
        </a:p>
      </dgm:t>
    </dgm:pt>
    <dgm:pt modelId="{D6C0783A-C773-479D-AB9E-8AE1846A8932}" type="sibTrans" cxnId="{EE4A5808-4D4A-473D-883F-4CFE48B78032}">
      <dgm:prSet/>
      <dgm:spPr/>
      <dgm:t>
        <a:bodyPr/>
        <a:lstStyle/>
        <a:p>
          <a:endParaRPr lang="en-US"/>
        </a:p>
      </dgm:t>
    </dgm:pt>
    <dgm:pt modelId="{AEA9BB4A-018B-4A86-B044-9D40DA4A3D61}" type="pres">
      <dgm:prSet presAssocID="{E5053074-03DB-4CBA-A54B-54A422BDD184}" presName="Name0" presStyleCnt="0">
        <dgm:presLayoutVars>
          <dgm:dir/>
          <dgm:animLvl val="lvl"/>
          <dgm:resizeHandles val="exact"/>
        </dgm:presLayoutVars>
      </dgm:prSet>
      <dgm:spPr/>
    </dgm:pt>
    <dgm:pt modelId="{0D853034-7F6E-41E9-AFE6-1E20A9A7616A}" type="pres">
      <dgm:prSet presAssocID="{0FC1C1D3-CF20-4034-AEE0-F73D62FC4883}" presName="composite" presStyleCnt="0"/>
      <dgm:spPr/>
    </dgm:pt>
    <dgm:pt modelId="{215D1722-6F77-4CDF-9C62-0ADDF34F5608}" type="pres">
      <dgm:prSet presAssocID="{0FC1C1D3-CF20-4034-AEE0-F73D62FC4883}" presName="parTx" presStyleLbl="alignNode1" presStyleIdx="0" presStyleCnt="2">
        <dgm:presLayoutVars>
          <dgm:chMax val="0"/>
          <dgm:chPref val="0"/>
          <dgm:bulletEnabled val="1"/>
        </dgm:presLayoutVars>
      </dgm:prSet>
      <dgm:spPr/>
    </dgm:pt>
    <dgm:pt modelId="{DC32C4A1-0001-4FFD-B752-624B789A9E7B}" type="pres">
      <dgm:prSet presAssocID="{0FC1C1D3-CF20-4034-AEE0-F73D62FC4883}" presName="desTx" presStyleLbl="alignAccFollowNode1" presStyleIdx="0" presStyleCnt="2">
        <dgm:presLayoutVars>
          <dgm:bulletEnabled val="1"/>
        </dgm:presLayoutVars>
      </dgm:prSet>
      <dgm:spPr/>
    </dgm:pt>
    <dgm:pt modelId="{C42BB9C9-D783-40E3-AAD8-D4904286A85C}" type="pres">
      <dgm:prSet presAssocID="{CDACB5F9-FFB1-4498-B258-3E1DC3774E39}" presName="space" presStyleCnt="0"/>
      <dgm:spPr/>
    </dgm:pt>
    <dgm:pt modelId="{6417C155-EF52-49C3-8408-F60A730CE046}" type="pres">
      <dgm:prSet presAssocID="{18FB79FC-927A-4F5B-957F-9A947F4920FA}" presName="composite" presStyleCnt="0"/>
      <dgm:spPr/>
    </dgm:pt>
    <dgm:pt modelId="{3E599EE3-1672-46F8-B417-5586D8827761}" type="pres">
      <dgm:prSet presAssocID="{18FB79FC-927A-4F5B-957F-9A947F4920FA}" presName="parTx" presStyleLbl="alignNode1" presStyleIdx="1" presStyleCnt="2">
        <dgm:presLayoutVars>
          <dgm:chMax val="0"/>
          <dgm:chPref val="0"/>
          <dgm:bulletEnabled val="1"/>
        </dgm:presLayoutVars>
      </dgm:prSet>
      <dgm:spPr/>
    </dgm:pt>
    <dgm:pt modelId="{92CB3BA7-CAE9-49E0-A3C4-A2F75695BB25}" type="pres">
      <dgm:prSet presAssocID="{18FB79FC-927A-4F5B-957F-9A947F4920FA}" presName="desTx" presStyleLbl="alignAccFollowNode1" presStyleIdx="1" presStyleCnt="2">
        <dgm:presLayoutVars>
          <dgm:bulletEnabled val="1"/>
        </dgm:presLayoutVars>
      </dgm:prSet>
      <dgm:spPr/>
    </dgm:pt>
  </dgm:ptLst>
  <dgm:cxnLst>
    <dgm:cxn modelId="{34903202-C0CB-473B-9986-1C8A2042DF80}" srcId="{E5053074-03DB-4CBA-A54B-54A422BDD184}" destId="{0FC1C1D3-CF20-4034-AEE0-F73D62FC4883}" srcOrd="0" destOrd="0" parTransId="{59123E1A-140A-48EC-8AC7-46C5A94A0CA2}" sibTransId="{CDACB5F9-FFB1-4498-B258-3E1DC3774E39}"/>
    <dgm:cxn modelId="{EE4A5808-4D4A-473D-883F-4CFE48B78032}" srcId="{18FB79FC-927A-4F5B-957F-9A947F4920FA}" destId="{309FB2BD-80D2-4EA1-9E43-3DB0FC8E928A}" srcOrd="1" destOrd="0" parTransId="{21D451F8-F6F4-4CFE-AC27-293571CBB668}" sibTransId="{D6C0783A-C773-479D-AB9E-8AE1846A8932}"/>
    <dgm:cxn modelId="{D9F2B31C-90E0-41C2-B979-E3C44670866A}" type="presOf" srcId="{86F4AB63-F17C-4B13-B5D7-CE9DB694D12C}" destId="{92CB3BA7-CAE9-49E0-A3C4-A2F75695BB25}" srcOrd="0" destOrd="0" presId="urn:microsoft.com/office/officeart/2005/8/layout/hList1"/>
    <dgm:cxn modelId="{3A8CBE67-B4F9-4D4C-8519-0AE61C4FBFE6}" srcId="{0FC1C1D3-CF20-4034-AEE0-F73D62FC4883}" destId="{5824E8A2-FAC6-4652-9A3F-5544E1B8D49A}" srcOrd="1" destOrd="0" parTransId="{20FF62C9-F222-4119-AD91-97CB91A6EE94}" sibTransId="{C4964698-7A85-4275-BC7E-9312FE9716F6}"/>
    <dgm:cxn modelId="{EB540883-0957-400F-A719-C9CF9BE96230}" type="presOf" srcId="{18FB79FC-927A-4F5B-957F-9A947F4920FA}" destId="{3E599EE3-1672-46F8-B417-5586D8827761}" srcOrd="0" destOrd="0" presId="urn:microsoft.com/office/officeart/2005/8/layout/hList1"/>
    <dgm:cxn modelId="{79F0888F-908D-4CAB-B24C-FD8F031A7136}" type="presOf" srcId="{5824E8A2-FAC6-4652-9A3F-5544E1B8D49A}" destId="{DC32C4A1-0001-4FFD-B752-624B789A9E7B}" srcOrd="0" destOrd="1" presId="urn:microsoft.com/office/officeart/2005/8/layout/hList1"/>
    <dgm:cxn modelId="{2FB0C193-0A9C-4988-8F4E-7BB2AE30C5BA}" srcId="{E5053074-03DB-4CBA-A54B-54A422BDD184}" destId="{18FB79FC-927A-4F5B-957F-9A947F4920FA}" srcOrd="1" destOrd="0" parTransId="{18ED2844-209A-41DE-92EE-07FA1EB35302}" sibTransId="{00BF4FE7-79C6-4FF1-8BDF-74AA8CF9F694}"/>
    <dgm:cxn modelId="{A060589A-23C4-4593-A59C-9AB7021960F9}" type="presOf" srcId="{309FB2BD-80D2-4EA1-9E43-3DB0FC8E928A}" destId="{92CB3BA7-CAE9-49E0-A3C4-A2F75695BB25}" srcOrd="0" destOrd="1" presId="urn:microsoft.com/office/officeart/2005/8/layout/hList1"/>
    <dgm:cxn modelId="{2EFC50A5-A253-4E10-BC0A-C325D63D00A2}" type="presOf" srcId="{D435DD20-0D9A-4B18-AD90-DFF7D3E44CC5}" destId="{DC32C4A1-0001-4FFD-B752-624B789A9E7B}" srcOrd="0" destOrd="0" presId="urn:microsoft.com/office/officeart/2005/8/layout/hList1"/>
    <dgm:cxn modelId="{DEEFE3B7-C18E-41EF-86A3-0FCF3A773AA3}" type="presOf" srcId="{E5053074-03DB-4CBA-A54B-54A422BDD184}" destId="{AEA9BB4A-018B-4A86-B044-9D40DA4A3D61}" srcOrd="0" destOrd="0" presId="urn:microsoft.com/office/officeart/2005/8/layout/hList1"/>
    <dgm:cxn modelId="{67FC1DE3-4420-4564-B73A-915A3956AB7B}" srcId="{18FB79FC-927A-4F5B-957F-9A947F4920FA}" destId="{86F4AB63-F17C-4B13-B5D7-CE9DB694D12C}" srcOrd="0" destOrd="0" parTransId="{5F690165-CE78-4FA6-83F2-8D931F81AF81}" sibTransId="{4C9B6342-39F7-4734-B083-AABE52CBC169}"/>
    <dgm:cxn modelId="{325455E9-F06D-481B-B7E5-B522BD5DC498}" srcId="{0FC1C1D3-CF20-4034-AEE0-F73D62FC4883}" destId="{D435DD20-0D9A-4B18-AD90-DFF7D3E44CC5}" srcOrd="0" destOrd="0" parTransId="{6A0A1D28-2301-4555-AA7A-7C81B012074D}" sibTransId="{AD63382D-4534-467F-A8CB-6320273B1AA7}"/>
    <dgm:cxn modelId="{9EE6B2F0-C356-48A7-96DA-FBFDBD7AF59B}" type="presOf" srcId="{0FC1C1D3-CF20-4034-AEE0-F73D62FC4883}" destId="{215D1722-6F77-4CDF-9C62-0ADDF34F5608}" srcOrd="0" destOrd="0" presId="urn:microsoft.com/office/officeart/2005/8/layout/hList1"/>
    <dgm:cxn modelId="{DBC43C2E-CAAE-4F3C-A5BD-75960765B4AA}" type="presParOf" srcId="{AEA9BB4A-018B-4A86-B044-9D40DA4A3D61}" destId="{0D853034-7F6E-41E9-AFE6-1E20A9A7616A}" srcOrd="0" destOrd="0" presId="urn:microsoft.com/office/officeart/2005/8/layout/hList1"/>
    <dgm:cxn modelId="{A5F4B54A-DA79-480F-B2B1-5EEC458EDF9D}" type="presParOf" srcId="{0D853034-7F6E-41E9-AFE6-1E20A9A7616A}" destId="{215D1722-6F77-4CDF-9C62-0ADDF34F5608}" srcOrd="0" destOrd="0" presId="urn:microsoft.com/office/officeart/2005/8/layout/hList1"/>
    <dgm:cxn modelId="{6FFE394C-A185-49B9-9D4C-D54B2838DA7C}" type="presParOf" srcId="{0D853034-7F6E-41E9-AFE6-1E20A9A7616A}" destId="{DC32C4A1-0001-4FFD-B752-624B789A9E7B}" srcOrd="1" destOrd="0" presId="urn:microsoft.com/office/officeart/2005/8/layout/hList1"/>
    <dgm:cxn modelId="{2F4A3880-B5E7-49BD-B1C4-B27C39208701}" type="presParOf" srcId="{AEA9BB4A-018B-4A86-B044-9D40DA4A3D61}" destId="{C42BB9C9-D783-40E3-AAD8-D4904286A85C}" srcOrd="1" destOrd="0" presId="urn:microsoft.com/office/officeart/2005/8/layout/hList1"/>
    <dgm:cxn modelId="{1FDC6270-C9BF-4E60-BE64-6472DE3BB8B3}" type="presParOf" srcId="{AEA9BB4A-018B-4A86-B044-9D40DA4A3D61}" destId="{6417C155-EF52-49C3-8408-F60A730CE046}" srcOrd="2" destOrd="0" presId="urn:microsoft.com/office/officeart/2005/8/layout/hList1"/>
    <dgm:cxn modelId="{98895A8F-A3F6-4115-ABA6-F07E5F7B641D}" type="presParOf" srcId="{6417C155-EF52-49C3-8408-F60A730CE046}" destId="{3E599EE3-1672-46F8-B417-5586D8827761}" srcOrd="0" destOrd="0" presId="urn:microsoft.com/office/officeart/2005/8/layout/hList1"/>
    <dgm:cxn modelId="{F3C610AB-06EF-4B03-9B39-9A7784562B62}" type="presParOf" srcId="{6417C155-EF52-49C3-8408-F60A730CE046}" destId="{92CB3BA7-CAE9-49E0-A3C4-A2F75695BB25}"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DEDDD4-E687-4ED3-A2F4-DF148FFBA6D2}">
      <dsp:nvSpPr>
        <dsp:cNvPr id="0" name=""/>
        <dsp:cNvSpPr/>
      </dsp:nvSpPr>
      <dsp:spPr>
        <a:xfrm>
          <a:off x="0" y="373802"/>
          <a:ext cx="10927829" cy="1663200"/>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8121" tIns="458216" rIns="848121" bIns="156464" numCol="1" spcCol="1270" anchor="t" anchorCtr="0">
          <a:noAutofit/>
        </a:bodyPr>
        <a:lstStyle/>
        <a:p>
          <a:pPr marL="228600" lvl="1" indent="-228600" algn="l" defTabSz="977900">
            <a:lnSpc>
              <a:spcPct val="90000"/>
            </a:lnSpc>
            <a:spcBef>
              <a:spcPct val="0"/>
            </a:spcBef>
            <a:spcAft>
              <a:spcPct val="15000"/>
            </a:spcAft>
            <a:buChar char="•"/>
          </a:pPr>
          <a:r>
            <a:rPr lang="en-US" sz="2200" kern="1200" dirty="0"/>
            <a:t>Designed and trained for a single, specific task</a:t>
          </a:r>
        </a:p>
        <a:p>
          <a:pPr marL="457200" lvl="2" indent="-228600" algn="l" defTabSz="977900">
            <a:lnSpc>
              <a:spcPct val="90000"/>
            </a:lnSpc>
            <a:spcBef>
              <a:spcPct val="0"/>
            </a:spcBef>
            <a:spcAft>
              <a:spcPct val="15000"/>
            </a:spcAft>
            <a:buChar char="•"/>
          </a:pPr>
          <a:r>
            <a:rPr lang="en-US" sz="2200" kern="1200" dirty="0"/>
            <a:t>Identifying spam</a:t>
          </a:r>
        </a:p>
        <a:p>
          <a:pPr marL="457200" lvl="2" indent="-228600" algn="l" defTabSz="977900">
            <a:lnSpc>
              <a:spcPct val="90000"/>
            </a:lnSpc>
            <a:spcBef>
              <a:spcPct val="0"/>
            </a:spcBef>
            <a:spcAft>
              <a:spcPct val="15000"/>
            </a:spcAft>
            <a:buChar char="•"/>
          </a:pPr>
          <a:r>
            <a:rPr lang="en-US" sz="2200" kern="1200" dirty="0"/>
            <a:t>Predicting house prices</a:t>
          </a:r>
        </a:p>
      </dsp:txBody>
      <dsp:txXfrm>
        <a:off x="0" y="373802"/>
        <a:ext cx="10927829" cy="1663200"/>
      </dsp:txXfrm>
    </dsp:sp>
    <dsp:sp modelId="{5FD6CCED-3404-4A95-B8B5-EBC4566E3B86}">
      <dsp:nvSpPr>
        <dsp:cNvPr id="0" name=""/>
        <dsp:cNvSpPr/>
      </dsp:nvSpPr>
      <dsp:spPr>
        <a:xfrm>
          <a:off x="546391" y="49082"/>
          <a:ext cx="7649480" cy="64944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132" tIns="0" rIns="289132" bIns="0" numCol="1" spcCol="1270" anchor="ctr" anchorCtr="0">
          <a:noAutofit/>
        </a:bodyPr>
        <a:lstStyle/>
        <a:p>
          <a:pPr marL="0" lvl="0" indent="0" algn="l" defTabSz="977900">
            <a:lnSpc>
              <a:spcPct val="90000"/>
            </a:lnSpc>
            <a:spcBef>
              <a:spcPct val="0"/>
            </a:spcBef>
            <a:spcAft>
              <a:spcPct val="35000"/>
            </a:spcAft>
            <a:buNone/>
          </a:pPr>
          <a:r>
            <a:rPr lang="en-US" sz="2200" kern="1200" dirty="0"/>
            <a:t>Traditional ML pipelines</a:t>
          </a:r>
        </a:p>
      </dsp:txBody>
      <dsp:txXfrm>
        <a:off x="578094" y="80785"/>
        <a:ext cx="7586074" cy="586034"/>
      </dsp:txXfrm>
    </dsp:sp>
    <dsp:sp modelId="{801A7A88-9031-4B5D-92DC-9EB2BBD03985}">
      <dsp:nvSpPr>
        <dsp:cNvPr id="0" name=""/>
        <dsp:cNvSpPr/>
      </dsp:nvSpPr>
      <dsp:spPr>
        <a:xfrm>
          <a:off x="0" y="2480522"/>
          <a:ext cx="10927829" cy="1663200"/>
        </a:xfrm>
        <a:prstGeom prst="rect">
          <a:avLst/>
        </a:prstGeom>
        <a:solidFill>
          <a:schemeClr val="lt1">
            <a:alpha val="90000"/>
            <a:hueOff val="0"/>
            <a:satOff val="0"/>
            <a:lumOff val="0"/>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8121" tIns="458216" rIns="848121" bIns="156464" numCol="1" spcCol="1270" anchor="t" anchorCtr="0">
          <a:noAutofit/>
        </a:bodyPr>
        <a:lstStyle/>
        <a:p>
          <a:pPr marL="228600" lvl="1" indent="-228600" algn="l" defTabSz="977900">
            <a:lnSpc>
              <a:spcPct val="90000"/>
            </a:lnSpc>
            <a:spcBef>
              <a:spcPct val="0"/>
            </a:spcBef>
            <a:spcAft>
              <a:spcPct val="15000"/>
            </a:spcAft>
            <a:buChar char="•"/>
          </a:pPr>
          <a:r>
            <a:rPr lang="en-US" sz="2200" kern="1200"/>
            <a:t>Large Language Models (LLMs)</a:t>
          </a:r>
        </a:p>
        <a:p>
          <a:pPr marL="228600" lvl="1" indent="-228600" algn="l" defTabSz="977900">
            <a:lnSpc>
              <a:spcPct val="90000"/>
            </a:lnSpc>
            <a:spcBef>
              <a:spcPct val="0"/>
            </a:spcBef>
            <a:spcAft>
              <a:spcPct val="15000"/>
            </a:spcAft>
            <a:buChar char="•"/>
          </a:pPr>
          <a:r>
            <a:rPr lang="en-US" sz="2200" kern="1200"/>
            <a:t>Act as programmable reasoning components</a:t>
          </a:r>
        </a:p>
        <a:p>
          <a:pPr marL="228600" lvl="1" indent="-228600" algn="l" defTabSz="977900">
            <a:lnSpc>
              <a:spcPct val="90000"/>
            </a:lnSpc>
            <a:spcBef>
              <a:spcPct val="0"/>
            </a:spcBef>
            <a:spcAft>
              <a:spcPct val="15000"/>
            </a:spcAft>
            <a:buChar char="•"/>
          </a:pPr>
          <a:r>
            <a:rPr lang="en-US" sz="2200" kern="1200"/>
            <a:t>Adapted to many different tasks through natural language</a:t>
          </a:r>
        </a:p>
      </dsp:txBody>
      <dsp:txXfrm>
        <a:off x="0" y="2480522"/>
        <a:ext cx="10927829" cy="1663200"/>
      </dsp:txXfrm>
    </dsp:sp>
    <dsp:sp modelId="{80C7138A-52C4-4347-BDBE-4061DFC3405E}">
      <dsp:nvSpPr>
        <dsp:cNvPr id="0" name=""/>
        <dsp:cNvSpPr/>
      </dsp:nvSpPr>
      <dsp:spPr>
        <a:xfrm>
          <a:off x="546391" y="2155802"/>
          <a:ext cx="7649480" cy="64944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132" tIns="0" rIns="289132" bIns="0" numCol="1" spcCol="1270" anchor="ctr" anchorCtr="0">
          <a:noAutofit/>
        </a:bodyPr>
        <a:lstStyle/>
        <a:p>
          <a:pPr marL="0" lvl="0" indent="0" algn="l" defTabSz="977900">
            <a:lnSpc>
              <a:spcPct val="90000"/>
            </a:lnSpc>
            <a:spcBef>
              <a:spcPct val="0"/>
            </a:spcBef>
            <a:spcAft>
              <a:spcPct val="35000"/>
            </a:spcAft>
            <a:buNone/>
          </a:pPr>
          <a:r>
            <a:rPr lang="en-US" sz="2200" kern="1200"/>
            <a:t>GenAI models</a:t>
          </a:r>
        </a:p>
      </dsp:txBody>
      <dsp:txXfrm>
        <a:off x="578094" y="2187505"/>
        <a:ext cx="7586074" cy="5860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5721D7-C0A0-4E23-BFC2-DB9E0FB14742}">
      <dsp:nvSpPr>
        <dsp:cNvPr id="0" name=""/>
        <dsp:cNvSpPr/>
      </dsp:nvSpPr>
      <dsp:spPr>
        <a:xfrm>
          <a:off x="0" y="328549"/>
          <a:ext cx="6666833" cy="5292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6298C967-1C9F-4353-9959-02FE4D80E195}">
      <dsp:nvSpPr>
        <dsp:cNvPr id="0" name=""/>
        <dsp:cNvSpPr/>
      </dsp:nvSpPr>
      <dsp:spPr>
        <a:xfrm>
          <a:off x="333341" y="18589"/>
          <a:ext cx="4666783" cy="61992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933450">
            <a:lnSpc>
              <a:spcPct val="90000"/>
            </a:lnSpc>
            <a:spcBef>
              <a:spcPct val="0"/>
            </a:spcBef>
            <a:spcAft>
              <a:spcPct val="35000"/>
            </a:spcAft>
            <a:buNone/>
          </a:pPr>
          <a:r>
            <a:rPr lang="en-US" sz="2100" kern="1200"/>
            <a:t>Its job is to classify or predict a label.</a:t>
          </a:r>
        </a:p>
      </dsp:txBody>
      <dsp:txXfrm>
        <a:off x="363603" y="48851"/>
        <a:ext cx="4606259" cy="559396"/>
      </dsp:txXfrm>
    </dsp:sp>
    <dsp:sp modelId="{37EFC95A-8FA8-4E72-8ACB-77B84C8F0837}">
      <dsp:nvSpPr>
        <dsp:cNvPr id="0" name=""/>
        <dsp:cNvSpPr/>
      </dsp:nvSpPr>
      <dsp:spPr>
        <a:xfrm>
          <a:off x="0" y="1281109"/>
          <a:ext cx="6666833" cy="893025"/>
        </a:xfrm>
        <a:prstGeom prst="rect">
          <a:avLst/>
        </a:prstGeom>
        <a:solidFill>
          <a:schemeClr val="lt1">
            <a:alpha val="90000"/>
            <a:hueOff val="0"/>
            <a:satOff val="0"/>
            <a:lumOff val="0"/>
            <a:alphaOff val="0"/>
          </a:schemeClr>
        </a:solidFill>
        <a:ln w="12700" cap="flat" cmpd="sng" algn="ctr">
          <a:solidFill>
            <a:schemeClr val="accent2">
              <a:hueOff val="2147871"/>
              <a:satOff val="-6164"/>
              <a:lumOff val="-987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437388" rIns="517420" bIns="149352" numCol="1" spcCol="1270" anchor="t" anchorCtr="0">
          <a:noAutofit/>
        </a:bodyPr>
        <a:lstStyle/>
        <a:p>
          <a:pPr marL="228600" lvl="1" indent="-228600" algn="l" defTabSz="933450">
            <a:lnSpc>
              <a:spcPct val="90000"/>
            </a:lnSpc>
            <a:spcBef>
              <a:spcPct val="0"/>
            </a:spcBef>
            <a:spcAft>
              <a:spcPct val="15000"/>
            </a:spcAft>
            <a:buChar char="•"/>
          </a:pPr>
          <a:r>
            <a:rPr lang="en-US" sz="2100" kern="1200"/>
            <a:t>An image of a dog</a:t>
          </a:r>
        </a:p>
      </dsp:txBody>
      <dsp:txXfrm>
        <a:off x="0" y="1281109"/>
        <a:ext cx="6666833" cy="893025"/>
      </dsp:txXfrm>
    </dsp:sp>
    <dsp:sp modelId="{775B10A9-1C07-4267-A7DF-301584A7D179}">
      <dsp:nvSpPr>
        <dsp:cNvPr id="0" name=""/>
        <dsp:cNvSpPr/>
      </dsp:nvSpPr>
      <dsp:spPr>
        <a:xfrm>
          <a:off x="333341" y="971149"/>
          <a:ext cx="4666783" cy="619920"/>
        </a:xfrm>
        <a:prstGeom prst="roundRect">
          <a:avLst/>
        </a:prstGeom>
        <a:gradFill rotWithShape="0">
          <a:gsLst>
            <a:gs pos="0">
              <a:schemeClr val="accent2">
                <a:hueOff val="2147871"/>
                <a:satOff val="-6164"/>
                <a:lumOff val="-9870"/>
                <a:alphaOff val="0"/>
                <a:satMod val="103000"/>
                <a:lumMod val="102000"/>
                <a:tint val="94000"/>
              </a:schemeClr>
            </a:gs>
            <a:gs pos="50000">
              <a:schemeClr val="accent2">
                <a:hueOff val="2147871"/>
                <a:satOff val="-6164"/>
                <a:lumOff val="-9870"/>
                <a:alphaOff val="0"/>
                <a:satMod val="110000"/>
                <a:lumMod val="100000"/>
                <a:shade val="100000"/>
              </a:schemeClr>
            </a:gs>
            <a:gs pos="100000">
              <a:schemeClr val="accent2">
                <a:hueOff val="2147871"/>
                <a:satOff val="-6164"/>
                <a:lumOff val="-987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933450">
            <a:lnSpc>
              <a:spcPct val="90000"/>
            </a:lnSpc>
            <a:spcBef>
              <a:spcPct val="0"/>
            </a:spcBef>
            <a:spcAft>
              <a:spcPct val="35000"/>
            </a:spcAft>
            <a:buNone/>
          </a:pPr>
          <a:r>
            <a:rPr lang="en-US" sz="2100" kern="1200"/>
            <a:t>Input</a:t>
          </a:r>
        </a:p>
      </dsp:txBody>
      <dsp:txXfrm>
        <a:off x="363603" y="1001411"/>
        <a:ext cx="4606259" cy="559396"/>
      </dsp:txXfrm>
    </dsp:sp>
    <dsp:sp modelId="{1A893639-1E01-48B7-BB64-856DA502F098}">
      <dsp:nvSpPr>
        <dsp:cNvPr id="0" name=""/>
        <dsp:cNvSpPr/>
      </dsp:nvSpPr>
      <dsp:spPr>
        <a:xfrm>
          <a:off x="0" y="2597495"/>
          <a:ext cx="6666833" cy="893025"/>
        </a:xfrm>
        <a:prstGeom prst="rect">
          <a:avLst/>
        </a:prstGeom>
        <a:solidFill>
          <a:schemeClr val="lt1">
            <a:alpha val="90000"/>
            <a:hueOff val="0"/>
            <a:satOff val="0"/>
            <a:lumOff val="0"/>
            <a:alphaOff val="0"/>
          </a:schemeClr>
        </a:solidFill>
        <a:ln w="12700" cap="flat" cmpd="sng" algn="ctr">
          <a:solidFill>
            <a:schemeClr val="accent2">
              <a:hueOff val="4295743"/>
              <a:satOff val="-12329"/>
              <a:lumOff val="-1973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437388" rIns="517420" bIns="149352" numCol="1" spcCol="1270" anchor="t" anchorCtr="0">
          <a:noAutofit/>
        </a:bodyPr>
        <a:lstStyle/>
        <a:p>
          <a:pPr marL="228600" lvl="1" indent="-228600" algn="l" defTabSz="933450">
            <a:lnSpc>
              <a:spcPct val="90000"/>
            </a:lnSpc>
            <a:spcBef>
              <a:spcPct val="0"/>
            </a:spcBef>
            <a:spcAft>
              <a:spcPct val="15000"/>
            </a:spcAft>
            <a:buChar char="•"/>
          </a:pPr>
          <a:r>
            <a:rPr lang="en-US" sz="2100" kern="1200"/>
            <a:t>Label "Dog"</a:t>
          </a:r>
        </a:p>
      </dsp:txBody>
      <dsp:txXfrm>
        <a:off x="0" y="2597495"/>
        <a:ext cx="6666833" cy="893025"/>
      </dsp:txXfrm>
    </dsp:sp>
    <dsp:sp modelId="{5949A602-60B5-46C9-B32A-85286D157290}">
      <dsp:nvSpPr>
        <dsp:cNvPr id="0" name=""/>
        <dsp:cNvSpPr/>
      </dsp:nvSpPr>
      <dsp:spPr>
        <a:xfrm>
          <a:off x="333341" y="2287535"/>
          <a:ext cx="4666783" cy="619920"/>
        </a:xfrm>
        <a:prstGeom prst="roundRect">
          <a:avLst/>
        </a:prstGeom>
        <a:gradFill rotWithShape="0">
          <a:gsLst>
            <a:gs pos="0">
              <a:schemeClr val="accent2">
                <a:hueOff val="4295743"/>
                <a:satOff val="-12329"/>
                <a:lumOff val="-19739"/>
                <a:alphaOff val="0"/>
                <a:satMod val="103000"/>
                <a:lumMod val="102000"/>
                <a:tint val="94000"/>
              </a:schemeClr>
            </a:gs>
            <a:gs pos="50000">
              <a:schemeClr val="accent2">
                <a:hueOff val="4295743"/>
                <a:satOff val="-12329"/>
                <a:lumOff val="-19739"/>
                <a:alphaOff val="0"/>
                <a:satMod val="110000"/>
                <a:lumMod val="100000"/>
                <a:shade val="100000"/>
              </a:schemeClr>
            </a:gs>
            <a:gs pos="100000">
              <a:schemeClr val="accent2">
                <a:hueOff val="4295743"/>
                <a:satOff val="-12329"/>
                <a:lumOff val="-1973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933450">
            <a:lnSpc>
              <a:spcPct val="90000"/>
            </a:lnSpc>
            <a:spcBef>
              <a:spcPct val="0"/>
            </a:spcBef>
            <a:spcAft>
              <a:spcPct val="35000"/>
            </a:spcAft>
            <a:buNone/>
          </a:pPr>
          <a:r>
            <a:rPr lang="en-US" sz="2100" kern="1200"/>
            <a:t>Output</a:t>
          </a:r>
        </a:p>
      </dsp:txBody>
      <dsp:txXfrm>
        <a:off x="363603" y="2317797"/>
        <a:ext cx="4606259" cy="559396"/>
      </dsp:txXfrm>
    </dsp:sp>
    <dsp:sp modelId="{DA64E2D4-93D0-4FE7-80C5-814A10B0A457}">
      <dsp:nvSpPr>
        <dsp:cNvPr id="0" name=""/>
        <dsp:cNvSpPr/>
      </dsp:nvSpPr>
      <dsp:spPr>
        <a:xfrm>
          <a:off x="0" y="3913880"/>
          <a:ext cx="6666833" cy="1521449"/>
        </a:xfrm>
        <a:prstGeom prst="rect">
          <a:avLst/>
        </a:prstGeom>
        <a:solidFill>
          <a:schemeClr val="lt1">
            <a:alpha val="90000"/>
            <a:hueOff val="0"/>
            <a:satOff val="0"/>
            <a:lumOff val="0"/>
            <a:alphaOff val="0"/>
          </a:schemeClr>
        </a:solidFill>
        <a:ln w="12700" cap="flat" cmpd="sng" algn="ctr">
          <a:solidFill>
            <a:schemeClr val="accent2">
              <a:hueOff val="6443614"/>
              <a:satOff val="-18493"/>
              <a:lumOff val="-2960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437388" rIns="517420" bIns="149352" numCol="1" spcCol="1270" anchor="t" anchorCtr="0">
          <a:noAutofit/>
        </a:bodyPr>
        <a:lstStyle/>
        <a:p>
          <a:pPr marL="228600" lvl="1" indent="-228600" algn="l" defTabSz="933450">
            <a:lnSpc>
              <a:spcPct val="90000"/>
            </a:lnSpc>
            <a:spcBef>
              <a:spcPct val="0"/>
            </a:spcBef>
            <a:spcAft>
              <a:spcPct val="15000"/>
            </a:spcAft>
            <a:buChar char="•"/>
          </a:pPr>
          <a:r>
            <a:rPr lang="en-US" sz="2100" kern="1200" dirty="0"/>
            <a:t>It models the Conditional Probability P(</a:t>
          </a:r>
          <a:r>
            <a:rPr lang="en-US" sz="2100" kern="1200" dirty="0" err="1"/>
            <a:t>y|x</a:t>
          </a:r>
          <a:r>
            <a:rPr lang="en-US" sz="2100" kern="1200" dirty="0"/>
            <a:t>) (Probability of label y given input x )</a:t>
          </a:r>
        </a:p>
        <a:p>
          <a:pPr marL="228600" lvl="1" indent="-228600" algn="l" defTabSz="933450">
            <a:lnSpc>
              <a:spcPct val="90000"/>
            </a:lnSpc>
            <a:spcBef>
              <a:spcPct val="0"/>
            </a:spcBef>
            <a:spcAft>
              <a:spcPct val="15000"/>
            </a:spcAft>
            <a:buChar char="•"/>
          </a:pPr>
          <a:r>
            <a:rPr lang="en-US" sz="2100" kern="1200" dirty="0"/>
            <a:t>It draws a line (boundary) between classes.</a:t>
          </a:r>
        </a:p>
      </dsp:txBody>
      <dsp:txXfrm>
        <a:off x="0" y="3913880"/>
        <a:ext cx="6666833" cy="1521449"/>
      </dsp:txXfrm>
    </dsp:sp>
    <dsp:sp modelId="{59702B92-6AE8-4A01-9830-500928E5F5CF}">
      <dsp:nvSpPr>
        <dsp:cNvPr id="0" name=""/>
        <dsp:cNvSpPr/>
      </dsp:nvSpPr>
      <dsp:spPr>
        <a:xfrm>
          <a:off x="333341" y="3603920"/>
          <a:ext cx="4666783" cy="619920"/>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933450">
            <a:lnSpc>
              <a:spcPct val="90000"/>
            </a:lnSpc>
            <a:spcBef>
              <a:spcPct val="0"/>
            </a:spcBef>
            <a:spcAft>
              <a:spcPct val="35000"/>
            </a:spcAft>
            <a:buNone/>
          </a:pPr>
          <a:r>
            <a:rPr lang="en-US" sz="2100" kern="1200"/>
            <a:t>Math</a:t>
          </a:r>
        </a:p>
      </dsp:txBody>
      <dsp:txXfrm>
        <a:off x="363603" y="3634182"/>
        <a:ext cx="4606259" cy="55939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D36B48-A08B-4702-82B4-C22DE0239FC7}">
      <dsp:nvSpPr>
        <dsp:cNvPr id="0" name=""/>
        <dsp:cNvSpPr/>
      </dsp:nvSpPr>
      <dsp:spPr>
        <a:xfrm>
          <a:off x="762194" y="981766"/>
          <a:ext cx="812109" cy="8121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4636BE3-3A80-4353-94CA-630E6218E37F}">
      <dsp:nvSpPr>
        <dsp:cNvPr id="0" name=""/>
        <dsp:cNvSpPr/>
      </dsp:nvSpPr>
      <dsp:spPr>
        <a:xfrm>
          <a:off x="8092" y="1896603"/>
          <a:ext cx="2320312" cy="652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kern="1200"/>
            <a:t>Its job is to create new data instances that look like the training data.</a:t>
          </a:r>
        </a:p>
      </dsp:txBody>
      <dsp:txXfrm>
        <a:off x="8092" y="1896603"/>
        <a:ext cx="2320312" cy="652587"/>
      </dsp:txXfrm>
    </dsp:sp>
    <dsp:sp modelId="{ABEBFD2A-EFAD-497A-8B8D-F87DAF2AC1BC}">
      <dsp:nvSpPr>
        <dsp:cNvPr id="0" name=""/>
        <dsp:cNvSpPr/>
      </dsp:nvSpPr>
      <dsp:spPr>
        <a:xfrm>
          <a:off x="8092" y="2596971"/>
          <a:ext cx="2320312" cy="773806"/>
        </a:xfrm>
        <a:prstGeom prst="rect">
          <a:avLst/>
        </a:prstGeom>
        <a:noFill/>
        <a:ln>
          <a:noFill/>
        </a:ln>
        <a:effectLst/>
      </dsp:spPr>
      <dsp:style>
        <a:lnRef idx="0">
          <a:scrgbClr r="0" g="0" b="0"/>
        </a:lnRef>
        <a:fillRef idx="0">
          <a:scrgbClr r="0" g="0" b="0"/>
        </a:fillRef>
        <a:effectRef idx="0">
          <a:scrgbClr r="0" g="0" b="0"/>
        </a:effectRef>
        <a:fontRef idx="minor"/>
      </dsp:style>
    </dsp:sp>
    <dsp:sp modelId="{D1CDD75A-BEFC-4115-874A-6AAAB811996C}">
      <dsp:nvSpPr>
        <dsp:cNvPr id="0" name=""/>
        <dsp:cNvSpPr/>
      </dsp:nvSpPr>
      <dsp:spPr>
        <a:xfrm>
          <a:off x="3488561" y="981766"/>
          <a:ext cx="812109" cy="8121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B7164F0-EAD5-4F78-B8D0-95ABC59B13E5}">
      <dsp:nvSpPr>
        <dsp:cNvPr id="0" name=""/>
        <dsp:cNvSpPr/>
      </dsp:nvSpPr>
      <dsp:spPr>
        <a:xfrm>
          <a:off x="2734460" y="1896603"/>
          <a:ext cx="2320312" cy="652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kern="1200"/>
            <a:t>Input</a:t>
          </a:r>
        </a:p>
      </dsp:txBody>
      <dsp:txXfrm>
        <a:off x="2734460" y="1896603"/>
        <a:ext cx="2320312" cy="652587"/>
      </dsp:txXfrm>
    </dsp:sp>
    <dsp:sp modelId="{2726C9A5-098D-4846-9E3C-7A122331A3F7}">
      <dsp:nvSpPr>
        <dsp:cNvPr id="0" name=""/>
        <dsp:cNvSpPr/>
      </dsp:nvSpPr>
      <dsp:spPr>
        <a:xfrm>
          <a:off x="2734460" y="2596971"/>
          <a:ext cx="2320312" cy="773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Random noise or a text prompt.</a:t>
          </a:r>
        </a:p>
      </dsp:txBody>
      <dsp:txXfrm>
        <a:off x="2734460" y="2596971"/>
        <a:ext cx="2320312" cy="773806"/>
      </dsp:txXfrm>
    </dsp:sp>
    <dsp:sp modelId="{56F8E49C-9742-498D-AB70-6F1DA722B952}">
      <dsp:nvSpPr>
        <dsp:cNvPr id="0" name=""/>
        <dsp:cNvSpPr/>
      </dsp:nvSpPr>
      <dsp:spPr>
        <a:xfrm>
          <a:off x="6214928" y="981766"/>
          <a:ext cx="812109" cy="81210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EE5FCE-B26A-4CC3-B397-9579AFE5F096}">
      <dsp:nvSpPr>
        <dsp:cNvPr id="0" name=""/>
        <dsp:cNvSpPr/>
      </dsp:nvSpPr>
      <dsp:spPr>
        <a:xfrm>
          <a:off x="5460827" y="1896603"/>
          <a:ext cx="2320312" cy="652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kern="1200"/>
            <a:t>Output</a:t>
          </a:r>
        </a:p>
      </dsp:txBody>
      <dsp:txXfrm>
        <a:off x="5460827" y="1896603"/>
        <a:ext cx="2320312" cy="652587"/>
      </dsp:txXfrm>
    </dsp:sp>
    <dsp:sp modelId="{DCE1297E-5262-4A0E-938B-49D53214BDFB}">
      <dsp:nvSpPr>
        <dsp:cNvPr id="0" name=""/>
        <dsp:cNvSpPr/>
      </dsp:nvSpPr>
      <dsp:spPr>
        <a:xfrm>
          <a:off x="5460827" y="2596971"/>
          <a:ext cx="2320312" cy="773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t>A brand-new image of a dog that has never existed before.</a:t>
          </a:r>
        </a:p>
      </dsp:txBody>
      <dsp:txXfrm>
        <a:off x="5460827" y="2596971"/>
        <a:ext cx="2320312" cy="773806"/>
      </dsp:txXfrm>
    </dsp:sp>
    <dsp:sp modelId="{CE7C1FD4-F728-4063-9DD3-1F38396F183A}">
      <dsp:nvSpPr>
        <dsp:cNvPr id="0" name=""/>
        <dsp:cNvSpPr/>
      </dsp:nvSpPr>
      <dsp:spPr>
        <a:xfrm>
          <a:off x="8941296" y="981766"/>
          <a:ext cx="812109" cy="81210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F3DA52-30F8-4C12-8ED4-68F4CD436947}">
      <dsp:nvSpPr>
        <dsp:cNvPr id="0" name=""/>
        <dsp:cNvSpPr/>
      </dsp:nvSpPr>
      <dsp:spPr>
        <a:xfrm>
          <a:off x="8187194" y="1896603"/>
          <a:ext cx="2320312" cy="652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kern="1200"/>
            <a:t>Math</a:t>
          </a:r>
        </a:p>
      </dsp:txBody>
      <dsp:txXfrm>
        <a:off x="8187194" y="1896603"/>
        <a:ext cx="2320312" cy="652587"/>
      </dsp:txXfrm>
    </dsp:sp>
    <dsp:sp modelId="{85C1CC7B-D09D-45B6-989E-F7E029210C5D}">
      <dsp:nvSpPr>
        <dsp:cNvPr id="0" name=""/>
        <dsp:cNvSpPr/>
      </dsp:nvSpPr>
      <dsp:spPr>
        <a:xfrm>
          <a:off x="8187194" y="2596971"/>
          <a:ext cx="2320312" cy="773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It models the Joint Probability or just the distribution of the data.</a:t>
          </a:r>
        </a:p>
        <a:p>
          <a:pPr marL="0" lvl="0" indent="0" algn="ctr" defTabSz="488950">
            <a:lnSpc>
              <a:spcPct val="100000"/>
            </a:lnSpc>
            <a:spcBef>
              <a:spcPct val="0"/>
            </a:spcBef>
            <a:spcAft>
              <a:spcPct val="35000"/>
            </a:spcAft>
            <a:buNone/>
          </a:pPr>
          <a:r>
            <a:rPr lang="en-US" sz="1100" kern="1200"/>
            <a:t>It tries to understand how the data was created so it can make more of it.</a:t>
          </a:r>
        </a:p>
      </dsp:txBody>
      <dsp:txXfrm>
        <a:off x="8187194" y="2596971"/>
        <a:ext cx="2320312" cy="77380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B61468-EC6F-41FE-A929-4BC8FA76A888}">
      <dsp:nvSpPr>
        <dsp:cNvPr id="0" name=""/>
        <dsp:cNvSpPr/>
      </dsp:nvSpPr>
      <dsp:spPr>
        <a:xfrm>
          <a:off x="1061437" y="837305"/>
          <a:ext cx="1141382" cy="11413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8D55182-6B22-49C7-9A52-EC125DC2807F}">
      <dsp:nvSpPr>
        <dsp:cNvPr id="0" name=""/>
        <dsp:cNvSpPr/>
      </dsp:nvSpPr>
      <dsp:spPr>
        <a:xfrm>
          <a:off x="1582" y="2086970"/>
          <a:ext cx="3261093" cy="48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511300">
            <a:lnSpc>
              <a:spcPct val="90000"/>
            </a:lnSpc>
            <a:spcBef>
              <a:spcPct val="0"/>
            </a:spcBef>
            <a:spcAft>
              <a:spcPct val="35000"/>
            </a:spcAft>
            <a:buNone/>
            <a:defRPr b="1"/>
          </a:pPr>
          <a:r>
            <a:rPr lang="en-US" sz="3400" kern="1200"/>
            <a:t>Mechanism</a:t>
          </a:r>
        </a:p>
      </dsp:txBody>
      <dsp:txXfrm>
        <a:off x="1582" y="2086970"/>
        <a:ext cx="3261093" cy="489164"/>
      </dsp:txXfrm>
    </dsp:sp>
    <dsp:sp modelId="{F398A2F9-2080-4ABC-92A1-BD06AB3EC525}">
      <dsp:nvSpPr>
        <dsp:cNvPr id="0" name=""/>
        <dsp:cNvSpPr/>
      </dsp:nvSpPr>
      <dsp:spPr>
        <a:xfrm>
          <a:off x="1582" y="2626498"/>
          <a:ext cx="3261093" cy="729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It treats text as a sequence of tokens</a:t>
          </a:r>
        </a:p>
      </dsp:txBody>
      <dsp:txXfrm>
        <a:off x="1582" y="2626498"/>
        <a:ext cx="3261093" cy="729000"/>
      </dsp:txXfrm>
    </dsp:sp>
    <dsp:sp modelId="{4A3B72E0-ABE3-4C89-B2D4-CA1B6011B381}">
      <dsp:nvSpPr>
        <dsp:cNvPr id="0" name=""/>
        <dsp:cNvSpPr/>
      </dsp:nvSpPr>
      <dsp:spPr>
        <a:xfrm>
          <a:off x="4893223" y="837305"/>
          <a:ext cx="1141382" cy="11413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BF4C632-CB74-444D-BD77-CEF5B09E4574}">
      <dsp:nvSpPr>
        <dsp:cNvPr id="0" name=""/>
        <dsp:cNvSpPr/>
      </dsp:nvSpPr>
      <dsp:spPr>
        <a:xfrm>
          <a:off x="3833367" y="2086970"/>
          <a:ext cx="3261093" cy="48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511300">
            <a:lnSpc>
              <a:spcPct val="90000"/>
            </a:lnSpc>
            <a:spcBef>
              <a:spcPct val="0"/>
            </a:spcBef>
            <a:spcAft>
              <a:spcPct val="35000"/>
            </a:spcAft>
            <a:buNone/>
            <a:defRPr b="1"/>
          </a:pPr>
          <a:r>
            <a:rPr lang="en-US" sz="3400" kern="1200"/>
            <a:t>Objective</a:t>
          </a:r>
        </a:p>
      </dsp:txBody>
      <dsp:txXfrm>
        <a:off x="3833367" y="2086970"/>
        <a:ext cx="3261093" cy="489164"/>
      </dsp:txXfrm>
    </dsp:sp>
    <dsp:sp modelId="{9C691C91-B43B-4470-8CC5-2EDDDE5CCA45}">
      <dsp:nvSpPr>
        <dsp:cNvPr id="0" name=""/>
        <dsp:cNvSpPr/>
      </dsp:nvSpPr>
      <dsp:spPr>
        <a:xfrm>
          <a:off x="3833367" y="2626498"/>
          <a:ext cx="3261093" cy="729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Predict the next token based on probability</a:t>
          </a:r>
        </a:p>
      </dsp:txBody>
      <dsp:txXfrm>
        <a:off x="3833367" y="2626498"/>
        <a:ext cx="3261093" cy="729000"/>
      </dsp:txXfrm>
    </dsp:sp>
    <dsp:sp modelId="{F3214602-9626-48D4-87EE-8D34727352BE}">
      <dsp:nvSpPr>
        <dsp:cNvPr id="0" name=""/>
        <dsp:cNvSpPr/>
      </dsp:nvSpPr>
      <dsp:spPr>
        <a:xfrm>
          <a:off x="8725008" y="837305"/>
          <a:ext cx="1141382" cy="114138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C6DAEF3-E085-46A9-AB06-7B9FD24BBCBC}">
      <dsp:nvSpPr>
        <dsp:cNvPr id="0" name=""/>
        <dsp:cNvSpPr/>
      </dsp:nvSpPr>
      <dsp:spPr>
        <a:xfrm>
          <a:off x="7665152" y="2086970"/>
          <a:ext cx="3261093" cy="48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511300">
            <a:lnSpc>
              <a:spcPct val="90000"/>
            </a:lnSpc>
            <a:spcBef>
              <a:spcPct val="0"/>
            </a:spcBef>
            <a:spcAft>
              <a:spcPct val="35000"/>
            </a:spcAft>
            <a:buNone/>
            <a:defRPr b="1"/>
          </a:pPr>
          <a:r>
            <a:rPr lang="en-US" sz="3400" kern="1200"/>
            <a:t>Key Innovation</a:t>
          </a:r>
        </a:p>
      </dsp:txBody>
      <dsp:txXfrm>
        <a:off x="7665152" y="2086970"/>
        <a:ext cx="3261093" cy="489164"/>
      </dsp:txXfrm>
    </dsp:sp>
    <dsp:sp modelId="{244C5401-F642-4DD6-B435-960FC3A438CB}">
      <dsp:nvSpPr>
        <dsp:cNvPr id="0" name=""/>
        <dsp:cNvSpPr/>
      </dsp:nvSpPr>
      <dsp:spPr>
        <a:xfrm>
          <a:off x="7665152" y="2626498"/>
          <a:ext cx="3261093" cy="729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Attention Mechanism, which allows the model to maintain context over long sequences</a:t>
          </a:r>
        </a:p>
      </dsp:txBody>
      <dsp:txXfrm>
        <a:off x="7665152" y="2626498"/>
        <a:ext cx="3261093" cy="729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DD60BB-05C8-4249-A0A8-E71C5DA08A9F}">
      <dsp:nvSpPr>
        <dsp:cNvPr id="0" name=""/>
        <dsp:cNvSpPr/>
      </dsp:nvSpPr>
      <dsp:spPr>
        <a:xfrm>
          <a:off x="947201" y="818755"/>
          <a:ext cx="1451800" cy="14518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663B23D-F6F8-4BE5-9585-ADBA690250B9}">
      <dsp:nvSpPr>
        <dsp:cNvPr id="0" name=""/>
        <dsp:cNvSpPr/>
      </dsp:nvSpPr>
      <dsp:spPr>
        <a:xfrm>
          <a:off x="59990"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a:t>How do we teach a computer to dream an image?</a:t>
          </a:r>
        </a:p>
      </dsp:txBody>
      <dsp:txXfrm>
        <a:off x="59990" y="2654049"/>
        <a:ext cx="3226223" cy="720000"/>
      </dsp:txXfrm>
    </dsp:sp>
    <dsp:sp modelId="{774FE042-3901-4B3A-A1EE-06700DB9E002}">
      <dsp:nvSpPr>
        <dsp:cNvPr id="0" name=""/>
        <dsp:cNvSpPr/>
      </dsp:nvSpPr>
      <dsp:spPr>
        <a:xfrm>
          <a:off x="4738014" y="818755"/>
          <a:ext cx="1451800" cy="14518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9671D8-DEAA-4AF0-886D-A83E43D042A0}">
      <dsp:nvSpPr>
        <dsp:cNvPr id="0" name=""/>
        <dsp:cNvSpPr/>
      </dsp:nvSpPr>
      <dsp:spPr>
        <a:xfrm>
          <a:off x="3850802"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a:t>We have developed three major architectures over time</a:t>
          </a:r>
        </a:p>
      </dsp:txBody>
      <dsp:txXfrm>
        <a:off x="3850802" y="2654049"/>
        <a:ext cx="3226223" cy="720000"/>
      </dsp:txXfrm>
    </dsp:sp>
    <dsp:sp modelId="{63D5F9C9-0280-4E55-A127-9DF40B94ADFF}">
      <dsp:nvSpPr>
        <dsp:cNvPr id="0" name=""/>
        <dsp:cNvSpPr/>
      </dsp:nvSpPr>
      <dsp:spPr>
        <a:xfrm>
          <a:off x="8528826" y="818755"/>
          <a:ext cx="1451800" cy="14518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46A2588-7FAF-408F-AA89-2FD5E4AB616B}">
      <dsp:nvSpPr>
        <dsp:cNvPr id="0" name=""/>
        <dsp:cNvSpPr/>
      </dsp:nvSpPr>
      <dsp:spPr>
        <a:xfrm>
          <a:off x="7641615"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IN" sz="1300" kern="1200"/>
            <a:t>Variational Autoencoders (VAEs) to Generative Adversarial Networks (GANs) to Diffusion Models (The Modern Standard)</a:t>
          </a:r>
          <a:endParaRPr lang="en-US" sz="1300" kern="1200"/>
        </a:p>
      </dsp:txBody>
      <dsp:txXfrm>
        <a:off x="7641615" y="2654049"/>
        <a:ext cx="3226223" cy="720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CFC69C-B398-462C-A5AE-88990A32C718}">
      <dsp:nvSpPr>
        <dsp:cNvPr id="0" name=""/>
        <dsp:cNvSpPr/>
      </dsp:nvSpPr>
      <dsp:spPr>
        <a:xfrm>
          <a:off x="0" y="398732"/>
          <a:ext cx="10927829" cy="327600"/>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7D17F17-DF37-4B9F-9F2E-1BCB6DC06BE1}">
      <dsp:nvSpPr>
        <dsp:cNvPr id="0" name=""/>
        <dsp:cNvSpPr/>
      </dsp:nvSpPr>
      <dsp:spPr>
        <a:xfrm>
          <a:off x="546391" y="206852"/>
          <a:ext cx="7649480" cy="38376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132" tIns="0" rIns="289132" bIns="0" numCol="1" spcCol="1270" anchor="ctr" anchorCtr="0">
          <a:noAutofit/>
        </a:bodyPr>
        <a:lstStyle/>
        <a:p>
          <a:pPr marL="0" lvl="0" indent="0" algn="l" defTabSz="577850">
            <a:lnSpc>
              <a:spcPct val="90000"/>
            </a:lnSpc>
            <a:spcBef>
              <a:spcPct val="0"/>
            </a:spcBef>
            <a:spcAft>
              <a:spcPct val="35000"/>
            </a:spcAft>
            <a:buNone/>
          </a:pPr>
          <a:r>
            <a:rPr lang="en-US" sz="1300" kern="1200"/>
            <a:t>The Probabilistic Compressor</a:t>
          </a:r>
        </a:p>
      </dsp:txBody>
      <dsp:txXfrm>
        <a:off x="565125" y="225586"/>
        <a:ext cx="7612012" cy="346292"/>
      </dsp:txXfrm>
    </dsp:sp>
    <dsp:sp modelId="{D1E6F330-FB9B-4911-9A20-8573C19062FB}">
      <dsp:nvSpPr>
        <dsp:cNvPr id="0" name=""/>
        <dsp:cNvSpPr/>
      </dsp:nvSpPr>
      <dsp:spPr>
        <a:xfrm>
          <a:off x="0" y="988412"/>
          <a:ext cx="10927829" cy="552825"/>
        </a:xfrm>
        <a:prstGeom prst="rect">
          <a:avLst/>
        </a:prstGeom>
        <a:solidFill>
          <a:schemeClr val="lt1">
            <a:alpha val="90000"/>
            <a:hueOff val="0"/>
            <a:satOff val="0"/>
            <a:lumOff val="0"/>
            <a:alphaOff val="0"/>
          </a:schemeClr>
        </a:solidFill>
        <a:ln w="19050" cap="flat" cmpd="sng" algn="ctr">
          <a:solidFill>
            <a:schemeClr val="accent2">
              <a:hueOff val="1610903"/>
              <a:satOff val="-4623"/>
              <a:lumOff val="-740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8121" tIns="270764" rIns="848121"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a:t>You take an image, compress it into a tiny vector of numbers (Latent Space), and then try to uncompress it back to the original.</a:t>
          </a:r>
        </a:p>
      </dsp:txBody>
      <dsp:txXfrm>
        <a:off x="0" y="988412"/>
        <a:ext cx="10927829" cy="552825"/>
      </dsp:txXfrm>
    </dsp:sp>
    <dsp:sp modelId="{EF84DADE-AA6A-440B-BED0-D5E587F89411}">
      <dsp:nvSpPr>
        <dsp:cNvPr id="0" name=""/>
        <dsp:cNvSpPr/>
      </dsp:nvSpPr>
      <dsp:spPr>
        <a:xfrm>
          <a:off x="546391" y="796532"/>
          <a:ext cx="7649480" cy="383760"/>
        </a:xfrm>
        <a:prstGeom prst="roundRect">
          <a:avLst/>
        </a:prstGeom>
        <a:solidFill>
          <a:schemeClr val="accent2">
            <a:hueOff val="1610903"/>
            <a:satOff val="-4623"/>
            <a:lumOff val="-740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132" tIns="0" rIns="289132" bIns="0" numCol="1" spcCol="1270" anchor="ctr" anchorCtr="0">
          <a:noAutofit/>
        </a:bodyPr>
        <a:lstStyle/>
        <a:p>
          <a:pPr marL="0" lvl="0" indent="0" algn="l" defTabSz="577850">
            <a:lnSpc>
              <a:spcPct val="90000"/>
            </a:lnSpc>
            <a:spcBef>
              <a:spcPct val="0"/>
            </a:spcBef>
            <a:spcAft>
              <a:spcPct val="35000"/>
            </a:spcAft>
            <a:buNone/>
          </a:pPr>
          <a:r>
            <a:rPr lang="en-US" sz="1300" kern="1200"/>
            <a:t>Concept</a:t>
          </a:r>
        </a:p>
      </dsp:txBody>
      <dsp:txXfrm>
        <a:off x="565125" y="815266"/>
        <a:ext cx="7612012" cy="346292"/>
      </dsp:txXfrm>
    </dsp:sp>
    <dsp:sp modelId="{9741BB2B-BBEF-4CA9-BD68-80C6A153C1A5}">
      <dsp:nvSpPr>
        <dsp:cNvPr id="0" name=""/>
        <dsp:cNvSpPr/>
      </dsp:nvSpPr>
      <dsp:spPr>
        <a:xfrm>
          <a:off x="0" y="1803317"/>
          <a:ext cx="10927829" cy="552825"/>
        </a:xfrm>
        <a:prstGeom prst="rect">
          <a:avLst/>
        </a:prstGeom>
        <a:solidFill>
          <a:schemeClr val="lt1">
            <a:alpha val="90000"/>
            <a:hueOff val="0"/>
            <a:satOff val="0"/>
            <a:lumOff val="0"/>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8121" tIns="270764" rIns="848121"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a:t>We force that tiny vector to follow a Gaussian (Bell Curve) distribution.</a:t>
          </a:r>
        </a:p>
      </dsp:txBody>
      <dsp:txXfrm>
        <a:off x="0" y="1803317"/>
        <a:ext cx="10927829" cy="552825"/>
      </dsp:txXfrm>
    </dsp:sp>
    <dsp:sp modelId="{2571A2FC-9023-491F-A367-B4646E6065E0}">
      <dsp:nvSpPr>
        <dsp:cNvPr id="0" name=""/>
        <dsp:cNvSpPr/>
      </dsp:nvSpPr>
      <dsp:spPr>
        <a:xfrm>
          <a:off x="546391" y="1611437"/>
          <a:ext cx="7649480" cy="383760"/>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132" tIns="0" rIns="289132" bIns="0" numCol="1" spcCol="1270" anchor="ctr" anchorCtr="0">
          <a:noAutofit/>
        </a:bodyPr>
        <a:lstStyle/>
        <a:p>
          <a:pPr marL="0" lvl="0" indent="0" algn="l" defTabSz="577850">
            <a:lnSpc>
              <a:spcPct val="90000"/>
            </a:lnSpc>
            <a:spcBef>
              <a:spcPct val="0"/>
            </a:spcBef>
            <a:spcAft>
              <a:spcPct val="35000"/>
            </a:spcAft>
            <a:buNone/>
          </a:pPr>
          <a:r>
            <a:rPr lang="en-US" sz="1300" kern="1200"/>
            <a:t>The Trick</a:t>
          </a:r>
        </a:p>
      </dsp:txBody>
      <dsp:txXfrm>
        <a:off x="565125" y="1630171"/>
        <a:ext cx="7612012" cy="346292"/>
      </dsp:txXfrm>
    </dsp:sp>
    <dsp:sp modelId="{CACF9105-8D18-46E4-8A34-D979086DB5D7}">
      <dsp:nvSpPr>
        <dsp:cNvPr id="0" name=""/>
        <dsp:cNvSpPr/>
      </dsp:nvSpPr>
      <dsp:spPr>
        <a:xfrm>
          <a:off x="0" y="2618222"/>
          <a:ext cx="10927829" cy="552825"/>
        </a:xfrm>
        <a:prstGeom prst="rect">
          <a:avLst/>
        </a:prstGeom>
        <a:solidFill>
          <a:schemeClr val="lt1">
            <a:alpha val="90000"/>
            <a:hueOff val="0"/>
            <a:satOff val="0"/>
            <a:lumOff val="0"/>
            <a:alphaOff val="0"/>
          </a:schemeClr>
        </a:solidFill>
        <a:ln w="19050" cap="flat" cmpd="sng" algn="ctr">
          <a:solidFill>
            <a:schemeClr val="accent2">
              <a:hueOff val="4832710"/>
              <a:satOff val="-13870"/>
              <a:lumOff val="-2220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8121" tIns="270764" rIns="848121"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a:t>To create a new image, we just sample a random point from that Bell Curve and ask the Decoder to uncompress it.</a:t>
          </a:r>
        </a:p>
      </dsp:txBody>
      <dsp:txXfrm>
        <a:off x="0" y="2618222"/>
        <a:ext cx="10927829" cy="552825"/>
      </dsp:txXfrm>
    </dsp:sp>
    <dsp:sp modelId="{DADD526E-A5C4-49EA-9BCB-F5B28DEC8CBB}">
      <dsp:nvSpPr>
        <dsp:cNvPr id="0" name=""/>
        <dsp:cNvSpPr/>
      </dsp:nvSpPr>
      <dsp:spPr>
        <a:xfrm>
          <a:off x="546391" y="2426342"/>
          <a:ext cx="7649480" cy="383760"/>
        </a:xfrm>
        <a:prstGeom prst="roundRect">
          <a:avLst/>
        </a:prstGeom>
        <a:solidFill>
          <a:schemeClr val="accent2">
            <a:hueOff val="4832710"/>
            <a:satOff val="-13870"/>
            <a:lumOff val="-222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132" tIns="0" rIns="289132" bIns="0" numCol="1" spcCol="1270" anchor="ctr" anchorCtr="0">
          <a:noAutofit/>
        </a:bodyPr>
        <a:lstStyle/>
        <a:p>
          <a:pPr marL="0" lvl="0" indent="0" algn="l" defTabSz="577850">
            <a:lnSpc>
              <a:spcPct val="90000"/>
            </a:lnSpc>
            <a:spcBef>
              <a:spcPct val="0"/>
            </a:spcBef>
            <a:spcAft>
              <a:spcPct val="35000"/>
            </a:spcAft>
            <a:buNone/>
          </a:pPr>
          <a:r>
            <a:rPr lang="en-US" sz="1300" kern="1200"/>
            <a:t>Generation</a:t>
          </a:r>
        </a:p>
      </dsp:txBody>
      <dsp:txXfrm>
        <a:off x="565125" y="2445076"/>
        <a:ext cx="7612012" cy="346292"/>
      </dsp:txXfrm>
    </dsp:sp>
    <dsp:sp modelId="{853DB4F7-12DB-4E15-AE70-EBA7D9E16E92}">
      <dsp:nvSpPr>
        <dsp:cNvPr id="0" name=""/>
        <dsp:cNvSpPr/>
      </dsp:nvSpPr>
      <dsp:spPr>
        <a:xfrm>
          <a:off x="0" y="3433127"/>
          <a:ext cx="10927829" cy="552825"/>
        </a:xfrm>
        <a:prstGeom prst="rect">
          <a:avLst/>
        </a:prstGeom>
        <a:solidFill>
          <a:schemeClr val="lt1">
            <a:alpha val="90000"/>
            <a:hueOff val="0"/>
            <a:satOff val="0"/>
            <a:lumOff val="0"/>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8121" tIns="270764" rIns="848121"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a:t>Blurry but coherent images.</a:t>
          </a:r>
        </a:p>
      </dsp:txBody>
      <dsp:txXfrm>
        <a:off x="0" y="3433127"/>
        <a:ext cx="10927829" cy="552825"/>
      </dsp:txXfrm>
    </dsp:sp>
    <dsp:sp modelId="{461744E7-49D0-40E9-B491-414FFADF2A76}">
      <dsp:nvSpPr>
        <dsp:cNvPr id="0" name=""/>
        <dsp:cNvSpPr/>
      </dsp:nvSpPr>
      <dsp:spPr>
        <a:xfrm>
          <a:off x="546391" y="3241247"/>
          <a:ext cx="7649480" cy="38376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132" tIns="0" rIns="289132" bIns="0" numCol="1" spcCol="1270" anchor="ctr" anchorCtr="0">
          <a:noAutofit/>
        </a:bodyPr>
        <a:lstStyle/>
        <a:p>
          <a:pPr marL="0" lvl="0" indent="0" algn="l" defTabSz="577850">
            <a:lnSpc>
              <a:spcPct val="90000"/>
            </a:lnSpc>
            <a:spcBef>
              <a:spcPct val="0"/>
            </a:spcBef>
            <a:spcAft>
              <a:spcPct val="35000"/>
            </a:spcAft>
            <a:buNone/>
          </a:pPr>
          <a:r>
            <a:rPr lang="en-US" sz="1300" kern="1200"/>
            <a:t>Result</a:t>
          </a:r>
        </a:p>
      </dsp:txBody>
      <dsp:txXfrm>
        <a:off x="565125" y="3259981"/>
        <a:ext cx="7612012" cy="34629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823C63-859E-4E8C-B5AD-4F672D8072E0}">
      <dsp:nvSpPr>
        <dsp:cNvPr id="0" name=""/>
        <dsp:cNvSpPr/>
      </dsp:nvSpPr>
      <dsp:spPr>
        <a:xfrm>
          <a:off x="0" y="587642"/>
          <a:ext cx="10927829" cy="54054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The Forger vs. The Detective</a:t>
          </a:r>
        </a:p>
      </dsp:txBody>
      <dsp:txXfrm>
        <a:off x="26387" y="614029"/>
        <a:ext cx="10875055" cy="487766"/>
      </dsp:txXfrm>
    </dsp:sp>
    <dsp:sp modelId="{4AA31CED-3C11-4482-8B90-7D0BEAD94A57}">
      <dsp:nvSpPr>
        <dsp:cNvPr id="0" name=""/>
        <dsp:cNvSpPr/>
      </dsp:nvSpPr>
      <dsp:spPr>
        <a:xfrm>
          <a:off x="0" y="1191542"/>
          <a:ext cx="10927829" cy="540540"/>
        </a:xfrm>
        <a:prstGeom prst="round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Introduced by Ian Goodfellow in 2014, this uses two neural networks fighting each other.</a:t>
          </a:r>
        </a:p>
      </dsp:txBody>
      <dsp:txXfrm>
        <a:off x="26387" y="1217929"/>
        <a:ext cx="10875055" cy="487766"/>
      </dsp:txXfrm>
    </dsp:sp>
    <dsp:sp modelId="{349775A8-BA02-4063-ACA2-62F111A56213}">
      <dsp:nvSpPr>
        <dsp:cNvPr id="0" name=""/>
        <dsp:cNvSpPr/>
      </dsp:nvSpPr>
      <dsp:spPr>
        <a:xfrm>
          <a:off x="0" y="1795442"/>
          <a:ext cx="10927829" cy="540540"/>
        </a:xfrm>
        <a:prstGeom prst="roundRec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The Generator (G)</a:t>
          </a:r>
        </a:p>
      </dsp:txBody>
      <dsp:txXfrm>
        <a:off x="26387" y="1821829"/>
        <a:ext cx="10875055" cy="487766"/>
      </dsp:txXfrm>
    </dsp:sp>
    <dsp:sp modelId="{1194D52B-EA5B-4B3F-BD3E-4532F8EB566D}">
      <dsp:nvSpPr>
        <dsp:cNvPr id="0" name=""/>
        <dsp:cNvSpPr/>
      </dsp:nvSpPr>
      <dsp:spPr>
        <a:xfrm>
          <a:off x="0" y="2335982"/>
          <a:ext cx="10927829" cy="364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6959"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t>Tries to create fake images to fool the detective.</a:t>
          </a:r>
        </a:p>
      </dsp:txBody>
      <dsp:txXfrm>
        <a:off x="0" y="2335982"/>
        <a:ext cx="10927829" cy="364320"/>
      </dsp:txXfrm>
    </dsp:sp>
    <dsp:sp modelId="{C50F6AD9-81F1-43D1-9846-B42F392384A7}">
      <dsp:nvSpPr>
        <dsp:cNvPr id="0" name=""/>
        <dsp:cNvSpPr/>
      </dsp:nvSpPr>
      <dsp:spPr>
        <a:xfrm>
          <a:off x="0" y="2700302"/>
          <a:ext cx="10927829" cy="54054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The Discriminator (D)</a:t>
          </a:r>
        </a:p>
      </dsp:txBody>
      <dsp:txXfrm>
        <a:off x="26387" y="2726689"/>
        <a:ext cx="10875055" cy="487766"/>
      </dsp:txXfrm>
    </dsp:sp>
    <dsp:sp modelId="{C1D4CCEF-5D92-4DC5-943F-7BE73D11C4DE}">
      <dsp:nvSpPr>
        <dsp:cNvPr id="0" name=""/>
        <dsp:cNvSpPr/>
      </dsp:nvSpPr>
      <dsp:spPr>
        <a:xfrm>
          <a:off x="0" y="3240842"/>
          <a:ext cx="10927829" cy="364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6959"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t>Tries to catch the fakes.</a:t>
          </a:r>
        </a:p>
      </dsp:txBody>
      <dsp:txXfrm>
        <a:off x="0" y="3240842"/>
        <a:ext cx="10927829" cy="36432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A891CD-6840-43B0-B3C1-D5F8F2EF420A}">
      <dsp:nvSpPr>
        <dsp:cNvPr id="0" name=""/>
        <dsp:cNvSpPr/>
      </dsp:nvSpPr>
      <dsp:spPr>
        <a:xfrm>
          <a:off x="0" y="3156146"/>
          <a:ext cx="10927829" cy="1035917"/>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dirty="0"/>
            <a:t>Diffusion models win because they are stable and mathematically robust. They work in two steps:</a:t>
          </a:r>
        </a:p>
      </dsp:txBody>
      <dsp:txXfrm>
        <a:off x="0" y="3156146"/>
        <a:ext cx="10927829" cy="559395"/>
      </dsp:txXfrm>
    </dsp:sp>
    <dsp:sp modelId="{B72C2B9A-B2F5-4EF0-91A4-4109DA372B12}">
      <dsp:nvSpPr>
        <dsp:cNvPr id="0" name=""/>
        <dsp:cNvSpPr/>
      </dsp:nvSpPr>
      <dsp:spPr>
        <a:xfrm>
          <a:off x="0" y="3694823"/>
          <a:ext cx="5463914" cy="476522"/>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4912" tIns="33020" rIns="184912" bIns="33020" numCol="1" spcCol="1270" anchor="ctr" anchorCtr="0">
          <a:noAutofit/>
        </a:bodyPr>
        <a:lstStyle/>
        <a:p>
          <a:pPr marL="0" lvl="0" indent="0" algn="ctr" defTabSz="1155700">
            <a:lnSpc>
              <a:spcPct val="90000"/>
            </a:lnSpc>
            <a:spcBef>
              <a:spcPct val="0"/>
            </a:spcBef>
            <a:spcAft>
              <a:spcPct val="35000"/>
            </a:spcAft>
            <a:buNone/>
          </a:pPr>
          <a:r>
            <a:rPr lang="en-US" sz="2600" kern="1200"/>
            <a:t>Forward Diffusion (Destroying Data)</a:t>
          </a:r>
        </a:p>
      </dsp:txBody>
      <dsp:txXfrm>
        <a:off x="0" y="3694823"/>
        <a:ext cx="5463914" cy="476522"/>
      </dsp:txXfrm>
    </dsp:sp>
    <dsp:sp modelId="{633DD9C1-254E-41E9-8972-D3BD1D36EE7F}">
      <dsp:nvSpPr>
        <dsp:cNvPr id="0" name=""/>
        <dsp:cNvSpPr/>
      </dsp:nvSpPr>
      <dsp:spPr>
        <a:xfrm>
          <a:off x="5463914" y="3694823"/>
          <a:ext cx="5463914" cy="476522"/>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4912" tIns="33020" rIns="184912" bIns="33020" numCol="1" spcCol="1270" anchor="ctr" anchorCtr="0">
          <a:noAutofit/>
        </a:bodyPr>
        <a:lstStyle/>
        <a:p>
          <a:pPr marL="0" lvl="0" indent="0" algn="ctr" defTabSz="1155700">
            <a:lnSpc>
              <a:spcPct val="90000"/>
            </a:lnSpc>
            <a:spcBef>
              <a:spcPct val="0"/>
            </a:spcBef>
            <a:spcAft>
              <a:spcPct val="35000"/>
            </a:spcAft>
            <a:buNone/>
          </a:pPr>
          <a:r>
            <a:rPr lang="en-US" sz="2600" kern="1200"/>
            <a:t>Reverse Diffusion (Creating Data)</a:t>
          </a:r>
        </a:p>
      </dsp:txBody>
      <dsp:txXfrm>
        <a:off x="5463914" y="3694823"/>
        <a:ext cx="5463914" cy="476522"/>
      </dsp:txXfrm>
    </dsp:sp>
    <dsp:sp modelId="{675CAEFE-E387-4AAE-A0EB-027B23C12A83}">
      <dsp:nvSpPr>
        <dsp:cNvPr id="0" name=""/>
        <dsp:cNvSpPr/>
      </dsp:nvSpPr>
      <dsp:spPr>
        <a:xfrm rot="10800000">
          <a:off x="0" y="1578443"/>
          <a:ext cx="10927829" cy="1593241"/>
        </a:xfrm>
        <a:prstGeom prst="upArrowCallou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a:t>Used by Stable Diffusion, DALL-E 3, and Midjourney.</a:t>
          </a:r>
        </a:p>
      </dsp:txBody>
      <dsp:txXfrm rot="10800000">
        <a:off x="0" y="1578443"/>
        <a:ext cx="10927829" cy="1035240"/>
      </dsp:txXfrm>
    </dsp:sp>
    <dsp:sp modelId="{E15B2D13-9387-463B-9FDE-29BC01B3CEB1}">
      <dsp:nvSpPr>
        <dsp:cNvPr id="0" name=""/>
        <dsp:cNvSpPr/>
      </dsp:nvSpPr>
      <dsp:spPr>
        <a:xfrm rot="10800000">
          <a:off x="0" y="741"/>
          <a:ext cx="10927829" cy="1593241"/>
        </a:xfrm>
        <a:prstGeom prst="upArrowCallou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a:t>The Fog Strategy.</a:t>
          </a:r>
        </a:p>
      </dsp:txBody>
      <dsp:txXfrm rot="10800000">
        <a:off x="0" y="741"/>
        <a:ext cx="10927829" cy="103524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EE79D0-DBCC-48AB-A6D3-09D9B5A75612}">
      <dsp:nvSpPr>
        <dsp:cNvPr id="0" name=""/>
        <dsp:cNvSpPr/>
      </dsp:nvSpPr>
      <dsp:spPr>
        <a:xfrm>
          <a:off x="1953914" y="529294"/>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F2E1D45-F0B4-4FBB-8604-FE320D402490}">
      <dsp:nvSpPr>
        <dsp:cNvPr id="0" name=""/>
        <dsp:cNvSpPr/>
      </dsp:nvSpPr>
      <dsp:spPr>
        <a:xfrm>
          <a:off x="765914" y="2943510"/>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US" sz="2500" kern="1200"/>
            <a:t>Video is just a stack of images that change over time.</a:t>
          </a:r>
        </a:p>
      </dsp:txBody>
      <dsp:txXfrm>
        <a:off x="765914" y="2943510"/>
        <a:ext cx="4320000" cy="720000"/>
      </dsp:txXfrm>
    </dsp:sp>
    <dsp:sp modelId="{E3B7DF0A-C3D1-423F-B155-38DE5CF3F935}">
      <dsp:nvSpPr>
        <dsp:cNvPr id="0" name=""/>
        <dsp:cNvSpPr/>
      </dsp:nvSpPr>
      <dsp:spPr>
        <a:xfrm>
          <a:off x="7029914" y="529294"/>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B2BCF9B-82C2-4129-B416-6EEE226E0F76}">
      <dsp:nvSpPr>
        <dsp:cNvPr id="0" name=""/>
        <dsp:cNvSpPr/>
      </dsp:nvSpPr>
      <dsp:spPr>
        <a:xfrm>
          <a:off x="5841914" y="2943510"/>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US" sz="2500" kern="1200"/>
            <a:t>To generate video, we combine Transformers with Diffusion.</a:t>
          </a:r>
        </a:p>
      </dsp:txBody>
      <dsp:txXfrm>
        <a:off x="5841914" y="2943510"/>
        <a:ext cx="4320000" cy="72000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515187-B83C-463D-B154-56460618F260}">
      <dsp:nvSpPr>
        <dsp:cNvPr id="0" name=""/>
        <dsp:cNvSpPr/>
      </dsp:nvSpPr>
      <dsp:spPr>
        <a:xfrm>
          <a:off x="0" y="387212"/>
          <a:ext cx="10927829" cy="352800"/>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AD5216A-33E3-40F3-BBC9-6ED53092123F}">
      <dsp:nvSpPr>
        <dsp:cNvPr id="0" name=""/>
        <dsp:cNvSpPr/>
      </dsp:nvSpPr>
      <dsp:spPr>
        <a:xfrm>
          <a:off x="546391" y="180572"/>
          <a:ext cx="7649480" cy="41328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132" tIns="0" rIns="289132" bIns="0" numCol="1" spcCol="1270" anchor="ctr" anchorCtr="0">
          <a:noAutofit/>
        </a:bodyPr>
        <a:lstStyle/>
        <a:p>
          <a:pPr marL="0" lvl="0" indent="0" algn="l" defTabSz="622300">
            <a:lnSpc>
              <a:spcPct val="90000"/>
            </a:lnSpc>
            <a:spcBef>
              <a:spcPct val="0"/>
            </a:spcBef>
            <a:spcAft>
              <a:spcPct val="35000"/>
            </a:spcAft>
            <a:buNone/>
          </a:pPr>
          <a:r>
            <a:rPr lang="en-US" sz="1400" kern="1200"/>
            <a:t>Models like Sora use a Diffusion Transformer (DiT) architecture.</a:t>
          </a:r>
        </a:p>
      </dsp:txBody>
      <dsp:txXfrm>
        <a:off x="566566" y="200747"/>
        <a:ext cx="7609130" cy="372930"/>
      </dsp:txXfrm>
    </dsp:sp>
    <dsp:sp modelId="{CF4DF74C-1FF9-45C7-870B-60DC22BD6ED7}">
      <dsp:nvSpPr>
        <dsp:cNvPr id="0" name=""/>
        <dsp:cNvSpPr/>
      </dsp:nvSpPr>
      <dsp:spPr>
        <a:xfrm>
          <a:off x="0" y="1022252"/>
          <a:ext cx="10927829" cy="815850"/>
        </a:xfrm>
        <a:prstGeom prst="rect">
          <a:avLst/>
        </a:prstGeom>
        <a:solidFill>
          <a:schemeClr val="lt1">
            <a:alpha val="90000"/>
            <a:hueOff val="0"/>
            <a:satOff val="0"/>
            <a:lumOff val="0"/>
            <a:alphaOff val="0"/>
          </a:schemeClr>
        </a:solidFill>
        <a:ln w="19050" cap="flat" cmpd="sng" algn="ctr">
          <a:solidFill>
            <a:schemeClr val="accent2">
              <a:hueOff val="2147871"/>
              <a:satOff val="-6164"/>
              <a:lumOff val="-987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8121" tIns="291592" rIns="848121"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t>Instead of breaking an image into 2D squares (patches), we break a video into 3D cubes (Spatiotemporal Patches)</a:t>
          </a:r>
        </a:p>
        <a:p>
          <a:pPr marL="114300" lvl="1" indent="-114300" algn="l" defTabSz="622300">
            <a:lnSpc>
              <a:spcPct val="90000"/>
            </a:lnSpc>
            <a:spcBef>
              <a:spcPct val="0"/>
            </a:spcBef>
            <a:spcAft>
              <a:spcPct val="15000"/>
            </a:spcAft>
            <a:buChar char="•"/>
          </a:pPr>
          <a:r>
            <a:rPr lang="en-US" sz="1400" kern="1200"/>
            <a:t>A cube contains pixels (x,y) over a brief duration (t).</a:t>
          </a:r>
        </a:p>
      </dsp:txBody>
      <dsp:txXfrm>
        <a:off x="0" y="1022252"/>
        <a:ext cx="10927829" cy="815850"/>
      </dsp:txXfrm>
    </dsp:sp>
    <dsp:sp modelId="{BD5C781F-8E2D-4646-AC95-939FF0CB9E09}">
      <dsp:nvSpPr>
        <dsp:cNvPr id="0" name=""/>
        <dsp:cNvSpPr/>
      </dsp:nvSpPr>
      <dsp:spPr>
        <a:xfrm>
          <a:off x="546391" y="815612"/>
          <a:ext cx="7649480" cy="413280"/>
        </a:xfrm>
        <a:prstGeom prst="round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132" tIns="0" rIns="289132" bIns="0" numCol="1" spcCol="1270" anchor="ctr" anchorCtr="0">
          <a:noAutofit/>
        </a:bodyPr>
        <a:lstStyle/>
        <a:p>
          <a:pPr marL="0" lvl="0" indent="0" algn="l" defTabSz="622300">
            <a:lnSpc>
              <a:spcPct val="90000"/>
            </a:lnSpc>
            <a:spcBef>
              <a:spcPct val="0"/>
            </a:spcBef>
            <a:spcAft>
              <a:spcPct val="35000"/>
            </a:spcAft>
            <a:buNone/>
          </a:pPr>
          <a:r>
            <a:rPr lang="en-US" sz="1400" kern="1200"/>
            <a:t>Patches (The Tokens)</a:t>
          </a:r>
        </a:p>
      </dsp:txBody>
      <dsp:txXfrm>
        <a:off x="566566" y="835787"/>
        <a:ext cx="7609130" cy="372930"/>
      </dsp:txXfrm>
    </dsp:sp>
    <dsp:sp modelId="{360C4A8B-0B33-43D6-B33B-1CDB34913DD1}">
      <dsp:nvSpPr>
        <dsp:cNvPr id="0" name=""/>
        <dsp:cNvSpPr/>
      </dsp:nvSpPr>
      <dsp:spPr>
        <a:xfrm>
          <a:off x="0" y="2120342"/>
          <a:ext cx="10927829" cy="815850"/>
        </a:xfrm>
        <a:prstGeom prst="rect">
          <a:avLst/>
        </a:prstGeom>
        <a:solidFill>
          <a:schemeClr val="lt1">
            <a:alpha val="90000"/>
            <a:hueOff val="0"/>
            <a:satOff val="0"/>
            <a:lumOff val="0"/>
            <a:alphaOff val="0"/>
          </a:schemeClr>
        </a:solidFill>
        <a:ln w="19050" cap="flat" cmpd="sng" algn="ctr">
          <a:solidFill>
            <a:schemeClr val="accent2">
              <a:hueOff val="4295743"/>
              <a:satOff val="-12329"/>
              <a:lumOff val="-1973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8121" tIns="291592" rIns="848121"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t>The Transformer pays attention to these cubes</a:t>
          </a:r>
        </a:p>
        <a:p>
          <a:pPr marL="114300" lvl="1" indent="-114300" algn="l" defTabSz="622300">
            <a:lnSpc>
              <a:spcPct val="90000"/>
            </a:lnSpc>
            <a:spcBef>
              <a:spcPct val="0"/>
            </a:spcBef>
            <a:spcAft>
              <a:spcPct val="15000"/>
            </a:spcAft>
            <a:buChar char="•"/>
          </a:pPr>
          <a:r>
            <a:rPr lang="en-US" sz="1400" kern="1200"/>
            <a:t>It learns that if a ball cube is at location(10,10) at time t=1, it should be at at (10,12) at time t=2 due to gravity.</a:t>
          </a:r>
        </a:p>
      </dsp:txBody>
      <dsp:txXfrm>
        <a:off x="0" y="2120342"/>
        <a:ext cx="10927829" cy="815850"/>
      </dsp:txXfrm>
    </dsp:sp>
    <dsp:sp modelId="{B888723D-E2DA-4135-AE7B-1148B6D24A95}">
      <dsp:nvSpPr>
        <dsp:cNvPr id="0" name=""/>
        <dsp:cNvSpPr/>
      </dsp:nvSpPr>
      <dsp:spPr>
        <a:xfrm>
          <a:off x="546391" y="1913702"/>
          <a:ext cx="7649480" cy="413280"/>
        </a:xfrm>
        <a:prstGeom prst="roundRec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132" tIns="0" rIns="289132" bIns="0" numCol="1" spcCol="1270" anchor="ctr" anchorCtr="0">
          <a:noAutofit/>
        </a:bodyPr>
        <a:lstStyle/>
        <a:p>
          <a:pPr marL="0" lvl="0" indent="0" algn="l" defTabSz="622300">
            <a:lnSpc>
              <a:spcPct val="90000"/>
            </a:lnSpc>
            <a:spcBef>
              <a:spcPct val="0"/>
            </a:spcBef>
            <a:spcAft>
              <a:spcPct val="35000"/>
            </a:spcAft>
            <a:buNone/>
          </a:pPr>
          <a:r>
            <a:rPr lang="en-US" sz="1400" kern="1200"/>
            <a:t>3D Attention</a:t>
          </a:r>
        </a:p>
      </dsp:txBody>
      <dsp:txXfrm>
        <a:off x="566566" y="1933877"/>
        <a:ext cx="7609130" cy="372930"/>
      </dsp:txXfrm>
    </dsp:sp>
    <dsp:sp modelId="{95DA6B27-CA30-49F1-91DC-D906D36FE9C4}">
      <dsp:nvSpPr>
        <dsp:cNvPr id="0" name=""/>
        <dsp:cNvSpPr/>
      </dsp:nvSpPr>
      <dsp:spPr>
        <a:xfrm>
          <a:off x="0" y="3218432"/>
          <a:ext cx="10927829" cy="793800"/>
        </a:xfrm>
        <a:prstGeom prst="rect">
          <a:avLst/>
        </a:prstGeom>
        <a:solidFill>
          <a:schemeClr val="lt1">
            <a:alpha val="90000"/>
            <a:hueOff val="0"/>
            <a:satOff val="0"/>
            <a:lumOff val="0"/>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8121" tIns="291592" rIns="848121"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t>It diffuses (removes noise from) these 3D cubes simultaneously, ensuring the video is consistent in space (looks good) and time (moves smoothly).</a:t>
          </a:r>
        </a:p>
      </dsp:txBody>
      <dsp:txXfrm>
        <a:off x="0" y="3218432"/>
        <a:ext cx="10927829" cy="793800"/>
      </dsp:txXfrm>
    </dsp:sp>
    <dsp:sp modelId="{0B3FDD68-2C66-419D-996A-38422D37FDDB}">
      <dsp:nvSpPr>
        <dsp:cNvPr id="0" name=""/>
        <dsp:cNvSpPr/>
      </dsp:nvSpPr>
      <dsp:spPr>
        <a:xfrm>
          <a:off x="546391" y="3011792"/>
          <a:ext cx="7649480" cy="41328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132" tIns="0" rIns="289132" bIns="0" numCol="1" spcCol="1270" anchor="ctr" anchorCtr="0">
          <a:noAutofit/>
        </a:bodyPr>
        <a:lstStyle/>
        <a:p>
          <a:pPr marL="0" lvl="0" indent="0" algn="l" defTabSz="622300">
            <a:lnSpc>
              <a:spcPct val="90000"/>
            </a:lnSpc>
            <a:spcBef>
              <a:spcPct val="0"/>
            </a:spcBef>
            <a:spcAft>
              <a:spcPct val="35000"/>
            </a:spcAft>
            <a:buNone/>
          </a:pPr>
          <a:r>
            <a:rPr lang="en-US" sz="1400" kern="1200"/>
            <a:t>Generation</a:t>
          </a:r>
        </a:p>
      </dsp:txBody>
      <dsp:txXfrm>
        <a:off x="566566" y="3031967"/>
        <a:ext cx="7609130" cy="37293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5BDDB8-62F5-4196-979B-9D9962F9BF81}">
      <dsp:nvSpPr>
        <dsp:cNvPr id="0" name=""/>
        <dsp:cNvSpPr/>
      </dsp:nvSpPr>
      <dsp:spPr>
        <a:xfrm>
          <a:off x="788484" y="875718"/>
          <a:ext cx="844593" cy="84459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FEA0ACC-84D8-4C80-9E38-C5BD017B3235}">
      <dsp:nvSpPr>
        <dsp:cNvPr id="0" name=""/>
        <dsp:cNvSpPr/>
      </dsp:nvSpPr>
      <dsp:spPr>
        <a:xfrm>
          <a:off x="4219" y="1825291"/>
          <a:ext cx="2413125" cy="5876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b="1"/>
          </a:pPr>
          <a:r>
            <a:rPr lang="en-US" sz="1400" kern="1200"/>
            <a:t>How do we control these image generators with text?</a:t>
          </a:r>
        </a:p>
      </dsp:txBody>
      <dsp:txXfrm>
        <a:off x="4219" y="1825291"/>
        <a:ext cx="2413125" cy="587668"/>
      </dsp:txXfrm>
    </dsp:sp>
    <dsp:sp modelId="{177CB72E-39AB-4D8A-AEE5-062DEC1BF61D}">
      <dsp:nvSpPr>
        <dsp:cNvPr id="0" name=""/>
        <dsp:cNvSpPr/>
      </dsp:nvSpPr>
      <dsp:spPr>
        <a:xfrm>
          <a:off x="4219" y="2461787"/>
          <a:ext cx="2413125" cy="855298"/>
        </a:xfrm>
        <a:prstGeom prst="rect">
          <a:avLst/>
        </a:prstGeom>
        <a:noFill/>
        <a:ln>
          <a:noFill/>
        </a:ln>
        <a:effectLst/>
      </dsp:spPr>
      <dsp:style>
        <a:lnRef idx="0">
          <a:scrgbClr r="0" g="0" b="0"/>
        </a:lnRef>
        <a:fillRef idx="0">
          <a:scrgbClr r="0" g="0" b="0"/>
        </a:fillRef>
        <a:effectRef idx="0">
          <a:scrgbClr r="0" g="0" b="0"/>
        </a:effectRef>
        <a:fontRef idx="minor"/>
      </dsp:style>
    </dsp:sp>
    <dsp:sp modelId="{91B8C05E-F4FB-45AC-9EE0-708CEB379F1B}">
      <dsp:nvSpPr>
        <dsp:cNvPr id="0" name=""/>
        <dsp:cNvSpPr/>
      </dsp:nvSpPr>
      <dsp:spPr>
        <a:xfrm>
          <a:off x="3623906" y="875718"/>
          <a:ext cx="844593" cy="84459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9BBEEB2-D448-461F-A1C5-580B1B56D028}">
      <dsp:nvSpPr>
        <dsp:cNvPr id="0" name=""/>
        <dsp:cNvSpPr/>
      </dsp:nvSpPr>
      <dsp:spPr>
        <a:xfrm>
          <a:off x="2839641" y="1825291"/>
          <a:ext cx="2413125" cy="5876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b="1"/>
          </a:pPr>
          <a:r>
            <a:rPr lang="en-US" sz="1400" kern="1200"/>
            <a:t>We need a model that understands both modalities.</a:t>
          </a:r>
        </a:p>
      </dsp:txBody>
      <dsp:txXfrm>
        <a:off x="2839641" y="1825291"/>
        <a:ext cx="2413125" cy="587668"/>
      </dsp:txXfrm>
    </dsp:sp>
    <dsp:sp modelId="{ABE5EA0F-711B-4736-9908-9332CCBED2CD}">
      <dsp:nvSpPr>
        <dsp:cNvPr id="0" name=""/>
        <dsp:cNvSpPr/>
      </dsp:nvSpPr>
      <dsp:spPr>
        <a:xfrm>
          <a:off x="2839641" y="2461787"/>
          <a:ext cx="2413125" cy="855298"/>
        </a:xfrm>
        <a:prstGeom prst="rect">
          <a:avLst/>
        </a:prstGeom>
        <a:noFill/>
        <a:ln>
          <a:noFill/>
        </a:ln>
        <a:effectLst/>
      </dsp:spPr>
      <dsp:style>
        <a:lnRef idx="0">
          <a:scrgbClr r="0" g="0" b="0"/>
        </a:lnRef>
        <a:fillRef idx="0">
          <a:scrgbClr r="0" g="0" b="0"/>
        </a:fillRef>
        <a:effectRef idx="0">
          <a:scrgbClr r="0" g="0" b="0"/>
        </a:effectRef>
        <a:fontRef idx="minor"/>
      </dsp:style>
    </dsp:sp>
    <dsp:sp modelId="{40FB3154-A5A7-47BD-B100-49132AC1BBF8}">
      <dsp:nvSpPr>
        <dsp:cNvPr id="0" name=""/>
        <dsp:cNvSpPr/>
      </dsp:nvSpPr>
      <dsp:spPr>
        <a:xfrm>
          <a:off x="6459328" y="875718"/>
          <a:ext cx="844593" cy="84459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AD0F0F-426A-4AFD-9399-8929142B27F1}">
      <dsp:nvSpPr>
        <dsp:cNvPr id="0" name=""/>
        <dsp:cNvSpPr/>
      </dsp:nvSpPr>
      <dsp:spPr>
        <a:xfrm>
          <a:off x="5675062" y="1825291"/>
          <a:ext cx="2413125" cy="5876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b="1"/>
          </a:pPr>
          <a:r>
            <a:rPr lang="en-US" sz="1400" kern="1200" dirty="0"/>
            <a:t>The industry standard is CLIP (Contrastive Language-Image Pre-training).</a:t>
          </a:r>
        </a:p>
      </dsp:txBody>
      <dsp:txXfrm>
        <a:off x="5675062" y="1825291"/>
        <a:ext cx="2413125" cy="587668"/>
      </dsp:txXfrm>
    </dsp:sp>
    <dsp:sp modelId="{488850AB-3CBD-488A-958A-37A885454CFB}">
      <dsp:nvSpPr>
        <dsp:cNvPr id="0" name=""/>
        <dsp:cNvSpPr/>
      </dsp:nvSpPr>
      <dsp:spPr>
        <a:xfrm>
          <a:off x="5675062" y="2461787"/>
          <a:ext cx="2413125" cy="855298"/>
        </a:xfrm>
        <a:prstGeom prst="rect">
          <a:avLst/>
        </a:prstGeom>
        <a:noFill/>
        <a:ln>
          <a:noFill/>
        </a:ln>
        <a:effectLst/>
      </dsp:spPr>
      <dsp:style>
        <a:lnRef idx="0">
          <a:scrgbClr r="0" g="0" b="0"/>
        </a:lnRef>
        <a:fillRef idx="0">
          <a:scrgbClr r="0" g="0" b="0"/>
        </a:fillRef>
        <a:effectRef idx="0">
          <a:scrgbClr r="0" g="0" b="0"/>
        </a:effectRef>
        <a:fontRef idx="minor"/>
      </dsp:style>
    </dsp:sp>
    <dsp:sp modelId="{B9919B65-2AB3-4207-BF27-81FD60405433}">
      <dsp:nvSpPr>
        <dsp:cNvPr id="0" name=""/>
        <dsp:cNvSpPr/>
      </dsp:nvSpPr>
      <dsp:spPr>
        <a:xfrm>
          <a:off x="9294750" y="875718"/>
          <a:ext cx="844593" cy="84459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FDEB78E-D866-4B9A-8741-32DD80794D7C}">
      <dsp:nvSpPr>
        <dsp:cNvPr id="0" name=""/>
        <dsp:cNvSpPr/>
      </dsp:nvSpPr>
      <dsp:spPr>
        <a:xfrm>
          <a:off x="8510484" y="1825291"/>
          <a:ext cx="2413125" cy="5876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b="1"/>
          </a:pPr>
          <a:r>
            <a:rPr lang="en-US" sz="1400" kern="1200"/>
            <a:t>CLIP Architecture</a:t>
          </a:r>
        </a:p>
      </dsp:txBody>
      <dsp:txXfrm>
        <a:off x="8510484" y="1825291"/>
        <a:ext cx="2413125" cy="587668"/>
      </dsp:txXfrm>
    </dsp:sp>
    <dsp:sp modelId="{2D75465B-6306-43C9-A6E6-300500393D42}">
      <dsp:nvSpPr>
        <dsp:cNvPr id="0" name=""/>
        <dsp:cNvSpPr/>
      </dsp:nvSpPr>
      <dsp:spPr>
        <a:xfrm>
          <a:off x="8510484" y="2461787"/>
          <a:ext cx="2413125" cy="855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US" sz="1100" kern="1200"/>
            <a:t>CLIP trains two Encoders simultaneously:</a:t>
          </a:r>
        </a:p>
        <a:p>
          <a:pPr marL="57150" lvl="1" indent="-57150" algn="l" defTabSz="488950">
            <a:lnSpc>
              <a:spcPct val="90000"/>
            </a:lnSpc>
            <a:spcBef>
              <a:spcPct val="0"/>
            </a:spcBef>
            <a:spcAft>
              <a:spcPct val="15000"/>
            </a:spcAft>
            <a:buChar char="•"/>
          </a:pPr>
          <a:r>
            <a:rPr lang="en-US" sz="1100" kern="1200"/>
            <a:t>Text Encoder: Turns text into a vector.</a:t>
          </a:r>
        </a:p>
        <a:p>
          <a:pPr marL="57150" lvl="1" indent="-57150" algn="l" defTabSz="488950">
            <a:lnSpc>
              <a:spcPct val="90000"/>
            </a:lnSpc>
            <a:spcBef>
              <a:spcPct val="0"/>
            </a:spcBef>
            <a:spcAft>
              <a:spcPct val="15000"/>
            </a:spcAft>
            <a:buChar char="•"/>
          </a:pPr>
          <a:r>
            <a:rPr lang="en-US" sz="1100" kern="1200"/>
            <a:t>Image Encoder: Turns images into a vector.</a:t>
          </a:r>
        </a:p>
      </dsp:txBody>
      <dsp:txXfrm>
        <a:off x="8510484" y="2461787"/>
        <a:ext cx="2413125" cy="85529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5A37E1-9D0E-4AE5-B129-2C7BDA613DAD}">
      <dsp:nvSpPr>
        <dsp:cNvPr id="0" name=""/>
        <dsp:cNvSpPr/>
      </dsp:nvSpPr>
      <dsp:spPr>
        <a:xfrm>
          <a:off x="0" y="2288"/>
          <a:ext cx="6364224" cy="115984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EE4108-61C2-4443-8967-50E1466ACEE7}">
      <dsp:nvSpPr>
        <dsp:cNvPr id="0" name=""/>
        <dsp:cNvSpPr/>
      </dsp:nvSpPr>
      <dsp:spPr>
        <a:xfrm>
          <a:off x="350852" y="263253"/>
          <a:ext cx="637913" cy="6379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1E60823-309A-434B-92BF-AEEEA26E2DDF}">
      <dsp:nvSpPr>
        <dsp:cNvPr id="0" name=""/>
        <dsp:cNvSpPr/>
      </dsp:nvSpPr>
      <dsp:spPr>
        <a:xfrm>
          <a:off x="1339618" y="2288"/>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US" sz="2100" kern="1200"/>
            <a:t>We feed the model millions of Image-Text pairs</a:t>
          </a:r>
        </a:p>
      </dsp:txBody>
      <dsp:txXfrm>
        <a:off x="1339618" y="2288"/>
        <a:ext cx="5024605" cy="1159843"/>
      </dsp:txXfrm>
    </dsp:sp>
    <dsp:sp modelId="{EF065F8A-F948-4905-B018-376C50A2A8DB}">
      <dsp:nvSpPr>
        <dsp:cNvPr id="0" name=""/>
        <dsp:cNvSpPr/>
      </dsp:nvSpPr>
      <dsp:spPr>
        <a:xfrm>
          <a:off x="0" y="1452092"/>
          <a:ext cx="6364224" cy="115984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BD8A0C-648A-49D7-80C6-5F7269DA3026}">
      <dsp:nvSpPr>
        <dsp:cNvPr id="0" name=""/>
        <dsp:cNvSpPr/>
      </dsp:nvSpPr>
      <dsp:spPr>
        <a:xfrm>
          <a:off x="350852" y="1713057"/>
          <a:ext cx="637913" cy="6379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E2FCE8-D94A-4010-9CAB-3E590566C702}">
      <dsp:nvSpPr>
        <dsp:cNvPr id="0" name=""/>
        <dsp:cNvSpPr/>
      </dsp:nvSpPr>
      <dsp:spPr>
        <a:xfrm>
          <a:off x="1339618" y="1452092"/>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US" sz="2100" kern="1200"/>
            <a:t>e.g.,: a photo of a dog and the caption "A cute dog"</a:t>
          </a:r>
        </a:p>
      </dsp:txBody>
      <dsp:txXfrm>
        <a:off x="1339618" y="1452092"/>
        <a:ext cx="5024605" cy="1159843"/>
      </dsp:txXfrm>
    </dsp:sp>
    <dsp:sp modelId="{46DD6EC9-CA7D-461A-BA4F-086B47706F5F}">
      <dsp:nvSpPr>
        <dsp:cNvPr id="0" name=""/>
        <dsp:cNvSpPr/>
      </dsp:nvSpPr>
      <dsp:spPr>
        <a:xfrm>
          <a:off x="0" y="2901896"/>
          <a:ext cx="6364224" cy="115984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CFEB96-26E3-412E-8727-52D115173655}">
      <dsp:nvSpPr>
        <dsp:cNvPr id="0" name=""/>
        <dsp:cNvSpPr/>
      </dsp:nvSpPr>
      <dsp:spPr>
        <a:xfrm>
          <a:off x="350852" y="3162861"/>
          <a:ext cx="637913" cy="6379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F274D6E-BF4C-4BC5-B9C9-0639CE9C166C}">
      <dsp:nvSpPr>
        <dsp:cNvPr id="0" name=""/>
        <dsp:cNvSpPr/>
      </dsp:nvSpPr>
      <dsp:spPr>
        <a:xfrm>
          <a:off x="1339618" y="2901896"/>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US" sz="2100" kern="1200"/>
            <a:t>The model must move the vector for the image of the dog and the text "A cute dog" closer together in mathematical space.</a:t>
          </a:r>
        </a:p>
      </dsp:txBody>
      <dsp:txXfrm>
        <a:off x="1339618" y="2901896"/>
        <a:ext cx="5024605" cy="1159843"/>
      </dsp:txXfrm>
    </dsp:sp>
    <dsp:sp modelId="{4390B8A0-FE8D-4EFB-98D3-0B2B04FC3726}">
      <dsp:nvSpPr>
        <dsp:cNvPr id="0" name=""/>
        <dsp:cNvSpPr/>
      </dsp:nvSpPr>
      <dsp:spPr>
        <a:xfrm>
          <a:off x="0" y="4351700"/>
          <a:ext cx="6364224" cy="1159843"/>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3BACCB-709F-4B8C-A8AF-FD138B0B3708}">
      <dsp:nvSpPr>
        <dsp:cNvPr id="0" name=""/>
        <dsp:cNvSpPr/>
      </dsp:nvSpPr>
      <dsp:spPr>
        <a:xfrm>
          <a:off x="350852" y="4612665"/>
          <a:ext cx="637913" cy="6379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B891EC-3E34-4247-9B49-F473BC344EB5}">
      <dsp:nvSpPr>
        <dsp:cNvPr id="0" name=""/>
        <dsp:cNvSpPr/>
      </dsp:nvSpPr>
      <dsp:spPr>
        <a:xfrm>
          <a:off x="1339618" y="4351700"/>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US" sz="2100" kern="1200"/>
            <a:t>It must move the vector for "A cute dog" and a photo of a banana farther apart.</a:t>
          </a:r>
        </a:p>
      </dsp:txBody>
      <dsp:txXfrm>
        <a:off x="1339618" y="4351700"/>
        <a:ext cx="5024605" cy="115984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70705C-2DEA-44CE-AED0-7DF39D734240}">
      <dsp:nvSpPr>
        <dsp:cNvPr id="0" name=""/>
        <dsp:cNvSpPr/>
      </dsp:nvSpPr>
      <dsp:spPr>
        <a:xfrm>
          <a:off x="765914" y="303964"/>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866B03-FC64-4009-B5E4-9DCA7315E22C}">
      <dsp:nvSpPr>
        <dsp:cNvPr id="0" name=""/>
        <dsp:cNvSpPr/>
      </dsp:nvSpPr>
      <dsp:spPr>
        <a:xfrm>
          <a:off x="765914" y="1970114"/>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22350">
            <a:lnSpc>
              <a:spcPct val="90000"/>
            </a:lnSpc>
            <a:spcBef>
              <a:spcPct val="0"/>
            </a:spcBef>
            <a:spcAft>
              <a:spcPct val="35000"/>
            </a:spcAft>
            <a:buNone/>
            <a:defRPr b="1"/>
          </a:pPr>
          <a:r>
            <a:rPr lang="en-US" sz="2300" kern="1200"/>
            <a:t>The Math (Dot Product maximization):</a:t>
          </a:r>
        </a:p>
      </dsp:txBody>
      <dsp:txXfrm>
        <a:off x="765914" y="1970114"/>
        <a:ext cx="4320000" cy="648000"/>
      </dsp:txXfrm>
    </dsp:sp>
    <dsp:sp modelId="{EF252A57-9A76-4A8A-9C22-920F98AED1CF}">
      <dsp:nvSpPr>
        <dsp:cNvPr id="0" name=""/>
        <dsp:cNvSpPr/>
      </dsp:nvSpPr>
      <dsp:spPr>
        <a:xfrm>
          <a:off x="765914" y="2689811"/>
          <a:ext cx="4320000" cy="119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a:t>We want to maximize the dot product similarity between correct pairs () and minimize it for incorrect pairs.</a:t>
          </a:r>
        </a:p>
      </dsp:txBody>
      <dsp:txXfrm>
        <a:off x="765914" y="2689811"/>
        <a:ext cx="4320000" cy="1199029"/>
      </dsp:txXfrm>
    </dsp:sp>
    <dsp:sp modelId="{557889E0-BA56-4408-90E1-B25D5D8A007B}">
      <dsp:nvSpPr>
        <dsp:cNvPr id="0" name=""/>
        <dsp:cNvSpPr/>
      </dsp:nvSpPr>
      <dsp:spPr>
        <a:xfrm>
          <a:off x="5841914" y="303964"/>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3BBC100-5B1A-4565-9A03-00EF7563EBA8}">
      <dsp:nvSpPr>
        <dsp:cNvPr id="0" name=""/>
        <dsp:cNvSpPr/>
      </dsp:nvSpPr>
      <dsp:spPr>
        <a:xfrm>
          <a:off x="5841914" y="1970114"/>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22350">
            <a:lnSpc>
              <a:spcPct val="90000"/>
            </a:lnSpc>
            <a:spcBef>
              <a:spcPct val="0"/>
            </a:spcBef>
            <a:spcAft>
              <a:spcPct val="35000"/>
            </a:spcAft>
            <a:buNone/>
            <a:defRPr b="1"/>
          </a:pPr>
          <a:r>
            <a:rPr lang="en-US" sz="2300" kern="1200"/>
            <a:t>Why this matters</a:t>
          </a:r>
        </a:p>
      </dsp:txBody>
      <dsp:txXfrm>
        <a:off x="5841914" y="1970114"/>
        <a:ext cx="4320000" cy="648000"/>
      </dsp:txXfrm>
    </dsp:sp>
    <dsp:sp modelId="{E0398E92-EDBC-416D-8F11-2B04019C1E43}">
      <dsp:nvSpPr>
        <dsp:cNvPr id="0" name=""/>
        <dsp:cNvSpPr/>
      </dsp:nvSpPr>
      <dsp:spPr>
        <a:xfrm>
          <a:off x="5841914" y="2689811"/>
          <a:ext cx="4320000" cy="119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a:t>When you type "A futuristic city" into Midjourney, the AI uses CLIP to find the mathematical vector for that phrase, then uses Diffusion to generate an image that matches that vector.</a:t>
          </a:r>
        </a:p>
      </dsp:txBody>
      <dsp:txXfrm>
        <a:off x="5841914" y="2689811"/>
        <a:ext cx="4320000" cy="1199029"/>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A1B4B3-DD9B-40C9-B19C-3A57D7D56539}">
      <dsp:nvSpPr>
        <dsp:cNvPr id="0" name=""/>
        <dsp:cNvSpPr/>
      </dsp:nvSpPr>
      <dsp:spPr>
        <a:xfrm>
          <a:off x="0" y="8489"/>
          <a:ext cx="6253721" cy="63882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Stage 1</a:t>
          </a:r>
        </a:p>
      </dsp:txBody>
      <dsp:txXfrm>
        <a:off x="31185" y="39674"/>
        <a:ext cx="6191351" cy="576450"/>
      </dsp:txXfrm>
    </dsp:sp>
    <dsp:sp modelId="{1EA19BA7-23A0-4A91-B78F-A3EB482B0470}">
      <dsp:nvSpPr>
        <dsp:cNvPr id="0" name=""/>
        <dsp:cNvSpPr/>
      </dsp:nvSpPr>
      <dsp:spPr>
        <a:xfrm>
          <a:off x="0" y="722189"/>
          <a:ext cx="6253721" cy="638820"/>
        </a:xfrm>
        <a:prstGeom prst="roundRect">
          <a:avLst/>
        </a:prstGeom>
        <a:solidFill>
          <a:schemeClr val="accent5">
            <a:hueOff val="-3038037"/>
            <a:satOff val="-207"/>
            <a:lumOff val="49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Pre-Training (The Foundation)</a:t>
          </a:r>
        </a:p>
      </dsp:txBody>
      <dsp:txXfrm>
        <a:off x="31185" y="753374"/>
        <a:ext cx="6191351" cy="576450"/>
      </dsp:txXfrm>
    </dsp:sp>
    <dsp:sp modelId="{C41DFC66-D038-4381-866B-9D2E48E4A20F}">
      <dsp:nvSpPr>
        <dsp:cNvPr id="0" name=""/>
        <dsp:cNvSpPr/>
      </dsp:nvSpPr>
      <dsp:spPr>
        <a:xfrm>
          <a:off x="0" y="1435889"/>
          <a:ext cx="6253721" cy="638820"/>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What happens</a:t>
          </a:r>
        </a:p>
      </dsp:txBody>
      <dsp:txXfrm>
        <a:off x="31185" y="1467074"/>
        <a:ext cx="6191351" cy="576450"/>
      </dsp:txXfrm>
    </dsp:sp>
    <dsp:sp modelId="{457E497D-3AE0-431B-8479-6A79CA629AE4}">
      <dsp:nvSpPr>
        <dsp:cNvPr id="0" name=""/>
        <dsp:cNvSpPr/>
      </dsp:nvSpPr>
      <dsp:spPr>
        <a:xfrm>
          <a:off x="0" y="2074709"/>
          <a:ext cx="6253721" cy="6323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556"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a:t>The model reads the entire internet to learn "World Knowledge."</a:t>
          </a:r>
        </a:p>
      </dsp:txBody>
      <dsp:txXfrm>
        <a:off x="0" y="2074709"/>
        <a:ext cx="6253721" cy="632385"/>
      </dsp:txXfrm>
    </dsp:sp>
    <dsp:sp modelId="{7683B0E8-8A59-4B6A-9A7F-A90066A17687}">
      <dsp:nvSpPr>
        <dsp:cNvPr id="0" name=""/>
        <dsp:cNvSpPr/>
      </dsp:nvSpPr>
      <dsp:spPr>
        <a:xfrm>
          <a:off x="0" y="2707094"/>
          <a:ext cx="6253721" cy="638820"/>
        </a:xfrm>
        <a:prstGeom prst="roundRect">
          <a:avLst/>
        </a:prstGeom>
        <a:solidFill>
          <a:schemeClr val="accent5">
            <a:hueOff val="-9114112"/>
            <a:satOff val="-620"/>
            <a:lumOff val="147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Cost</a:t>
          </a:r>
        </a:p>
      </dsp:txBody>
      <dsp:txXfrm>
        <a:off x="31185" y="2738279"/>
        <a:ext cx="6191351" cy="576450"/>
      </dsp:txXfrm>
    </dsp:sp>
    <dsp:sp modelId="{3044A9B0-715E-4754-BB79-E185DEF55330}">
      <dsp:nvSpPr>
        <dsp:cNvPr id="0" name=""/>
        <dsp:cNvSpPr/>
      </dsp:nvSpPr>
      <dsp:spPr>
        <a:xfrm>
          <a:off x="0" y="3345915"/>
          <a:ext cx="6253721"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556"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a:t>Millions of dollars.</a:t>
          </a:r>
        </a:p>
      </dsp:txBody>
      <dsp:txXfrm>
        <a:off x="0" y="3345915"/>
        <a:ext cx="6253721" cy="430560"/>
      </dsp:txXfrm>
    </dsp:sp>
    <dsp:sp modelId="{123BC247-0451-4F77-BFDC-303580002B40}">
      <dsp:nvSpPr>
        <dsp:cNvPr id="0" name=""/>
        <dsp:cNvSpPr/>
      </dsp:nvSpPr>
      <dsp:spPr>
        <a:xfrm>
          <a:off x="0" y="3776475"/>
          <a:ext cx="6253721" cy="63882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Outcome</a:t>
          </a:r>
        </a:p>
      </dsp:txBody>
      <dsp:txXfrm>
        <a:off x="31185" y="3807660"/>
        <a:ext cx="6191351" cy="576450"/>
      </dsp:txXfrm>
    </dsp:sp>
    <dsp:sp modelId="{4AB4C168-D1DC-452B-9160-6E24AA994966}">
      <dsp:nvSpPr>
        <dsp:cNvPr id="0" name=""/>
        <dsp:cNvSpPr/>
      </dsp:nvSpPr>
      <dsp:spPr>
        <a:xfrm>
          <a:off x="0" y="4415295"/>
          <a:ext cx="6253721" cy="6323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556"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a:t>A "Foundation Model" (Base GPT-4, Llama 3) that can speak fluently but has no specific instructions.</a:t>
          </a:r>
        </a:p>
      </dsp:txBody>
      <dsp:txXfrm>
        <a:off x="0" y="4415295"/>
        <a:ext cx="6253721" cy="632385"/>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1C9935-DF0E-48B2-84E0-103F5D3A82B1}">
      <dsp:nvSpPr>
        <dsp:cNvPr id="0" name=""/>
        <dsp:cNvSpPr/>
      </dsp:nvSpPr>
      <dsp:spPr>
        <a:xfrm>
          <a:off x="0" y="350444"/>
          <a:ext cx="6253721" cy="403200"/>
        </a:xfrm>
        <a:prstGeom prst="rect">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B5CBE54-2D7F-4E84-A865-41F083F2B9EB}">
      <dsp:nvSpPr>
        <dsp:cNvPr id="0" name=""/>
        <dsp:cNvSpPr/>
      </dsp:nvSpPr>
      <dsp:spPr>
        <a:xfrm>
          <a:off x="312686" y="114284"/>
          <a:ext cx="4377605" cy="47232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463" tIns="0" rIns="165463" bIns="0" numCol="1" spcCol="1270" anchor="ctr" anchorCtr="0">
          <a:noAutofit/>
        </a:bodyPr>
        <a:lstStyle/>
        <a:p>
          <a:pPr marL="0" lvl="0" indent="0" algn="l" defTabSz="711200">
            <a:lnSpc>
              <a:spcPct val="90000"/>
            </a:lnSpc>
            <a:spcBef>
              <a:spcPct val="0"/>
            </a:spcBef>
            <a:spcAft>
              <a:spcPct val="35000"/>
            </a:spcAft>
            <a:buNone/>
          </a:pPr>
          <a:r>
            <a:rPr lang="en-US" sz="1600" kern="1200"/>
            <a:t>Stage 2</a:t>
          </a:r>
        </a:p>
      </dsp:txBody>
      <dsp:txXfrm>
        <a:off x="335743" y="137341"/>
        <a:ext cx="4331491" cy="426206"/>
      </dsp:txXfrm>
    </dsp:sp>
    <dsp:sp modelId="{0767C570-3C20-427E-A6C8-39EDAC877C28}">
      <dsp:nvSpPr>
        <dsp:cNvPr id="0" name=""/>
        <dsp:cNvSpPr/>
      </dsp:nvSpPr>
      <dsp:spPr>
        <a:xfrm>
          <a:off x="0" y="1076204"/>
          <a:ext cx="6253721" cy="403200"/>
        </a:xfrm>
        <a:prstGeom prst="rect">
          <a:avLst/>
        </a:prstGeom>
        <a:solidFill>
          <a:schemeClr val="lt1">
            <a:alpha val="90000"/>
            <a:hueOff val="0"/>
            <a:satOff val="0"/>
            <a:lumOff val="0"/>
            <a:alphaOff val="0"/>
          </a:schemeClr>
        </a:solidFill>
        <a:ln w="19050" cap="flat" cmpd="sng" algn="ctr">
          <a:solidFill>
            <a:schemeClr val="accent5">
              <a:hueOff val="-3038037"/>
              <a:satOff val="-207"/>
              <a:lumOff val="49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83E7C5E-F929-4BC5-BEAD-E385B6631CCC}">
      <dsp:nvSpPr>
        <dsp:cNvPr id="0" name=""/>
        <dsp:cNvSpPr/>
      </dsp:nvSpPr>
      <dsp:spPr>
        <a:xfrm>
          <a:off x="312686" y="840044"/>
          <a:ext cx="4377605" cy="472320"/>
        </a:xfrm>
        <a:prstGeom prst="roundRect">
          <a:avLst/>
        </a:prstGeom>
        <a:solidFill>
          <a:schemeClr val="accent5">
            <a:hueOff val="-3038037"/>
            <a:satOff val="-207"/>
            <a:lumOff val="49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463" tIns="0" rIns="165463" bIns="0" numCol="1" spcCol="1270" anchor="ctr" anchorCtr="0">
          <a:noAutofit/>
        </a:bodyPr>
        <a:lstStyle/>
        <a:p>
          <a:pPr marL="0" lvl="0" indent="0" algn="l" defTabSz="711200">
            <a:lnSpc>
              <a:spcPct val="90000"/>
            </a:lnSpc>
            <a:spcBef>
              <a:spcPct val="0"/>
            </a:spcBef>
            <a:spcAft>
              <a:spcPct val="35000"/>
            </a:spcAft>
            <a:buNone/>
          </a:pPr>
          <a:r>
            <a:rPr lang="en-US" sz="1600" kern="1200"/>
            <a:t>SFT (Supervised Fine-Tuning)</a:t>
          </a:r>
        </a:p>
      </dsp:txBody>
      <dsp:txXfrm>
        <a:off x="335743" y="863101"/>
        <a:ext cx="4331491" cy="426206"/>
      </dsp:txXfrm>
    </dsp:sp>
    <dsp:sp modelId="{6720C0EC-9E68-449F-B92D-E6422041A01B}">
      <dsp:nvSpPr>
        <dsp:cNvPr id="0" name=""/>
        <dsp:cNvSpPr/>
      </dsp:nvSpPr>
      <dsp:spPr>
        <a:xfrm>
          <a:off x="0" y="1801964"/>
          <a:ext cx="6253721" cy="907200"/>
        </a:xfrm>
        <a:prstGeom prst="rect">
          <a:avLst/>
        </a:prstGeom>
        <a:solidFill>
          <a:schemeClr val="lt1">
            <a:alpha val="90000"/>
            <a:hueOff val="0"/>
            <a:satOff val="0"/>
            <a:lumOff val="0"/>
            <a:alphaOff val="0"/>
          </a:schemeClr>
        </a:solidFill>
        <a:ln w="19050" cap="flat" cmpd="sng" algn="ctr">
          <a:solidFill>
            <a:schemeClr val="accent5">
              <a:hueOff val="-6076075"/>
              <a:satOff val="-413"/>
              <a:lumOff val="98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5358" tIns="333248" rIns="485358"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t>We move from "predicting the next word" to "following instructions."</a:t>
          </a:r>
        </a:p>
      </dsp:txBody>
      <dsp:txXfrm>
        <a:off x="0" y="1801964"/>
        <a:ext cx="6253721" cy="907200"/>
      </dsp:txXfrm>
    </dsp:sp>
    <dsp:sp modelId="{491694C5-DFC9-4D34-8E8E-E599C5D27C72}">
      <dsp:nvSpPr>
        <dsp:cNvPr id="0" name=""/>
        <dsp:cNvSpPr/>
      </dsp:nvSpPr>
      <dsp:spPr>
        <a:xfrm>
          <a:off x="312686" y="1565804"/>
          <a:ext cx="4377605" cy="472320"/>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463" tIns="0" rIns="165463" bIns="0" numCol="1" spcCol="1270" anchor="ctr" anchorCtr="0">
          <a:noAutofit/>
        </a:bodyPr>
        <a:lstStyle/>
        <a:p>
          <a:pPr marL="0" lvl="0" indent="0" algn="l" defTabSz="711200">
            <a:lnSpc>
              <a:spcPct val="90000"/>
            </a:lnSpc>
            <a:spcBef>
              <a:spcPct val="0"/>
            </a:spcBef>
            <a:spcAft>
              <a:spcPct val="35000"/>
            </a:spcAft>
            <a:buNone/>
          </a:pPr>
          <a:r>
            <a:rPr lang="en-US" sz="1600" kern="1200"/>
            <a:t>The Shift</a:t>
          </a:r>
        </a:p>
      </dsp:txBody>
      <dsp:txXfrm>
        <a:off x="335743" y="1588861"/>
        <a:ext cx="4331491" cy="426206"/>
      </dsp:txXfrm>
    </dsp:sp>
    <dsp:sp modelId="{3169619C-A328-44D7-AAF6-4569D6B09E8F}">
      <dsp:nvSpPr>
        <dsp:cNvPr id="0" name=""/>
        <dsp:cNvSpPr/>
      </dsp:nvSpPr>
      <dsp:spPr>
        <a:xfrm>
          <a:off x="0" y="3031724"/>
          <a:ext cx="6253721" cy="680400"/>
        </a:xfrm>
        <a:prstGeom prst="rect">
          <a:avLst/>
        </a:prstGeom>
        <a:solidFill>
          <a:schemeClr val="lt1">
            <a:alpha val="90000"/>
            <a:hueOff val="0"/>
            <a:satOff val="0"/>
            <a:lumOff val="0"/>
            <a:alphaOff val="0"/>
          </a:schemeClr>
        </a:solidFill>
        <a:ln w="19050" cap="flat" cmpd="sng" algn="ctr">
          <a:solidFill>
            <a:schemeClr val="accent5">
              <a:hueOff val="-9114112"/>
              <a:satOff val="-620"/>
              <a:lumOff val="147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5358" tIns="333248" rIns="485358"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t>We feed the model Q&amp;A pairs (Instruction Response).</a:t>
          </a:r>
        </a:p>
      </dsp:txBody>
      <dsp:txXfrm>
        <a:off x="0" y="3031724"/>
        <a:ext cx="6253721" cy="680400"/>
      </dsp:txXfrm>
    </dsp:sp>
    <dsp:sp modelId="{B265C44A-43D9-4BCB-8FA1-7EEB43C511CA}">
      <dsp:nvSpPr>
        <dsp:cNvPr id="0" name=""/>
        <dsp:cNvSpPr/>
      </dsp:nvSpPr>
      <dsp:spPr>
        <a:xfrm>
          <a:off x="312686" y="2795564"/>
          <a:ext cx="4377605" cy="472320"/>
        </a:xfrm>
        <a:prstGeom prst="roundRect">
          <a:avLst/>
        </a:prstGeom>
        <a:solidFill>
          <a:schemeClr val="accent5">
            <a:hueOff val="-9114112"/>
            <a:satOff val="-620"/>
            <a:lumOff val="147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463" tIns="0" rIns="165463" bIns="0" numCol="1" spcCol="1270" anchor="ctr" anchorCtr="0">
          <a:noAutofit/>
        </a:bodyPr>
        <a:lstStyle/>
        <a:p>
          <a:pPr marL="0" lvl="0" indent="0" algn="l" defTabSz="711200">
            <a:lnSpc>
              <a:spcPct val="90000"/>
            </a:lnSpc>
            <a:spcBef>
              <a:spcPct val="0"/>
            </a:spcBef>
            <a:spcAft>
              <a:spcPct val="35000"/>
            </a:spcAft>
            <a:buNone/>
          </a:pPr>
          <a:r>
            <a:rPr lang="en-US" sz="1600" kern="1200"/>
            <a:t>Action</a:t>
          </a:r>
        </a:p>
      </dsp:txBody>
      <dsp:txXfrm>
        <a:off x="335743" y="2818621"/>
        <a:ext cx="4331491" cy="426206"/>
      </dsp:txXfrm>
    </dsp:sp>
    <dsp:sp modelId="{28042D5F-B9A9-4348-87C3-4B674059EE72}">
      <dsp:nvSpPr>
        <dsp:cNvPr id="0" name=""/>
        <dsp:cNvSpPr/>
      </dsp:nvSpPr>
      <dsp:spPr>
        <a:xfrm>
          <a:off x="0" y="4034685"/>
          <a:ext cx="6253721" cy="907200"/>
        </a:xfrm>
        <a:prstGeom prst="rect">
          <a:avLst/>
        </a:prstGeom>
        <a:solidFill>
          <a:schemeClr val="lt1">
            <a:alpha val="90000"/>
            <a:hueOff val="0"/>
            <a:satOff val="0"/>
            <a:lumOff val="0"/>
            <a:alphaOff val="0"/>
          </a:schemeClr>
        </a:solidFill>
        <a:ln w="19050" cap="flat" cmpd="sng" algn="ctr">
          <a:solidFill>
            <a:schemeClr val="accent5">
              <a:hueOff val="-12152150"/>
              <a:satOff val="-826"/>
              <a:lumOff val="196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5358" tIns="333248" rIns="485358"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t>The model learns to act like an assistant rather than just a document completer.</a:t>
          </a:r>
        </a:p>
      </dsp:txBody>
      <dsp:txXfrm>
        <a:off x="0" y="4034685"/>
        <a:ext cx="6253721" cy="907200"/>
      </dsp:txXfrm>
    </dsp:sp>
    <dsp:sp modelId="{92BC7F2C-8FFE-42EC-8FB0-C6D235BDDAAA}">
      <dsp:nvSpPr>
        <dsp:cNvPr id="0" name=""/>
        <dsp:cNvSpPr/>
      </dsp:nvSpPr>
      <dsp:spPr>
        <a:xfrm>
          <a:off x="312686" y="3798525"/>
          <a:ext cx="4377605" cy="47232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463" tIns="0" rIns="165463" bIns="0" numCol="1" spcCol="1270" anchor="ctr" anchorCtr="0">
          <a:noAutofit/>
        </a:bodyPr>
        <a:lstStyle/>
        <a:p>
          <a:pPr marL="0" lvl="0" indent="0" algn="l" defTabSz="711200">
            <a:lnSpc>
              <a:spcPct val="90000"/>
            </a:lnSpc>
            <a:spcBef>
              <a:spcPct val="0"/>
            </a:spcBef>
            <a:spcAft>
              <a:spcPct val="35000"/>
            </a:spcAft>
            <a:buNone/>
          </a:pPr>
          <a:r>
            <a:rPr lang="en-US" sz="1600" kern="1200"/>
            <a:t>Result</a:t>
          </a:r>
        </a:p>
      </dsp:txBody>
      <dsp:txXfrm>
        <a:off x="335743" y="3821582"/>
        <a:ext cx="4331491" cy="426206"/>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BDFBDC-157F-43F1-B405-50B67FAEE8D0}">
      <dsp:nvSpPr>
        <dsp:cNvPr id="0" name=""/>
        <dsp:cNvSpPr/>
      </dsp:nvSpPr>
      <dsp:spPr>
        <a:xfrm>
          <a:off x="0" y="637565"/>
          <a:ext cx="6666833" cy="51597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Stage 3</a:t>
          </a:r>
        </a:p>
      </dsp:txBody>
      <dsp:txXfrm>
        <a:off x="25188" y="662753"/>
        <a:ext cx="6616457" cy="465594"/>
      </dsp:txXfrm>
    </dsp:sp>
    <dsp:sp modelId="{FB6A8F03-FA4E-4A62-A755-C430EB87E9E0}">
      <dsp:nvSpPr>
        <dsp:cNvPr id="0" name=""/>
        <dsp:cNvSpPr/>
      </dsp:nvSpPr>
      <dsp:spPr>
        <a:xfrm>
          <a:off x="0" y="1214015"/>
          <a:ext cx="6666833" cy="515970"/>
        </a:xfrm>
        <a:prstGeom prst="roundRect">
          <a:avLst/>
        </a:prstGeom>
        <a:gradFill rotWithShape="0">
          <a:gsLst>
            <a:gs pos="0">
              <a:schemeClr val="accent2">
                <a:hueOff val="1610903"/>
                <a:satOff val="-4623"/>
                <a:lumOff val="-7402"/>
                <a:alphaOff val="0"/>
                <a:satMod val="103000"/>
                <a:lumMod val="102000"/>
                <a:tint val="94000"/>
              </a:schemeClr>
            </a:gs>
            <a:gs pos="50000">
              <a:schemeClr val="accent2">
                <a:hueOff val="1610903"/>
                <a:satOff val="-4623"/>
                <a:lumOff val="-7402"/>
                <a:alphaOff val="0"/>
                <a:satMod val="110000"/>
                <a:lumMod val="100000"/>
                <a:shade val="100000"/>
              </a:schemeClr>
            </a:gs>
            <a:gs pos="100000">
              <a:schemeClr val="accent2">
                <a:hueOff val="1610903"/>
                <a:satOff val="-4623"/>
                <a:lumOff val="-740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RLHF (Reinforcement Learning from Human Feedback)</a:t>
          </a:r>
        </a:p>
      </dsp:txBody>
      <dsp:txXfrm>
        <a:off x="25188" y="1239203"/>
        <a:ext cx="6616457" cy="465594"/>
      </dsp:txXfrm>
    </dsp:sp>
    <dsp:sp modelId="{4FE092E1-3A7A-4EB5-8E30-B4E8BD231ECD}">
      <dsp:nvSpPr>
        <dsp:cNvPr id="0" name=""/>
        <dsp:cNvSpPr/>
      </dsp:nvSpPr>
      <dsp:spPr>
        <a:xfrm>
          <a:off x="0" y="1790465"/>
          <a:ext cx="6666833" cy="515970"/>
        </a:xfrm>
        <a:prstGeom prst="roundRect">
          <a:avLst/>
        </a:prstGeom>
        <a:gradFill rotWithShape="0">
          <a:gsLst>
            <a:gs pos="0">
              <a:schemeClr val="accent2">
                <a:hueOff val="3221807"/>
                <a:satOff val="-9246"/>
                <a:lumOff val="-14805"/>
                <a:alphaOff val="0"/>
                <a:satMod val="103000"/>
                <a:lumMod val="102000"/>
                <a:tint val="94000"/>
              </a:schemeClr>
            </a:gs>
            <a:gs pos="50000">
              <a:schemeClr val="accent2">
                <a:hueOff val="3221807"/>
                <a:satOff val="-9246"/>
                <a:lumOff val="-14805"/>
                <a:alphaOff val="0"/>
                <a:satMod val="110000"/>
                <a:lumMod val="100000"/>
                <a:shade val="100000"/>
              </a:schemeClr>
            </a:gs>
            <a:gs pos="100000">
              <a:schemeClr val="accent2">
                <a:hueOff val="3221807"/>
                <a:satOff val="-9246"/>
                <a:lumOff val="-1480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The Alignment</a:t>
          </a:r>
        </a:p>
      </dsp:txBody>
      <dsp:txXfrm>
        <a:off x="25188" y="1815653"/>
        <a:ext cx="6616457" cy="465594"/>
      </dsp:txXfrm>
    </dsp:sp>
    <dsp:sp modelId="{92665DCA-046B-4491-A370-80129D956F61}">
      <dsp:nvSpPr>
        <dsp:cNvPr id="0" name=""/>
        <dsp:cNvSpPr/>
      </dsp:nvSpPr>
      <dsp:spPr>
        <a:xfrm>
          <a:off x="0" y="2306435"/>
          <a:ext cx="6666833" cy="347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a:t>This step does not exist in traditional ML.</a:t>
          </a:r>
        </a:p>
      </dsp:txBody>
      <dsp:txXfrm>
        <a:off x="0" y="2306435"/>
        <a:ext cx="6666833" cy="347760"/>
      </dsp:txXfrm>
    </dsp:sp>
    <dsp:sp modelId="{235E969A-50B6-44EE-9C34-7E1C5E5E9C0E}">
      <dsp:nvSpPr>
        <dsp:cNvPr id="0" name=""/>
        <dsp:cNvSpPr/>
      </dsp:nvSpPr>
      <dsp:spPr>
        <a:xfrm>
          <a:off x="0" y="2654195"/>
          <a:ext cx="6666833" cy="515970"/>
        </a:xfrm>
        <a:prstGeom prst="roundRect">
          <a:avLst/>
        </a:prstGeom>
        <a:gradFill rotWithShape="0">
          <a:gsLst>
            <a:gs pos="0">
              <a:schemeClr val="accent2">
                <a:hueOff val="4832710"/>
                <a:satOff val="-13870"/>
                <a:lumOff val="-22207"/>
                <a:alphaOff val="0"/>
                <a:satMod val="103000"/>
                <a:lumMod val="102000"/>
                <a:tint val="94000"/>
              </a:schemeClr>
            </a:gs>
            <a:gs pos="50000">
              <a:schemeClr val="accent2">
                <a:hueOff val="4832710"/>
                <a:satOff val="-13870"/>
                <a:lumOff val="-22207"/>
                <a:alphaOff val="0"/>
                <a:satMod val="110000"/>
                <a:lumMod val="100000"/>
                <a:shade val="100000"/>
              </a:schemeClr>
            </a:gs>
            <a:gs pos="100000">
              <a:schemeClr val="accent2">
                <a:hueOff val="4832710"/>
                <a:satOff val="-13870"/>
                <a:lumOff val="-2220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Problem</a:t>
          </a:r>
        </a:p>
      </dsp:txBody>
      <dsp:txXfrm>
        <a:off x="25188" y="2679383"/>
        <a:ext cx="6616457" cy="465594"/>
      </dsp:txXfrm>
    </dsp:sp>
    <dsp:sp modelId="{68C27CD7-725F-4495-88F1-41521DC597F8}">
      <dsp:nvSpPr>
        <dsp:cNvPr id="0" name=""/>
        <dsp:cNvSpPr/>
      </dsp:nvSpPr>
      <dsp:spPr>
        <a:xfrm>
          <a:off x="0" y="3170165"/>
          <a:ext cx="6666833" cy="347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a:t>The model might be toxic or hallucinations.</a:t>
          </a:r>
        </a:p>
      </dsp:txBody>
      <dsp:txXfrm>
        <a:off x="0" y="3170165"/>
        <a:ext cx="6666833" cy="347760"/>
      </dsp:txXfrm>
    </dsp:sp>
    <dsp:sp modelId="{B6258C1B-4176-466B-9F58-4116C5DCB464}">
      <dsp:nvSpPr>
        <dsp:cNvPr id="0" name=""/>
        <dsp:cNvSpPr/>
      </dsp:nvSpPr>
      <dsp:spPr>
        <a:xfrm>
          <a:off x="0" y="3517925"/>
          <a:ext cx="6666833" cy="515970"/>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Solution</a:t>
          </a:r>
        </a:p>
      </dsp:txBody>
      <dsp:txXfrm>
        <a:off x="25188" y="3543113"/>
        <a:ext cx="6616457" cy="465594"/>
      </dsp:txXfrm>
    </dsp:sp>
    <dsp:sp modelId="{860E1805-F0BD-4B3C-89FE-8A5ADCECF2CD}">
      <dsp:nvSpPr>
        <dsp:cNvPr id="0" name=""/>
        <dsp:cNvSpPr/>
      </dsp:nvSpPr>
      <dsp:spPr>
        <a:xfrm>
          <a:off x="0" y="4033895"/>
          <a:ext cx="6666833" cy="782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a:t>Humans rank the AI's answers (A is better than B).</a:t>
          </a:r>
        </a:p>
        <a:p>
          <a:pPr marL="171450" lvl="1" indent="-171450" algn="l" defTabSz="711200">
            <a:lnSpc>
              <a:spcPct val="90000"/>
            </a:lnSpc>
            <a:spcBef>
              <a:spcPct val="0"/>
            </a:spcBef>
            <a:spcAft>
              <a:spcPct val="20000"/>
            </a:spcAft>
            <a:buChar char="•"/>
          </a:pPr>
          <a:r>
            <a:rPr lang="en-US" sz="1600" kern="1200"/>
            <a:t>A Reward Model is trained to guide the AI toward "helpful and harmless" outputs.</a:t>
          </a:r>
        </a:p>
      </dsp:txBody>
      <dsp:txXfrm>
        <a:off x="0" y="4033895"/>
        <a:ext cx="6666833" cy="78246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14EE33-FE32-4137-92E3-8AD822C7D4E8}">
      <dsp:nvSpPr>
        <dsp:cNvPr id="0" name=""/>
        <dsp:cNvSpPr/>
      </dsp:nvSpPr>
      <dsp:spPr>
        <a:xfrm>
          <a:off x="0" y="56741"/>
          <a:ext cx="6253721" cy="61425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Stage 4</a:t>
          </a:r>
        </a:p>
      </dsp:txBody>
      <dsp:txXfrm>
        <a:off x="29985" y="86726"/>
        <a:ext cx="6193751" cy="554280"/>
      </dsp:txXfrm>
    </dsp:sp>
    <dsp:sp modelId="{01086E07-B9F1-4C12-AF3E-F3258E6E508D}">
      <dsp:nvSpPr>
        <dsp:cNvPr id="0" name=""/>
        <dsp:cNvSpPr/>
      </dsp:nvSpPr>
      <dsp:spPr>
        <a:xfrm>
          <a:off x="0" y="742991"/>
          <a:ext cx="6253721" cy="614250"/>
        </a:xfrm>
        <a:prstGeom prst="roundRect">
          <a:avLst/>
        </a:prstGeom>
        <a:solidFill>
          <a:schemeClr val="accent5">
            <a:hueOff val="-4050717"/>
            <a:satOff val="-275"/>
            <a:lumOff val="65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RAG (Retrieval-Augmented Generation)</a:t>
          </a:r>
        </a:p>
      </dsp:txBody>
      <dsp:txXfrm>
        <a:off x="29985" y="772976"/>
        <a:ext cx="6193751" cy="554280"/>
      </dsp:txXfrm>
    </dsp:sp>
    <dsp:sp modelId="{75D9007A-563D-4377-A4B6-425798A10D57}">
      <dsp:nvSpPr>
        <dsp:cNvPr id="0" name=""/>
        <dsp:cNvSpPr/>
      </dsp:nvSpPr>
      <dsp:spPr>
        <a:xfrm>
          <a:off x="0" y="1429241"/>
          <a:ext cx="6253721" cy="614250"/>
        </a:xfrm>
        <a:prstGeom prst="roundRect">
          <a:avLst/>
        </a:prstGeom>
        <a:solidFill>
          <a:schemeClr val="accent5">
            <a:hueOff val="-8101434"/>
            <a:satOff val="-551"/>
            <a:lumOff val="13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The Context Bridge</a:t>
          </a:r>
        </a:p>
      </dsp:txBody>
      <dsp:txXfrm>
        <a:off x="29985" y="1459226"/>
        <a:ext cx="6193751" cy="554280"/>
      </dsp:txXfrm>
    </dsp:sp>
    <dsp:sp modelId="{CDF54FED-4A6F-4F40-BA39-ABC0F6259AE2}">
      <dsp:nvSpPr>
        <dsp:cNvPr id="0" name=""/>
        <dsp:cNvSpPr/>
      </dsp:nvSpPr>
      <dsp:spPr>
        <a:xfrm>
          <a:off x="0" y="2043491"/>
          <a:ext cx="6253721" cy="685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556"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a:t>Traditional ML retrains to learn new data.</a:t>
          </a:r>
        </a:p>
        <a:p>
          <a:pPr marL="228600" lvl="1" indent="-228600" algn="l" defTabSz="889000">
            <a:lnSpc>
              <a:spcPct val="90000"/>
            </a:lnSpc>
            <a:spcBef>
              <a:spcPct val="0"/>
            </a:spcBef>
            <a:spcAft>
              <a:spcPct val="20000"/>
            </a:spcAft>
            <a:buChar char="•"/>
          </a:pPr>
          <a:r>
            <a:rPr lang="en-US" sz="2000" kern="1200"/>
            <a:t>GenAI uses RAG.</a:t>
          </a:r>
        </a:p>
      </dsp:txBody>
      <dsp:txXfrm>
        <a:off x="0" y="2043491"/>
        <a:ext cx="6253721" cy="685687"/>
      </dsp:txXfrm>
    </dsp:sp>
    <dsp:sp modelId="{F8B3B4AF-721B-43AD-866B-A8B0CEC9B832}">
      <dsp:nvSpPr>
        <dsp:cNvPr id="0" name=""/>
        <dsp:cNvSpPr/>
      </dsp:nvSpPr>
      <dsp:spPr>
        <a:xfrm>
          <a:off x="0" y="2729178"/>
          <a:ext cx="6253721" cy="61425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Mechanism</a:t>
          </a:r>
        </a:p>
      </dsp:txBody>
      <dsp:txXfrm>
        <a:off x="29985" y="2759163"/>
        <a:ext cx="6193751" cy="554280"/>
      </dsp:txXfrm>
    </dsp:sp>
    <dsp:sp modelId="{20670B1A-6F8B-47AC-9C62-A178EEA15C14}">
      <dsp:nvSpPr>
        <dsp:cNvPr id="0" name=""/>
        <dsp:cNvSpPr/>
      </dsp:nvSpPr>
      <dsp:spPr>
        <a:xfrm>
          <a:off x="0" y="3343428"/>
          <a:ext cx="6253721" cy="165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556"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a:t>Instead of retraining the model on your company PDF, you:</a:t>
          </a:r>
        </a:p>
        <a:p>
          <a:pPr marL="457200" lvl="2" indent="-228600" algn="l" defTabSz="889000">
            <a:lnSpc>
              <a:spcPct val="90000"/>
            </a:lnSpc>
            <a:spcBef>
              <a:spcPct val="0"/>
            </a:spcBef>
            <a:spcAft>
              <a:spcPct val="20000"/>
            </a:spcAft>
            <a:buChar char="•"/>
          </a:pPr>
          <a:r>
            <a:rPr lang="en-US" sz="2000" kern="1200"/>
            <a:t>Search your PDF for relevant text.</a:t>
          </a:r>
        </a:p>
        <a:p>
          <a:pPr marL="457200" lvl="2" indent="-228600" algn="l" defTabSz="889000">
            <a:lnSpc>
              <a:spcPct val="90000"/>
            </a:lnSpc>
            <a:spcBef>
              <a:spcPct val="0"/>
            </a:spcBef>
            <a:spcAft>
              <a:spcPct val="20000"/>
            </a:spcAft>
            <a:buChar char="•"/>
          </a:pPr>
          <a:r>
            <a:rPr lang="en-US" sz="2000" kern="1200"/>
            <a:t>Paste that text into the prompt.</a:t>
          </a:r>
        </a:p>
        <a:p>
          <a:pPr marL="457200" lvl="2" indent="-228600" algn="l" defTabSz="889000">
            <a:lnSpc>
              <a:spcPct val="90000"/>
            </a:lnSpc>
            <a:spcBef>
              <a:spcPct val="0"/>
            </a:spcBef>
            <a:spcAft>
              <a:spcPct val="20000"/>
            </a:spcAft>
            <a:buChar char="•"/>
          </a:pPr>
          <a:r>
            <a:rPr lang="en-US" sz="2000" kern="1200"/>
            <a:t>Ask the GenAI to answer based only on that text.</a:t>
          </a:r>
        </a:p>
      </dsp:txBody>
      <dsp:txXfrm>
        <a:off x="0" y="3343428"/>
        <a:ext cx="6253721" cy="1656000"/>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2C9C24-DE54-4123-94B6-BF656D2176C9}">
      <dsp:nvSpPr>
        <dsp:cNvPr id="0" name=""/>
        <dsp:cNvSpPr/>
      </dsp:nvSpPr>
      <dsp:spPr>
        <a:xfrm>
          <a:off x="393" y="385724"/>
          <a:ext cx="1098562" cy="10985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C8BB6BF-45C7-4B4B-859A-2CB0B1E2E92F}">
      <dsp:nvSpPr>
        <dsp:cNvPr id="0" name=""/>
        <dsp:cNvSpPr/>
      </dsp:nvSpPr>
      <dsp:spPr>
        <a:xfrm>
          <a:off x="393" y="1638222"/>
          <a:ext cx="3138750" cy="470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333500">
            <a:lnSpc>
              <a:spcPct val="100000"/>
            </a:lnSpc>
            <a:spcBef>
              <a:spcPct val="0"/>
            </a:spcBef>
            <a:spcAft>
              <a:spcPct val="35000"/>
            </a:spcAft>
            <a:buNone/>
            <a:defRPr b="1"/>
          </a:pPr>
          <a:r>
            <a:rPr lang="en-US" sz="3000" kern="1200"/>
            <a:t>Training</a:t>
          </a:r>
        </a:p>
      </dsp:txBody>
      <dsp:txXfrm>
        <a:off x="393" y="1638222"/>
        <a:ext cx="3138750" cy="470812"/>
      </dsp:txXfrm>
    </dsp:sp>
    <dsp:sp modelId="{7D49C167-0620-42CF-A9C6-5A72A89F9361}">
      <dsp:nvSpPr>
        <dsp:cNvPr id="0" name=""/>
        <dsp:cNvSpPr/>
      </dsp:nvSpPr>
      <dsp:spPr>
        <a:xfrm>
          <a:off x="393" y="2180632"/>
          <a:ext cx="3138750" cy="17849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The massive, resource-intensive process</a:t>
          </a:r>
        </a:p>
        <a:p>
          <a:pPr marL="0" lvl="0" indent="0" algn="l" defTabSz="755650">
            <a:lnSpc>
              <a:spcPct val="100000"/>
            </a:lnSpc>
            <a:spcBef>
              <a:spcPct val="0"/>
            </a:spcBef>
            <a:spcAft>
              <a:spcPct val="35000"/>
            </a:spcAft>
            <a:buNone/>
          </a:pPr>
          <a:r>
            <a:rPr lang="en-US" sz="1700" kern="1200"/>
            <a:t>A model learns from a dataset to predict the next token</a:t>
          </a:r>
        </a:p>
      </dsp:txBody>
      <dsp:txXfrm>
        <a:off x="393" y="2180632"/>
        <a:ext cx="3138750" cy="1784980"/>
      </dsp:txXfrm>
    </dsp:sp>
    <dsp:sp modelId="{E183C4E2-C978-4743-996C-31F651AA3417}">
      <dsp:nvSpPr>
        <dsp:cNvPr id="0" name=""/>
        <dsp:cNvSpPr/>
      </dsp:nvSpPr>
      <dsp:spPr>
        <a:xfrm>
          <a:off x="3688425" y="385724"/>
          <a:ext cx="1098562" cy="10985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4BB04E-D102-4C7D-90AF-FA994AD81BAE}">
      <dsp:nvSpPr>
        <dsp:cNvPr id="0" name=""/>
        <dsp:cNvSpPr/>
      </dsp:nvSpPr>
      <dsp:spPr>
        <a:xfrm>
          <a:off x="3688425" y="1638222"/>
          <a:ext cx="3138750" cy="470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333500">
            <a:lnSpc>
              <a:spcPct val="100000"/>
            </a:lnSpc>
            <a:spcBef>
              <a:spcPct val="0"/>
            </a:spcBef>
            <a:spcAft>
              <a:spcPct val="35000"/>
            </a:spcAft>
            <a:buNone/>
            <a:defRPr b="1"/>
          </a:pPr>
          <a:r>
            <a:rPr lang="en-US" sz="3000" kern="1200"/>
            <a:t>Inference</a:t>
          </a:r>
        </a:p>
      </dsp:txBody>
      <dsp:txXfrm>
        <a:off x="3688425" y="1638222"/>
        <a:ext cx="3138750" cy="470812"/>
      </dsp:txXfrm>
    </dsp:sp>
    <dsp:sp modelId="{97A2AA25-4409-45EE-8F69-9B5597275D43}">
      <dsp:nvSpPr>
        <dsp:cNvPr id="0" name=""/>
        <dsp:cNvSpPr/>
      </dsp:nvSpPr>
      <dsp:spPr>
        <a:xfrm>
          <a:off x="3688425" y="2180632"/>
          <a:ext cx="3138750" cy="17849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The act of using a pre-trained model</a:t>
          </a:r>
        </a:p>
        <a:p>
          <a:pPr marL="0" lvl="0" indent="0" algn="l" defTabSz="755650">
            <a:lnSpc>
              <a:spcPct val="100000"/>
            </a:lnSpc>
            <a:spcBef>
              <a:spcPct val="0"/>
            </a:spcBef>
            <a:spcAft>
              <a:spcPct val="35000"/>
            </a:spcAft>
            <a:buNone/>
          </a:pPr>
          <a:r>
            <a:rPr lang="en-US" sz="1700" kern="1200"/>
            <a:t>To generate a response based on an input</a:t>
          </a:r>
        </a:p>
      </dsp:txBody>
      <dsp:txXfrm>
        <a:off x="3688425" y="2180632"/>
        <a:ext cx="3138750" cy="1784980"/>
      </dsp:txXfrm>
    </dsp:sp>
    <dsp:sp modelId="{C2196F05-EF89-42AB-933B-EEF3B8F5D67E}">
      <dsp:nvSpPr>
        <dsp:cNvPr id="0" name=""/>
        <dsp:cNvSpPr/>
      </dsp:nvSpPr>
      <dsp:spPr>
        <a:xfrm>
          <a:off x="7376456" y="385724"/>
          <a:ext cx="1098562" cy="109856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DCF312D-98DF-4C4E-B7EB-51FBCB97426B}">
      <dsp:nvSpPr>
        <dsp:cNvPr id="0" name=""/>
        <dsp:cNvSpPr/>
      </dsp:nvSpPr>
      <dsp:spPr>
        <a:xfrm>
          <a:off x="7376456" y="1638222"/>
          <a:ext cx="3138750" cy="470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333500">
            <a:lnSpc>
              <a:spcPct val="100000"/>
            </a:lnSpc>
            <a:spcBef>
              <a:spcPct val="0"/>
            </a:spcBef>
            <a:spcAft>
              <a:spcPct val="35000"/>
            </a:spcAft>
            <a:buNone/>
            <a:defRPr b="1"/>
          </a:pPr>
          <a:r>
            <a:rPr lang="en-US" sz="3000" kern="1200"/>
            <a:t>The Shift</a:t>
          </a:r>
        </a:p>
      </dsp:txBody>
      <dsp:txXfrm>
        <a:off x="7376456" y="1638222"/>
        <a:ext cx="3138750" cy="470812"/>
      </dsp:txXfrm>
    </dsp:sp>
    <dsp:sp modelId="{2B19DA20-7303-4362-9CD1-00970E5973E8}">
      <dsp:nvSpPr>
        <dsp:cNvPr id="0" name=""/>
        <dsp:cNvSpPr/>
      </dsp:nvSpPr>
      <dsp:spPr>
        <a:xfrm>
          <a:off x="7376456" y="2180632"/>
          <a:ext cx="3138750" cy="17849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In Agentic AI, we treat the LLM as a Black-Box Component</a:t>
          </a:r>
        </a:p>
        <a:p>
          <a:pPr marL="0" lvl="0" indent="0" algn="l" defTabSz="755650">
            <a:lnSpc>
              <a:spcPct val="100000"/>
            </a:lnSpc>
            <a:spcBef>
              <a:spcPct val="0"/>
            </a:spcBef>
            <a:spcAft>
              <a:spcPct val="35000"/>
            </a:spcAft>
            <a:buNone/>
          </a:pPr>
          <a:r>
            <a:rPr lang="en-US" sz="1700" kern="1200"/>
            <a:t>We don't modify its internal weights</a:t>
          </a:r>
        </a:p>
        <a:p>
          <a:pPr marL="0" lvl="0" indent="0" algn="l" defTabSz="755650">
            <a:lnSpc>
              <a:spcPct val="100000"/>
            </a:lnSpc>
            <a:spcBef>
              <a:spcPct val="0"/>
            </a:spcBef>
            <a:spcAft>
              <a:spcPct val="35000"/>
            </a:spcAft>
            <a:buNone/>
          </a:pPr>
          <a:r>
            <a:rPr lang="en-US" sz="1700" kern="1200"/>
            <a:t>We focus on how to call it effectively.</a:t>
          </a:r>
        </a:p>
      </dsp:txBody>
      <dsp:txXfrm>
        <a:off x="7376456" y="2180632"/>
        <a:ext cx="3138750" cy="1784980"/>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114D3D-02A8-4559-922F-FE81489AF3D9}">
      <dsp:nvSpPr>
        <dsp:cNvPr id="0" name=""/>
        <dsp:cNvSpPr/>
      </dsp:nvSpPr>
      <dsp:spPr>
        <a:xfrm>
          <a:off x="559800" y="545510"/>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261DB3-E926-4B7F-BC7A-1B489A0E8765}">
      <dsp:nvSpPr>
        <dsp:cNvPr id="0" name=""/>
        <dsp:cNvSpPr/>
      </dsp:nvSpPr>
      <dsp:spPr>
        <a:xfrm>
          <a:off x="559800" y="2197704"/>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22350">
            <a:lnSpc>
              <a:spcPct val="100000"/>
            </a:lnSpc>
            <a:spcBef>
              <a:spcPct val="0"/>
            </a:spcBef>
            <a:spcAft>
              <a:spcPct val="35000"/>
            </a:spcAft>
            <a:buNone/>
            <a:defRPr b="1"/>
          </a:pPr>
          <a:r>
            <a:rPr lang="en-US" sz="2300" kern="1200"/>
            <a:t>LLM as a Reasoning Component</a:t>
          </a:r>
        </a:p>
      </dsp:txBody>
      <dsp:txXfrm>
        <a:off x="559800" y="2197704"/>
        <a:ext cx="4320000" cy="648000"/>
      </dsp:txXfrm>
    </dsp:sp>
    <dsp:sp modelId="{86554571-C976-459B-AE49-FA49A8CBE25E}">
      <dsp:nvSpPr>
        <dsp:cNvPr id="0" name=""/>
        <dsp:cNvSpPr/>
      </dsp:nvSpPr>
      <dsp:spPr>
        <a:xfrm>
          <a:off x="559800" y="2910910"/>
          <a:ext cx="4320000" cy="8949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We treat the model as a programmable part of our software</a:t>
          </a:r>
        </a:p>
        <a:p>
          <a:pPr marL="0" lvl="0" indent="0" algn="l" defTabSz="755650">
            <a:lnSpc>
              <a:spcPct val="100000"/>
            </a:lnSpc>
            <a:spcBef>
              <a:spcPct val="0"/>
            </a:spcBef>
            <a:spcAft>
              <a:spcPct val="35000"/>
            </a:spcAft>
            <a:buNone/>
          </a:pPr>
          <a:r>
            <a:rPr lang="en-US" sz="1700" kern="1200"/>
            <a:t>similar to an API or a database</a:t>
          </a:r>
        </a:p>
      </dsp:txBody>
      <dsp:txXfrm>
        <a:off x="559800" y="2910910"/>
        <a:ext cx="4320000" cy="894916"/>
      </dsp:txXfrm>
    </dsp:sp>
    <dsp:sp modelId="{9B2F348C-C704-4DFC-9CCA-207DD98D5DE2}">
      <dsp:nvSpPr>
        <dsp:cNvPr id="0" name=""/>
        <dsp:cNvSpPr/>
      </dsp:nvSpPr>
      <dsp:spPr>
        <a:xfrm>
          <a:off x="5635800" y="545510"/>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E42CEC9-54C6-4561-8895-2174551D620C}">
      <dsp:nvSpPr>
        <dsp:cNvPr id="0" name=""/>
        <dsp:cNvSpPr/>
      </dsp:nvSpPr>
      <dsp:spPr>
        <a:xfrm>
          <a:off x="5635800" y="2197704"/>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22350">
            <a:lnSpc>
              <a:spcPct val="100000"/>
            </a:lnSpc>
            <a:spcBef>
              <a:spcPct val="0"/>
            </a:spcBef>
            <a:spcAft>
              <a:spcPct val="35000"/>
            </a:spcAft>
            <a:buNone/>
            <a:defRPr b="1"/>
          </a:pPr>
          <a:r>
            <a:rPr lang="en-US" sz="2300" kern="1200"/>
            <a:t>Input vs. Output</a:t>
          </a:r>
        </a:p>
      </dsp:txBody>
      <dsp:txXfrm>
        <a:off x="5635800" y="2197704"/>
        <a:ext cx="4320000" cy="648000"/>
      </dsp:txXfrm>
    </dsp:sp>
    <dsp:sp modelId="{C788FB4A-0739-4128-A036-3BC6A3196DCF}">
      <dsp:nvSpPr>
        <dsp:cNvPr id="0" name=""/>
        <dsp:cNvSpPr/>
      </dsp:nvSpPr>
      <dsp:spPr>
        <a:xfrm>
          <a:off x="5635800" y="2910910"/>
          <a:ext cx="4320000" cy="8949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The box is black (hidden internals)</a:t>
          </a:r>
        </a:p>
        <a:p>
          <a:pPr marL="0" lvl="0" indent="0" algn="l" defTabSz="755650">
            <a:lnSpc>
              <a:spcPct val="100000"/>
            </a:lnSpc>
            <a:spcBef>
              <a:spcPct val="0"/>
            </a:spcBef>
            <a:spcAft>
              <a:spcPct val="35000"/>
            </a:spcAft>
            <a:buNone/>
          </a:pPr>
          <a:r>
            <a:rPr lang="en-US" sz="1700" kern="1200"/>
            <a:t>Our primary control is the Prompt</a:t>
          </a:r>
        </a:p>
      </dsp:txBody>
      <dsp:txXfrm>
        <a:off x="5635800" y="2910910"/>
        <a:ext cx="4320000" cy="894916"/>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2EABAF-C53C-4671-9DB1-6AF0AA695329}">
      <dsp:nvSpPr>
        <dsp:cNvPr id="0" name=""/>
        <dsp:cNvSpPr/>
      </dsp:nvSpPr>
      <dsp:spPr>
        <a:xfrm>
          <a:off x="0" y="75919"/>
          <a:ext cx="6666833" cy="68796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Execution Realities</a:t>
          </a:r>
        </a:p>
      </dsp:txBody>
      <dsp:txXfrm>
        <a:off x="33583" y="109502"/>
        <a:ext cx="6599667" cy="620794"/>
      </dsp:txXfrm>
    </dsp:sp>
    <dsp:sp modelId="{6EFF5393-E73D-44E6-831B-ED7E7E11971E}">
      <dsp:nvSpPr>
        <dsp:cNvPr id="0" name=""/>
        <dsp:cNvSpPr/>
      </dsp:nvSpPr>
      <dsp:spPr>
        <a:xfrm>
          <a:off x="0" y="763879"/>
          <a:ext cx="6666833" cy="695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kern="1200"/>
            <a:t>We must manage the trade-offs that occur during this usage phase</a:t>
          </a:r>
        </a:p>
      </dsp:txBody>
      <dsp:txXfrm>
        <a:off x="0" y="763879"/>
        <a:ext cx="6666833" cy="695520"/>
      </dsp:txXfrm>
    </dsp:sp>
    <dsp:sp modelId="{17E5FAEB-A781-4404-8E77-8EB4147AA948}">
      <dsp:nvSpPr>
        <dsp:cNvPr id="0" name=""/>
        <dsp:cNvSpPr/>
      </dsp:nvSpPr>
      <dsp:spPr>
        <a:xfrm>
          <a:off x="0" y="1459399"/>
          <a:ext cx="6666833" cy="687960"/>
        </a:xfrm>
        <a:prstGeom prst="roundRect">
          <a:avLst/>
        </a:prstGeom>
        <a:gradFill rotWithShape="0">
          <a:gsLst>
            <a:gs pos="0">
              <a:schemeClr val="accent2">
                <a:hueOff val="2147871"/>
                <a:satOff val="-6164"/>
                <a:lumOff val="-9870"/>
                <a:alphaOff val="0"/>
                <a:satMod val="103000"/>
                <a:lumMod val="102000"/>
                <a:tint val="94000"/>
              </a:schemeClr>
            </a:gs>
            <a:gs pos="50000">
              <a:schemeClr val="accent2">
                <a:hueOff val="2147871"/>
                <a:satOff val="-6164"/>
                <a:lumOff val="-9870"/>
                <a:alphaOff val="0"/>
                <a:satMod val="110000"/>
                <a:lumMod val="100000"/>
                <a:shade val="100000"/>
              </a:schemeClr>
            </a:gs>
            <a:gs pos="100000">
              <a:schemeClr val="accent2">
                <a:hueOff val="2147871"/>
                <a:satOff val="-6164"/>
                <a:lumOff val="-987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Latency</a:t>
          </a:r>
        </a:p>
      </dsp:txBody>
      <dsp:txXfrm>
        <a:off x="33583" y="1492982"/>
        <a:ext cx="6599667" cy="620794"/>
      </dsp:txXfrm>
    </dsp:sp>
    <dsp:sp modelId="{7CE628BE-E432-40DB-80DD-2E92CAB25AF8}">
      <dsp:nvSpPr>
        <dsp:cNvPr id="0" name=""/>
        <dsp:cNvSpPr/>
      </dsp:nvSpPr>
      <dsp:spPr>
        <a:xfrm>
          <a:off x="0" y="2147360"/>
          <a:ext cx="6666833" cy="695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kern="1200"/>
            <a:t>How long the black box takes to process the request</a:t>
          </a:r>
        </a:p>
      </dsp:txBody>
      <dsp:txXfrm>
        <a:off x="0" y="2147360"/>
        <a:ext cx="6666833" cy="695520"/>
      </dsp:txXfrm>
    </dsp:sp>
    <dsp:sp modelId="{AF3CF7FC-5FA8-4546-8A08-EC41CE3233F8}">
      <dsp:nvSpPr>
        <dsp:cNvPr id="0" name=""/>
        <dsp:cNvSpPr/>
      </dsp:nvSpPr>
      <dsp:spPr>
        <a:xfrm>
          <a:off x="0" y="2842880"/>
          <a:ext cx="6666833" cy="687960"/>
        </a:xfrm>
        <a:prstGeom prst="roundRect">
          <a:avLst/>
        </a:prstGeom>
        <a:gradFill rotWithShape="0">
          <a:gsLst>
            <a:gs pos="0">
              <a:schemeClr val="accent2">
                <a:hueOff val="4295743"/>
                <a:satOff val="-12329"/>
                <a:lumOff val="-19739"/>
                <a:alphaOff val="0"/>
                <a:satMod val="103000"/>
                <a:lumMod val="102000"/>
                <a:tint val="94000"/>
              </a:schemeClr>
            </a:gs>
            <a:gs pos="50000">
              <a:schemeClr val="accent2">
                <a:hueOff val="4295743"/>
                <a:satOff val="-12329"/>
                <a:lumOff val="-19739"/>
                <a:alphaOff val="0"/>
                <a:satMod val="110000"/>
                <a:lumMod val="100000"/>
                <a:shade val="100000"/>
              </a:schemeClr>
            </a:gs>
            <a:gs pos="100000">
              <a:schemeClr val="accent2">
                <a:hueOff val="4295743"/>
                <a:satOff val="-12329"/>
                <a:lumOff val="-1973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Cost</a:t>
          </a:r>
        </a:p>
      </dsp:txBody>
      <dsp:txXfrm>
        <a:off x="33583" y="2876463"/>
        <a:ext cx="6599667" cy="620794"/>
      </dsp:txXfrm>
    </dsp:sp>
    <dsp:sp modelId="{F5066BB4-06EA-4E29-9108-85A2CF9F3140}">
      <dsp:nvSpPr>
        <dsp:cNvPr id="0" name=""/>
        <dsp:cNvSpPr/>
      </dsp:nvSpPr>
      <dsp:spPr>
        <a:xfrm>
          <a:off x="0" y="3530840"/>
          <a:ext cx="6666833" cy="463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kern="1200"/>
            <a:t>Managing token usage for every API call</a:t>
          </a:r>
        </a:p>
      </dsp:txBody>
      <dsp:txXfrm>
        <a:off x="0" y="3530840"/>
        <a:ext cx="6666833" cy="463680"/>
      </dsp:txXfrm>
    </dsp:sp>
    <dsp:sp modelId="{C178E0E4-EC6D-4EAB-B28E-3E0BD6A3C31F}">
      <dsp:nvSpPr>
        <dsp:cNvPr id="0" name=""/>
        <dsp:cNvSpPr/>
      </dsp:nvSpPr>
      <dsp:spPr>
        <a:xfrm>
          <a:off x="0" y="3994520"/>
          <a:ext cx="6666833" cy="687960"/>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Determinism</a:t>
          </a:r>
        </a:p>
      </dsp:txBody>
      <dsp:txXfrm>
        <a:off x="33583" y="4028103"/>
        <a:ext cx="6599667" cy="620794"/>
      </dsp:txXfrm>
    </dsp:sp>
    <dsp:sp modelId="{B1721DD7-D1CB-43D2-B933-91E8D518E7F5}">
      <dsp:nvSpPr>
        <dsp:cNvPr id="0" name=""/>
        <dsp:cNvSpPr/>
      </dsp:nvSpPr>
      <dsp:spPr>
        <a:xfrm>
          <a:off x="0" y="4682479"/>
          <a:ext cx="6666833" cy="695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kern="1200"/>
            <a:t>Ensuring the box gives consistent answers for the same input</a:t>
          </a:r>
        </a:p>
      </dsp:txBody>
      <dsp:txXfrm>
        <a:off x="0" y="4682479"/>
        <a:ext cx="6666833" cy="695520"/>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6BBA66-07D3-41A6-8197-115343D62CF3}">
      <dsp:nvSpPr>
        <dsp:cNvPr id="0" name=""/>
        <dsp:cNvSpPr/>
      </dsp:nvSpPr>
      <dsp:spPr>
        <a:xfrm>
          <a:off x="0" y="4307"/>
          <a:ext cx="6364224" cy="917536"/>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A645C3-1430-417A-8A0C-5322EFF60043}">
      <dsp:nvSpPr>
        <dsp:cNvPr id="0" name=""/>
        <dsp:cNvSpPr/>
      </dsp:nvSpPr>
      <dsp:spPr>
        <a:xfrm>
          <a:off x="277554" y="210753"/>
          <a:ext cx="504644" cy="50464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2CA18DD-1380-4AC0-8E77-363822FEFCA3}">
      <dsp:nvSpPr>
        <dsp:cNvPr id="0" name=""/>
        <dsp:cNvSpPr/>
      </dsp:nvSpPr>
      <dsp:spPr>
        <a:xfrm>
          <a:off x="1059754" y="430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Training - Going to University</a:t>
          </a:r>
        </a:p>
      </dsp:txBody>
      <dsp:txXfrm>
        <a:off x="1059754" y="4307"/>
        <a:ext cx="5304469" cy="917536"/>
      </dsp:txXfrm>
    </dsp:sp>
    <dsp:sp modelId="{445C8C8E-5AF5-4A68-A9A0-9EA6AD748801}">
      <dsp:nvSpPr>
        <dsp:cNvPr id="0" name=""/>
        <dsp:cNvSpPr/>
      </dsp:nvSpPr>
      <dsp:spPr>
        <a:xfrm>
          <a:off x="0" y="1151227"/>
          <a:ext cx="6364224" cy="917536"/>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370C46-7961-49A3-9BD8-D32D6B32CD11}">
      <dsp:nvSpPr>
        <dsp:cNvPr id="0" name=""/>
        <dsp:cNvSpPr/>
      </dsp:nvSpPr>
      <dsp:spPr>
        <a:xfrm>
          <a:off x="277554" y="1357673"/>
          <a:ext cx="504644" cy="50464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8C086FB-96E0-4144-BC97-64D03C05AF2D}">
      <dsp:nvSpPr>
        <dsp:cNvPr id="0" name=""/>
        <dsp:cNvSpPr/>
      </dsp:nvSpPr>
      <dsp:spPr>
        <a:xfrm>
          <a:off x="1059754" y="115122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Inference - Performing a Job</a:t>
          </a:r>
        </a:p>
      </dsp:txBody>
      <dsp:txXfrm>
        <a:off x="1059754" y="1151227"/>
        <a:ext cx="5304469" cy="917536"/>
      </dsp:txXfrm>
    </dsp:sp>
    <dsp:sp modelId="{31D75EB9-CCEA-4E63-892E-5BA38331CCA4}">
      <dsp:nvSpPr>
        <dsp:cNvPr id="0" name=""/>
        <dsp:cNvSpPr/>
      </dsp:nvSpPr>
      <dsp:spPr>
        <a:xfrm>
          <a:off x="0" y="2298147"/>
          <a:ext cx="6364224" cy="917536"/>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ADB792-6F12-4164-804F-59B9D5E30E26}">
      <dsp:nvSpPr>
        <dsp:cNvPr id="0" name=""/>
        <dsp:cNvSpPr/>
      </dsp:nvSpPr>
      <dsp:spPr>
        <a:xfrm>
          <a:off x="277554" y="2504593"/>
          <a:ext cx="504644" cy="50464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26C24D-8E81-4BD6-88CB-A697B8E785E2}">
      <dsp:nvSpPr>
        <dsp:cNvPr id="0" name=""/>
        <dsp:cNvSpPr/>
      </dsp:nvSpPr>
      <dsp:spPr>
        <a:xfrm>
          <a:off x="1059754" y="229814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As developers in this program, we are the Managers hiring the graduate (the LLM)</a:t>
          </a:r>
        </a:p>
      </dsp:txBody>
      <dsp:txXfrm>
        <a:off x="1059754" y="2298147"/>
        <a:ext cx="5304469" cy="917536"/>
      </dsp:txXfrm>
    </dsp:sp>
    <dsp:sp modelId="{E68114F1-4EEC-4C6D-9285-AE2F8DBAEAB6}">
      <dsp:nvSpPr>
        <dsp:cNvPr id="0" name=""/>
        <dsp:cNvSpPr/>
      </dsp:nvSpPr>
      <dsp:spPr>
        <a:xfrm>
          <a:off x="0" y="3445068"/>
          <a:ext cx="6364224" cy="917536"/>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07F9F2-5793-4814-B2C9-5A8683AF06F1}">
      <dsp:nvSpPr>
        <dsp:cNvPr id="0" name=""/>
        <dsp:cNvSpPr/>
      </dsp:nvSpPr>
      <dsp:spPr>
        <a:xfrm>
          <a:off x="277554" y="3651513"/>
          <a:ext cx="504644" cy="50464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0FF396E-B808-4204-9BC8-1BC8F2515913}">
      <dsp:nvSpPr>
        <dsp:cNvPr id="0" name=""/>
        <dsp:cNvSpPr/>
      </dsp:nvSpPr>
      <dsp:spPr>
        <a:xfrm>
          <a:off x="1059754" y="344506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We don't need to re-teach them everything</a:t>
          </a:r>
        </a:p>
      </dsp:txBody>
      <dsp:txXfrm>
        <a:off x="1059754" y="3445068"/>
        <a:ext cx="5304469" cy="917536"/>
      </dsp:txXfrm>
    </dsp:sp>
    <dsp:sp modelId="{A4653305-8F37-4D8F-A203-96FA487C0F36}">
      <dsp:nvSpPr>
        <dsp:cNvPr id="0" name=""/>
        <dsp:cNvSpPr/>
      </dsp:nvSpPr>
      <dsp:spPr>
        <a:xfrm>
          <a:off x="0" y="4591988"/>
          <a:ext cx="6364224" cy="917536"/>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C02FE6-DA3F-416C-9E80-0A3CD894C01A}">
      <dsp:nvSpPr>
        <dsp:cNvPr id="0" name=""/>
        <dsp:cNvSpPr/>
      </dsp:nvSpPr>
      <dsp:spPr>
        <a:xfrm>
          <a:off x="277554" y="4798433"/>
          <a:ext cx="504644" cy="50464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6C81E9E-80A2-429A-A3C4-85D6177A0543}">
      <dsp:nvSpPr>
        <dsp:cNvPr id="0" name=""/>
        <dsp:cNvSpPr/>
      </dsp:nvSpPr>
      <dsp:spPr>
        <a:xfrm>
          <a:off x="1059754" y="459198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We just need to give them the right instructions (Prompts)</a:t>
          </a:r>
        </a:p>
      </dsp:txBody>
      <dsp:txXfrm>
        <a:off x="1059754" y="4591988"/>
        <a:ext cx="5304469" cy="917536"/>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82537E-DE27-4DD3-AB8D-A0C0055F996D}">
      <dsp:nvSpPr>
        <dsp:cNvPr id="0" name=""/>
        <dsp:cNvSpPr/>
      </dsp:nvSpPr>
      <dsp:spPr>
        <a:xfrm>
          <a:off x="0" y="284683"/>
          <a:ext cx="6364224" cy="1735650"/>
        </a:xfrm>
        <a:prstGeom prst="rect">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3934" tIns="395732" rIns="493934" bIns="135128" numCol="1" spcCol="1270" anchor="t" anchorCtr="0">
          <a:noAutofit/>
        </a:bodyPr>
        <a:lstStyle/>
        <a:p>
          <a:pPr marL="171450" lvl="1" indent="-171450" algn="l" defTabSz="844550">
            <a:lnSpc>
              <a:spcPct val="90000"/>
            </a:lnSpc>
            <a:spcBef>
              <a:spcPct val="0"/>
            </a:spcBef>
            <a:spcAft>
              <a:spcPct val="15000"/>
            </a:spcAft>
            <a:buChar char="•"/>
          </a:pPr>
          <a:r>
            <a:rPr lang="en-US" sz="1900" kern="1200"/>
            <a:t>The atomic units of text processed by the model</a:t>
          </a:r>
        </a:p>
        <a:p>
          <a:pPr marL="171450" lvl="1" indent="-171450" algn="l" defTabSz="844550">
            <a:lnSpc>
              <a:spcPct val="90000"/>
            </a:lnSpc>
            <a:spcBef>
              <a:spcPct val="0"/>
            </a:spcBef>
            <a:spcAft>
              <a:spcPct val="15000"/>
            </a:spcAft>
            <a:buChar char="•"/>
          </a:pPr>
          <a:r>
            <a:rPr lang="en-US" sz="1900" kern="1200"/>
            <a:t>These aren't always full words</a:t>
          </a:r>
        </a:p>
        <a:p>
          <a:pPr marL="171450" lvl="1" indent="-171450" algn="l" defTabSz="844550">
            <a:lnSpc>
              <a:spcPct val="90000"/>
            </a:lnSpc>
            <a:spcBef>
              <a:spcPct val="0"/>
            </a:spcBef>
            <a:spcAft>
              <a:spcPct val="15000"/>
            </a:spcAft>
            <a:buChar char="•"/>
          </a:pPr>
          <a:r>
            <a:rPr lang="en-US" sz="1900" kern="1200"/>
            <a:t>They can be characters or sub-words</a:t>
          </a:r>
        </a:p>
        <a:p>
          <a:pPr marL="171450" lvl="1" indent="-171450" algn="l" defTabSz="844550">
            <a:lnSpc>
              <a:spcPct val="90000"/>
            </a:lnSpc>
            <a:spcBef>
              <a:spcPct val="0"/>
            </a:spcBef>
            <a:spcAft>
              <a:spcPct val="15000"/>
            </a:spcAft>
            <a:buChar char="•"/>
          </a:pPr>
          <a:r>
            <a:rPr lang="en-US" sz="1900" kern="1200"/>
            <a:t>e.g.: learning might be learn + ing</a:t>
          </a:r>
        </a:p>
      </dsp:txBody>
      <dsp:txXfrm>
        <a:off x="0" y="284683"/>
        <a:ext cx="6364224" cy="1735650"/>
      </dsp:txXfrm>
    </dsp:sp>
    <dsp:sp modelId="{9D3D8DD7-8999-4D5B-90C4-20B5E2E7777A}">
      <dsp:nvSpPr>
        <dsp:cNvPr id="0" name=""/>
        <dsp:cNvSpPr/>
      </dsp:nvSpPr>
      <dsp:spPr>
        <a:xfrm>
          <a:off x="318211" y="4243"/>
          <a:ext cx="4454956" cy="56088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8387" tIns="0" rIns="168387" bIns="0" numCol="1" spcCol="1270" anchor="ctr" anchorCtr="0">
          <a:noAutofit/>
        </a:bodyPr>
        <a:lstStyle/>
        <a:p>
          <a:pPr marL="0" lvl="0" indent="0" algn="l" defTabSz="844550">
            <a:lnSpc>
              <a:spcPct val="90000"/>
            </a:lnSpc>
            <a:spcBef>
              <a:spcPct val="0"/>
            </a:spcBef>
            <a:spcAft>
              <a:spcPct val="35000"/>
            </a:spcAft>
            <a:buNone/>
          </a:pPr>
          <a:r>
            <a:rPr lang="en-US" sz="1900" kern="1200"/>
            <a:t>Tokens</a:t>
          </a:r>
        </a:p>
      </dsp:txBody>
      <dsp:txXfrm>
        <a:off x="345591" y="31623"/>
        <a:ext cx="4400196" cy="506120"/>
      </dsp:txXfrm>
    </dsp:sp>
    <dsp:sp modelId="{FD1816B6-6EA4-411F-A066-45DD2297C84F}">
      <dsp:nvSpPr>
        <dsp:cNvPr id="0" name=""/>
        <dsp:cNvSpPr/>
      </dsp:nvSpPr>
      <dsp:spPr>
        <a:xfrm>
          <a:off x="0" y="2403373"/>
          <a:ext cx="6364224" cy="1376550"/>
        </a:xfrm>
        <a:prstGeom prst="rect">
          <a:avLst/>
        </a:prstGeom>
        <a:solidFill>
          <a:schemeClr val="lt1">
            <a:alpha val="90000"/>
            <a:hueOff val="0"/>
            <a:satOff val="0"/>
            <a:lumOff val="0"/>
            <a:alphaOff val="0"/>
          </a:schemeClr>
        </a:solidFill>
        <a:ln w="19050" cap="flat" cmpd="sng" algn="ctr">
          <a:solidFill>
            <a:schemeClr val="accent5">
              <a:hueOff val="-6076075"/>
              <a:satOff val="-413"/>
              <a:lumOff val="98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3934" tIns="395732" rIns="493934" bIns="135128" numCol="1" spcCol="1270" anchor="t" anchorCtr="0">
          <a:noAutofit/>
        </a:bodyPr>
        <a:lstStyle/>
        <a:p>
          <a:pPr marL="171450" lvl="1" indent="-171450" algn="l" defTabSz="844550">
            <a:lnSpc>
              <a:spcPct val="90000"/>
            </a:lnSpc>
            <a:spcBef>
              <a:spcPct val="0"/>
            </a:spcBef>
            <a:spcAft>
              <a:spcPct val="15000"/>
            </a:spcAft>
            <a:buChar char="•"/>
          </a:pPr>
          <a:r>
            <a:rPr lang="en-US" sz="1900" kern="1200"/>
            <a:t>The specific memory limit for a single interaction</a:t>
          </a:r>
        </a:p>
        <a:p>
          <a:pPr marL="171450" lvl="1" indent="-171450" algn="l" defTabSz="844550">
            <a:lnSpc>
              <a:spcPct val="90000"/>
            </a:lnSpc>
            <a:spcBef>
              <a:spcPct val="0"/>
            </a:spcBef>
            <a:spcAft>
              <a:spcPct val="15000"/>
            </a:spcAft>
            <a:buChar char="•"/>
          </a:pPr>
          <a:r>
            <a:rPr lang="en-US" sz="1900" kern="1200"/>
            <a:t>It represents the maximum number of tokens the model can process at once</a:t>
          </a:r>
        </a:p>
      </dsp:txBody>
      <dsp:txXfrm>
        <a:off x="0" y="2403373"/>
        <a:ext cx="6364224" cy="1376550"/>
      </dsp:txXfrm>
    </dsp:sp>
    <dsp:sp modelId="{044B4727-A22D-4C99-9597-FCC90112F2E7}">
      <dsp:nvSpPr>
        <dsp:cNvPr id="0" name=""/>
        <dsp:cNvSpPr/>
      </dsp:nvSpPr>
      <dsp:spPr>
        <a:xfrm>
          <a:off x="318211" y="2122933"/>
          <a:ext cx="4454956" cy="560880"/>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8387" tIns="0" rIns="168387" bIns="0" numCol="1" spcCol="1270" anchor="ctr" anchorCtr="0">
          <a:noAutofit/>
        </a:bodyPr>
        <a:lstStyle/>
        <a:p>
          <a:pPr marL="0" lvl="0" indent="0" algn="l" defTabSz="844550">
            <a:lnSpc>
              <a:spcPct val="90000"/>
            </a:lnSpc>
            <a:spcBef>
              <a:spcPct val="0"/>
            </a:spcBef>
            <a:spcAft>
              <a:spcPct val="35000"/>
            </a:spcAft>
            <a:buNone/>
          </a:pPr>
          <a:r>
            <a:rPr lang="en-US" sz="1900" kern="1200"/>
            <a:t>Context Window</a:t>
          </a:r>
        </a:p>
      </dsp:txBody>
      <dsp:txXfrm>
        <a:off x="345591" y="2150313"/>
        <a:ext cx="4400196" cy="506120"/>
      </dsp:txXfrm>
    </dsp:sp>
    <dsp:sp modelId="{96F1AE64-6A8B-4927-9D0F-A20E593F863B}">
      <dsp:nvSpPr>
        <dsp:cNvPr id="0" name=""/>
        <dsp:cNvSpPr/>
      </dsp:nvSpPr>
      <dsp:spPr>
        <a:xfrm>
          <a:off x="0" y="4162963"/>
          <a:ext cx="6364224" cy="1346625"/>
        </a:xfrm>
        <a:prstGeom prst="rect">
          <a:avLst/>
        </a:prstGeom>
        <a:solidFill>
          <a:schemeClr val="lt1">
            <a:alpha val="90000"/>
            <a:hueOff val="0"/>
            <a:satOff val="0"/>
            <a:lumOff val="0"/>
            <a:alphaOff val="0"/>
          </a:schemeClr>
        </a:solidFill>
        <a:ln w="19050" cap="flat" cmpd="sng" algn="ctr">
          <a:solidFill>
            <a:schemeClr val="accent5">
              <a:hueOff val="-12152150"/>
              <a:satOff val="-826"/>
              <a:lumOff val="196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3934" tIns="395732" rIns="493934" bIns="135128" numCol="1" spcCol="1270" anchor="t" anchorCtr="0">
          <a:noAutofit/>
        </a:bodyPr>
        <a:lstStyle/>
        <a:p>
          <a:pPr marL="171450" lvl="1" indent="-171450" algn="l" defTabSz="844550">
            <a:lnSpc>
              <a:spcPct val="90000"/>
            </a:lnSpc>
            <a:spcBef>
              <a:spcPct val="0"/>
            </a:spcBef>
            <a:spcAft>
              <a:spcPct val="15000"/>
            </a:spcAft>
            <a:buChar char="•"/>
          </a:pPr>
          <a:r>
            <a:rPr lang="en-US" sz="1900" kern="1200"/>
            <a:t>If a prompt and its response exceed the context window, the model will forget the earliest parts of the conversation</a:t>
          </a:r>
        </a:p>
      </dsp:txBody>
      <dsp:txXfrm>
        <a:off x="0" y="4162963"/>
        <a:ext cx="6364224" cy="1346625"/>
      </dsp:txXfrm>
    </dsp:sp>
    <dsp:sp modelId="{E07AE388-3CC4-4AB8-A719-0B076DBAA3DE}">
      <dsp:nvSpPr>
        <dsp:cNvPr id="0" name=""/>
        <dsp:cNvSpPr/>
      </dsp:nvSpPr>
      <dsp:spPr>
        <a:xfrm>
          <a:off x="318211" y="3882523"/>
          <a:ext cx="4454956" cy="56088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8387" tIns="0" rIns="168387" bIns="0" numCol="1" spcCol="1270" anchor="ctr" anchorCtr="0">
          <a:noAutofit/>
        </a:bodyPr>
        <a:lstStyle/>
        <a:p>
          <a:pPr marL="0" lvl="0" indent="0" algn="l" defTabSz="844550">
            <a:lnSpc>
              <a:spcPct val="90000"/>
            </a:lnSpc>
            <a:spcBef>
              <a:spcPct val="0"/>
            </a:spcBef>
            <a:spcAft>
              <a:spcPct val="35000"/>
            </a:spcAft>
            <a:buNone/>
          </a:pPr>
          <a:r>
            <a:rPr lang="en-US" sz="1900" kern="1200"/>
            <a:t>The Constraint</a:t>
          </a:r>
        </a:p>
      </dsp:txBody>
      <dsp:txXfrm>
        <a:off x="345591" y="3909903"/>
        <a:ext cx="4400196" cy="506120"/>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3B6913-5A78-4A47-9E7C-93D1237CC3A3}">
      <dsp:nvSpPr>
        <dsp:cNvPr id="0" name=""/>
        <dsp:cNvSpPr/>
      </dsp:nvSpPr>
      <dsp:spPr>
        <a:xfrm>
          <a:off x="0" y="4307"/>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864175-AADE-4DA9-889D-B8E380961047}">
      <dsp:nvSpPr>
        <dsp:cNvPr id="0" name=""/>
        <dsp:cNvSpPr/>
      </dsp:nvSpPr>
      <dsp:spPr>
        <a:xfrm>
          <a:off x="277554" y="210753"/>
          <a:ext cx="504644" cy="50464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EF301C-5D9C-4795-9D40-F47A2933B9A9}">
      <dsp:nvSpPr>
        <dsp:cNvPr id="0" name=""/>
        <dsp:cNvSpPr/>
      </dsp:nvSpPr>
      <dsp:spPr>
        <a:xfrm>
          <a:off x="1059754" y="430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Think of tokens as the model's vocabulary</a:t>
          </a:r>
        </a:p>
      </dsp:txBody>
      <dsp:txXfrm>
        <a:off x="1059754" y="4307"/>
        <a:ext cx="5304469" cy="917536"/>
      </dsp:txXfrm>
    </dsp:sp>
    <dsp:sp modelId="{E83DDCA3-5D7F-4855-9866-09827CEC1930}">
      <dsp:nvSpPr>
        <dsp:cNvPr id="0" name=""/>
        <dsp:cNvSpPr/>
      </dsp:nvSpPr>
      <dsp:spPr>
        <a:xfrm>
          <a:off x="0" y="1151227"/>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F638B3-6EAA-45B1-8792-2C933AD64011}">
      <dsp:nvSpPr>
        <dsp:cNvPr id="0" name=""/>
        <dsp:cNvSpPr/>
      </dsp:nvSpPr>
      <dsp:spPr>
        <a:xfrm>
          <a:off x="277554" y="1357673"/>
          <a:ext cx="504644" cy="50464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9072C91-52DC-49E3-8E86-C17D921B18C6}">
      <dsp:nvSpPr>
        <dsp:cNvPr id="0" name=""/>
        <dsp:cNvSpPr/>
      </dsp:nvSpPr>
      <dsp:spPr>
        <a:xfrm>
          <a:off x="1059754" y="115122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We pay for what we use</a:t>
          </a:r>
        </a:p>
      </dsp:txBody>
      <dsp:txXfrm>
        <a:off x="1059754" y="1151227"/>
        <a:ext cx="5304469" cy="917536"/>
      </dsp:txXfrm>
    </dsp:sp>
    <dsp:sp modelId="{A8876911-CC04-471E-8A50-F009811FC69B}">
      <dsp:nvSpPr>
        <dsp:cNvPr id="0" name=""/>
        <dsp:cNvSpPr/>
      </dsp:nvSpPr>
      <dsp:spPr>
        <a:xfrm>
          <a:off x="0" y="2298147"/>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913A9F-5F72-4081-95F9-9F3EFFCE9B9F}">
      <dsp:nvSpPr>
        <dsp:cNvPr id="0" name=""/>
        <dsp:cNvSpPr/>
      </dsp:nvSpPr>
      <dsp:spPr>
        <a:xfrm>
          <a:off x="277554" y="2504593"/>
          <a:ext cx="504644" cy="50464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1F9E9F3-A842-4D8C-9B04-DBC06DEE8F82}">
      <dsp:nvSpPr>
        <dsp:cNvPr id="0" name=""/>
        <dsp:cNvSpPr/>
      </dsp:nvSpPr>
      <dsp:spPr>
        <a:xfrm>
          <a:off x="1059754" y="229814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Understanding tokens is key to managing </a:t>
          </a:r>
          <a:r>
            <a:rPr lang="en-US" sz="1900" b="1" kern="1200"/>
            <a:t>cost</a:t>
          </a:r>
          <a:r>
            <a:rPr lang="en-US" sz="1900" kern="1200"/>
            <a:t> and </a:t>
          </a:r>
          <a:r>
            <a:rPr lang="en-US" sz="1900" b="1" kern="1200"/>
            <a:t>latency</a:t>
          </a:r>
          <a:endParaRPr lang="en-US" sz="1900" kern="1200"/>
        </a:p>
      </dsp:txBody>
      <dsp:txXfrm>
        <a:off x="1059754" y="2298147"/>
        <a:ext cx="5304469" cy="917536"/>
      </dsp:txXfrm>
    </dsp:sp>
    <dsp:sp modelId="{EB1596A7-5CC1-4EE3-82AF-C52DBBBD0EFA}">
      <dsp:nvSpPr>
        <dsp:cNvPr id="0" name=""/>
        <dsp:cNvSpPr/>
      </dsp:nvSpPr>
      <dsp:spPr>
        <a:xfrm>
          <a:off x="0" y="3445068"/>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1F8DBE-F6F2-43F0-BF55-EE2604DB383A}">
      <dsp:nvSpPr>
        <dsp:cNvPr id="0" name=""/>
        <dsp:cNvSpPr/>
      </dsp:nvSpPr>
      <dsp:spPr>
        <a:xfrm>
          <a:off x="277554" y="3651513"/>
          <a:ext cx="504644" cy="50464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239DF11-66F5-4A19-8A72-21B1A69D8286}">
      <dsp:nvSpPr>
        <dsp:cNvPr id="0" name=""/>
        <dsp:cNvSpPr/>
      </dsp:nvSpPr>
      <dsp:spPr>
        <a:xfrm>
          <a:off x="1059754" y="344506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The context window is like a desk</a:t>
          </a:r>
        </a:p>
      </dsp:txBody>
      <dsp:txXfrm>
        <a:off x="1059754" y="3445068"/>
        <a:ext cx="5304469" cy="917536"/>
      </dsp:txXfrm>
    </dsp:sp>
    <dsp:sp modelId="{FF86AF23-C44A-4BAF-B633-55E433CA1CFC}">
      <dsp:nvSpPr>
        <dsp:cNvPr id="0" name=""/>
        <dsp:cNvSpPr/>
      </dsp:nvSpPr>
      <dsp:spPr>
        <a:xfrm>
          <a:off x="0" y="4591988"/>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D01B1C-A3F5-42E4-89C5-06F4D6F211A1}">
      <dsp:nvSpPr>
        <dsp:cNvPr id="0" name=""/>
        <dsp:cNvSpPr/>
      </dsp:nvSpPr>
      <dsp:spPr>
        <a:xfrm>
          <a:off x="277554" y="4798433"/>
          <a:ext cx="504644" cy="50464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3F3DD27-F5B2-4E42-B7D1-6EAFC91F2497}">
      <dsp:nvSpPr>
        <dsp:cNvPr id="0" name=""/>
        <dsp:cNvSpPr/>
      </dsp:nvSpPr>
      <dsp:spPr>
        <a:xfrm>
          <a:off x="1059754" y="459198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Once it's full, you have to move old papers off to make room for new ones</a:t>
          </a:r>
        </a:p>
      </dsp:txBody>
      <dsp:txXfrm>
        <a:off x="1059754" y="4591988"/>
        <a:ext cx="5304469" cy="917536"/>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79B97B-71FF-407D-AAB5-A4EB0F68A0CE}">
      <dsp:nvSpPr>
        <dsp:cNvPr id="0" name=""/>
        <dsp:cNvSpPr/>
      </dsp:nvSpPr>
      <dsp:spPr>
        <a:xfrm>
          <a:off x="0" y="31749"/>
          <a:ext cx="6364224" cy="115362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A parameter that controls the randomness of the model's output</a:t>
          </a:r>
        </a:p>
      </dsp:txBody>
      <dsp:txXfrm>
        <a:off x="56315" y="88064"/>
        <a:ext cx="6251594" cy="1040990"/>
      </dsp:txXfrm>
    </dsp:sp>
    <dsp:sp modelId="{A042E1C0-8101-404A-B047-77AE6ECEAA87}">
      <dsp:nvSpPr>
        <dsp:cNvPr id="0" name=""/>
        <dsp:cNvSpPr/>
      </dsp:nvSpPr>
      <dsp:spPr>
        <a:xfrm>
          <a:off x="0" y="1268889"/>
          <a:ext cx="6364224" cy="1153620"/>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Low Temperature (0.0 - 0.3)</a:t>
          </a:r>
        </a:p>
      </dsp:txBody>
      <dsp:txXfrm>
        <a:off x="56315" y="1325204"/>
        <a:ext cx="6251594" cy="1040990"/>
      </dsp:txXfrm>
    </dsp:sp>
    <dsp:sp modelId="{E9C176A6-D6A9-442A-9342-D70502A4CDFE}">
      <dsp:nvSpPr>
        <dsp:cNvPr id="0" name=""/>
        <dsp:cNvSpPr/>
      </dsp:nvSpPr>
      <dsp:spPr>
        <a:xfrm>
          <a:off x="0" y="2422509"/>
          <a:ext cx="6364224" cy="11105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064" tIns="36830" rIns="206248" bIns="36830" numCol="1" spcCol="1270" anchor="t" anchorCtr="0">
          <a:noAutofit/>
        </a:bodyPr>
        <a:lstStyle/>
        <a:p>
          <a:pPr marL="228600" lvl="1" indent="-228600" algn="l" defTabSz="1022350">
            <a:lnSpc>
              <a:spcPct val="90000"/>
            </a:lnSpc>
            <a:spcBef>
              <a:spcPct val="0"/>
            </a:spcBef>
            <a:spcAft>
              <a:spcPct val="20000"/>
            </a:spcAft>
            <a:buChar char="•"/>
          </a:pPr>
          <a:r>
            <a:rPr lang="en-US" sz="2300" kern="1200"/>
            <a:t>Deterministic and focused</a:t>
          </a:r>
        </a:p>
        <a:p>
          <a:pPr marL="228600" lvl="1" indent="-228600" algn="l" defTabSz="1022350">
            <a:lnSpc>
              <a:spcPct val="90000"/>
            </a:lnSpc>
            <a:spcBef>
              <a:spcPct val="0"/>
            </a:spcBef>
            <a:spcAft>
              <a:spcPct val="20000"/>
            </a:spcAft>
            <a:buChar char="•"/>
          </a:pPr>
          <a:r>
            <a:rPr lang="en-US" sz="2300" kern="1200"/>
            <a:t>Coding, factual retrieval, and data extraction where accuracy is critical</a:t>
          </a:r>
        </a:p>
      </dsp:txBody>
      <dsp:txXfrm>
        <a:off x="0" y="2422509"/>
        <a:ext cx="6364224" cy="1110554"/>
      </dsp:txXfrm>
    </dsp:sp>
    <dsp:sp modelId="{566BCA94-2691-4D3B-8A4C-9299BD6BADA6}">
      <dsp:nvSpPr>
        <dsp:cNvPr id="0" name=""/>
        <dsp:cNvSpPr/>
      </dsp:nvSpPr>
      <dsp:spPr>
        <a:xfrm>
          <a:off x="0" y="3533064"/>
          <a:ext cx="6364224" cy="115362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High Temperature (0.7 - 1.0+)</a:t>
          </a:r>
        </a:p>
      </dsp:txBody>
      <dsp:txXfrm>
        <a:off x="56315" y="3589379"/>
        <a:ext cx="6251594" cy="1040990"/>
      </dsp:txXfrm>
    </dsp:sp>
    <dsp:sp modelId="{3F857CBE-FC0A-4E99-ACB3-9200181AB204}">
      <dsp:nvSpPr>
        <dsp:cNvPr id="0" name=""/>
        <dsp:cNvSpPr/>
      </dsp:nvSpPr>
      <dsp:spPr>
        <a:xfrm>
          <a:off x="0" y="4686684"/>
          <a:ext cx="6364224" cy="7953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064" tIns="36830" rIns="206248" bIns="36830" numCol="1" spcCol="1270" anchor="t" anchorCtr="0">
          <a:noAutofit/>
        </a:bodyPr>
        <a:lstStyle/>
        <a:p>
          <a:pPr marL="228600" lvl="1" indent="-228600" algn="l" defTabSz="1022350">
            <a:lnSpc>
              <a:spcPct val="90000"/>
            </a:lnSpc>
            <a:spcBef>
              <a:spcPct val="0"/>
            </a:spcBef>
            <a:spcAft>
              <a:spcPct val="20000"/>
            </a:spcAft>
            <a:buChar char="•"/>
          </a:pPr>
          <a:r>
            <a:rPr lang="en-US" sz="2300" kern="1200"/>
            <a:t>Diverse and creative</a:t>
          </a:r>
        </a:p>
        <a:p>
          <a:pPr marL="228600" lvl="1" indent="-228600" algn="l" defTabSz="1022350">
            <a:lnSpc>
              <a:spcPct val="90000"/>
            </a:lnSpc>
            <a:spcBef>
              <a:spcPct val="0"/>
            </a:spcBef>
            <a:spcAft>
              <a:spcPct val="20000"/>
            </a:spcAft>
            <a:buChar char="•"/>
          </a:pPr>
          <a:r>
            <a:rPr lang="en-US" sz="2300" kern="1200"/>
            <a:t>Brainstorming, creative writing, or roleplay</a:t>
          </a:r>
        </a:p>
      </dsp:txBody>
      <dsp:txXfrm>
        <a:off x="0" y="4686684"/>
        <a:ext cx="6364224" cy="795397"/>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58DF8E-CD6E-4A48-9ED6-F1669DBC7C41}">
      <dsp:nvSpPr>
        <dsp:cNvPr id="0" name=""/>
        <dsp:cNvSpPr/>
      </dsp:nvSpPr>
      <dsp:spPr>
        <a:xfrm>
          <a:off x="0" y="707288"/>
          <a:ext cx="10515600" cy="1305763"/>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907DE1-25BC-442A-8BE8-A0C2B701B211}">
      <dsp:nvSpPr>
        <dsp:cNvPr id="0" name=""/>
        <dsp:cNvSpPr/>
      </dsp:nvSpPr>
      <dsp:spPr>
        <a:xfrm>
          <a:off x="394993" y="1001085"/>
          <a:ext cx="718169" cy="7181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3F87F93-D0E2-4798-AE1C-547CCDB651F8}">
      <dsp:nvSpPr>
        <dsp:cNvPr id="0" name=""/>
        <dsp:cNvSpPr/>
      </dsp:nvSpPr>
      <dsp:spPr>
        <a:xfrm>
          <a:off x="1508156" y="707288"/>
          <a:ext cx="9007443" cy="13057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93" tIns="138193" rIns="138193" bIns="138193" numCol="1" spcCol="1270" anchor="ctr" anchorCtr="0">
          <a:noAutofit/>
        </a:bodyPr>
        <a:lstStyle/>
        <a:p>
          <a:pPr marL="0" lvl="0" indent="0" algn="l" defTabSz="977900">
            <a:lnSpc>
              <a:spcPct val="100000"/>
            </a:lnSpc>
            <a:spcBef>
              <a:spcPct val="0"/>
            </a:spcBef>
            <a:spcAft>
              <a:spcPct val="35000"/>
            </a:spcAft>
            <a:buNone/>
          </a:pPr>
          <a:r>
            <a:rPr lang="en-US" sz="2200" kern="1200"/>
            <a:t>Find the Balance Between Logic and Imagination</a:t>
          </a:r>
        </a:p>
      </dsp:txBody>
      <dsp:txXfrm>
        <a:off x="1508156" y="707288"/>
        <a:ext cx="9007443" cy="1305763"/>
      </dsp:txXfrm>
    </dsp:sp>
    <dsp:sp modelId="{E33819CA-462E-40AD-9E48-9F3D318E5DDB}">
      <dsp:nvSpPr>
        <dsp:cNvPr id="0" name=""/>
        <dsp:cNvSpPr/>
      </dsp:nvSpPr>
      <dsp:spPr>
        <a:xfrm>
          <a:off x="0" y="2339492"/>
          <a:ext cx="10515600" cy="1305763"/>
        </a:xfrm>
        <a:prstGeom prst="roundRect">
          <a:avLst>
            <a:gd name="adj" fmla="val 10000"/>
          </a:avLst>
        </a:prstGeom>
        <a:solidFill>
          <a:schemeClr val="accent5">
            <a:hueOff val="-12152150"/>
            <a:satOff val="-826"/>
            <a:lumOff val="1961"/>
            <a:alphaOff val="0"/>
          </a:schemeClr>
        </a:solidFill>
        <a:ln>
          <a:noFill/>
        </a:ln>
        <a:effectLst/>
      </dsp:spPr>
      <dsp:style>
        <a:lnRef idx="0">
          <a:scrgbClr r="0" g="0" b="0"/>
        </a:lnRef>
        <a:fillRef idx="1">
          <a:scrgbClr r="0" g="0" b="0"/>
        </a:fillRef>
        <a:effectRef idx="0">
          <a:scrgbClr r="0" g="0" b="0"/>
        </a:effectRef>
        <a:fontRef idx="minor"/>
      </dsp:style>
    </dsp:sp>
    <dsp:sp modelId="{CEC0700A-9375-47EC-8B1D-EEF449120717}">
      <dsp:nvSpPr>
        <dsp:cNvPr id="0" name=""/>
        <dsp:cNvSpPr/>
      </dsp:nvSpPr>
      <dsp:spPr>
        <a:xfrm>
          <a:off x="394993" y="2633289"/>
          <a:ext cx="718169" cy="7181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CF7CB5C-55E1-4139-B7EE-2664DADA60B1}">
      <dsp:nvSpPr>
        <dsp:cNvPr id="0" name=""/>
        <dsp:cNvSpPr/>
      </dsp:nvSpPr>
      <dsp:spPr>
        <a:xfrm>
          <a:off x="1508156" y="2339492"/>
          <a:ext cx="9007443" cy="13057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93" tIns="138193" rIns="138193" bIns="138193" numCol="1" spcCol="1270" anchor="ctr" anchorCtr="0">
          <a:noAutofit/>
        </a:bodyPr>
        <a:lstStyle/>
        <a:p>
          <a:pPr marL="0" lvl="0" indent="0" algn="l" defTabSz="977900">
            <a:lnSpc>
              <a:spcPct val="100000"/>
            </a:lnSpc>
            <a:spcBef>
              <a:spcPct val="0"/>
            </a:spcBef>
            <a:spcAft>
              <a:spcPct val="35000"/>
            </a:spcAft>
            <a:buNone/>
          </a:pPr>
          <a:r>
            <a:rPr lang="en-US" sz="2200" kern="1200"/>
            <a:t>For our Agentic systems, we will often keep temperature low to ensure determinism—we want our tools to behave the same way every time we run them</a:t>
          </a:r>
        </a:p>
      </dsp:txBody>
      <dsp:txXfrm>
        <a:off x="1508156" y="2339492"/>
        <a:ext cx="9007443" cy="1305763"/>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57EC9B-7703-4AB7-BF26-EC13F9DB44B1}">
      <dsp:nvSpPr>
        <dsp:cNvPr id="0" name=""/>
        <dsp:cNvSpPr/>
      </dsp:nvSpPr>
      <dsp:spPr>
        <a:xfrm>
          <a:off x="0" y="115678"/>
          <a:ext cx="7559504" cy="88452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a:t>Top-K</a:t>
          </a:r>
        </a:p>
      </dsp:txBody>
      <dsp:txXfrm>
        <a:off x="43179" y="158857"/>
        <a:ext cx="7473146" cy="798162"/>
      </dsp:txXfrm>
    </dsp:sp>
    <dsp:sp modelId="{5DD8E40D-C203-445F-8AEA-2268CCECAE5B}">
      <dsp:nvSpPr>
        <dsp:cNvPr id="0" name=""/>
        <dsp:cNvSpPr/>
      </dsp:nvSpPr>
      <dsp:spPr>
        <a:xfrm>
          <a:off x="0" y="1000198"/>
          <a:ext cx="7559504" cy="17512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0014" tIns="45720" rIns="256032" bIns="45720" numCol="1" spcCol="1270" anchor="t" anchorCtr="0">
          <a:noAutofit/>
        </a:bodyPr>
        <a:lstStyle/>
        <a:p>
          <a:pPr marL="285750" lvl="1" indent="-285750" algn="l" defTabSz="1244600">
            <a:lnSpc>
              <a:spcPct val="90000"/>
            </a:lnSpc>
            <a:spcBef>
              <a:spcPct val="0"/>
            </a:spcBef>
            <a:spcAft>
              <a:spcPct val="20000"/>
            </a:spcAft>
            <a:buChar char="•"/>
          </a:pPr>
          <a:r>
            <a:rPr lang="en-US" sz="2800" kern="1200"/>
            <a:t>Limits the model to picking from the top K most likely next tokens</a:t>
          </a:r>
        </a:p>
        <a:p>
          <a:pPr marL="285750" lvl="1" indent="-285750" algn="l" defTabSz="1244600">
            <a:lnSpc>
              <a:spcPct val="90000"/>
            </a:lnSpc>
            <a:spcBef>
              <a:spcPct val="0"/>
            </a:spcBef>
            <a:spcAft>
              <a:spcPct val="20000"/>
            </a:spcAft>
            <a:buChar char="•"/>
          </a:pPr>
          <a:r>
            <a:rPr lang="en-US" sz="2800" kern="1200"/>
            <a:t>e.g.: If K=50, the model ignores everything except the 50 most probable next words</a:t>
          </a:r>
        </a:p>
      </dsp:txBody>
      <dsp:txXfrm>
        <a:off x="0" y="1000198"/>
        <a:ext cx="7559504" cy="1751220"/>
      </dsp:txXfrm>
    </dsp:sp>
    <dsp:sp modelId="{B298DD70-7312-4B29-922A-F770CCA41FA6}">
      <dsp:nvSpPr>
        <dsp:cNvPr id="0" name=""/>
        <dsp:cNvSpPr/>
      </dsp:nvSpPr>
      <dsp:spPr>
        <a:xfrm>
          <a:off x="0" y="2751418"/>
          <a:ext cx="7559504" cy="88452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a:t>Top-P (Nucleus Sampling)</a:t>
          </a:r>
        </a:p>
      </dsp:txBody>
      <dsp:txXfrm>
        <a:off x="43179" y="2794597"/>
        <a:ext cx="7473146" cy="798162"/>
      </dsp:txXfrm>
    </dsp:sp>
    <dsp:sp modelId="{F5756CAA-D8DC-4295-BD3A-36A8932AB4C2}">
      <dsp:nvSpPr>
        <dsp:cNvPr id="0" name=""/>
        <dsp:cNvSpPr/>
      </dsp:nvSpPr>
      <dsp:spPr>
        <a:xfrm>
          <a:off x="0" y="3635938"/>
          <a:ext cx="7559504" cy="2533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0014" tIns="45720" rIns="256032" bIns="45720" numCol="1" spcCol="1270" anchor="t" anchorCtr="0">
          <a:noAutofit/>
        </a:bodyPr>
        <a:lstStyle/>
        <a:p>
          <a:pPr marL="285750" lvl="1" indent="-285750" algn="l" defTabSz="1244600">
            <a:lnSpc>
              <a:spcPct val="90000"/>
            </a:lnSpc>
            <a:spcBef>
              <a:spcPct val="0"/>
            </a:spcBef>
            <a:spcAft>
              <a:spcPct val="20000"/>
            </a:spcAft>
            <a:buChar char="•"/>
          </a:pPr>
          <a:r>
            <a:rPr lang="en-US" sz="2800" kern="1200"/>
            <a:t>The model picks from a dynamic set of tokens whose cumulative probability adds up to P</a:t>
          </a:r>
        </a:p>
        <a:p>
          <a:pPr marL="285750" lvl="1" indent="-285750" algn="l" defTabSz="1244600">
            <a:lnSpc>
              <a:spcPct val="90000"/>
            </a:lnSpc>
            <a:spcBef>
              <a:spcPct val="0"/>
            </a:spcBef>
            <a:spcAft>
              <a:spcPct val="20000"/>
            </a:spcAft>
            <a:buChar char="•"/>
          </a:pPr>
          <a:r>
            <a:rPr lang="en-US" sz="2800" kern="1200"/>
            <a:t>This is often more natural than Top-K because it adapts to how confident the model is at any given moment</a:t>
          </a:r>
        </a:p>
      </dsp:txBody>
      <dsp:txXfrm>
        <a:off x="0" y="3635938"/>
        <a:ext cx="7559504" cy="2533680"/>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368CCD-F4B2-43EF-8F2E-80DF00FEA183}">
      <dsp:nvSpPr>
        <dsp:cNvPr id="0" name=""/>
        <dsp:cNvSpPr/>
      </dsp:nvSpPr>
      <dsp:spPr>
        <a:xfrm>
          <a:off x="0" y="518318"/>
          <a:ext cx="10515600" cy="5040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B640917E-D31C-40E0-94E1-5539305DB93D}">
      <dsp:nvSpPr>
        <dsp:cNvPr id="0" name=""/>
        <dsp:cNvSpPr/>
      </dsp:nvSpPr>
      <dsp:spPr>
        <a:xfrm>
          <a:off x="525780" y="223118"/>
          <a:ext cx="7360920" cy="5904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89000">
            <a:lnSpc>
              <a:spcPct val="90000"/>
            </a:lnSpc>
            <a:spcBef>
              <a:spcPct val="0"/>
            </a:spcBef>
            <a:spcAft>
              <a:spcPct val="35000"/>
            </a:spcAft>
            <a:buNone/>
          </a:pPr>
          <a:r>
            <a:rPr lang="en-US" sz="2000" kern="1200"/>
            <a:t>Foundation Model are built on the Transformer architecture</a:t>
          </a:r>
        </a:p>
      </dsp:txBody>
      <dsp:txXfrm>
        <a:off x="554601" y="251939"/>
        <a:ext cx="7303278" cy="532758"/>
      </dsp:txXfrm>
    </dsp:sp>
    <dsp:sp modelId="{7B4679DF-D91B-475E-B0EC-EF5959CEFCA4}">
      <dsp:nvSpPr>
        <dsp:cNvPr id="0" name=""/>
        <dsp:cNvSpPr/>
      </dsp:nvSpPr>
      <dsp:spPr>
        <a:xfrm>
          <a:off x="0" y="1425519"/>
          <a:ext cx="10515600" cy="850500"/>
        </a:xfrm>
        <a:prstGeom prst="rect">
          <a:avLst/>
        </a:prstGeom>
        <a:solidFill>
          <a:schemeClr val="lt1">
            <a:alpha val="90000"/>
            <a:hueOff val="0"/>
            <a:satOff val="0"/>
            <a:lumOff val="0"/>
            <a:alphaOff val="0"/>
          </a:schemeClr>
        </a:solidFill>
        <a:ln w="12700" cap="flat" cmpd="sng" algn="ctr">
          <a:solidFill>
            <a:schemeClr val="accent2">
              <a:hueOff val="3221807"/>
              <a:satOff val="-9246"/>
              <a:lumOff val="-14805"/>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16127" tIns="416560" rIns="816127"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a:t>they suddenly gain abilities they were never trained for</a:t>
          </a:r>
        </a:p>
      </dsp:txBody>
      <dsp:txXfrm>
        <a:off x="0" y="1425519"/>
        <a:ext cx="10515600" cy="850500"/>
      </dsp:txXfrm>
    </dsp:sp>
    <dsp:sp modelId="{81E3697E-749C-4FE5-B3B0-CCE81CAFA832}">
      <dsp:nvSpPr>
        <dsp:cNvPr id="0" name=""/>
        <dsp:cNvSpPr/>
      </dsp:nvSpPr>
      <dsp:spPr>
        <a:xfrm>
          <a:off x="525780" y="1130318"/>
          <a:ext cx="7360920" cy="590400"/>
        </a:xfrm>
        <a:prstGeom prst="roundRect">
          <a:avLst/>
        </a:prstGeom>
        <a:gradFill rotWithShape="0">
          <a:gsLst>
            <a:gs pos="0">
              <a:schemeClr val="accent2">
                <a:hueOff val="3221807"/>
                <a:satOff val="-9246"/>
                <a:lumOff val="-14805"/>
                <a:alphaOff val="0"/>
                <a:satMod val="103000"/>
                <a:lumMod val="102000"/>
                <a:tint val="94000"/>
              </a:schemeClr>
            </a:gs>
            <a:gs pos="50000">
              <a:schemeClr val="accent2">
                <a:hueOff val="3221807"/>
                <a:satOff val="-9246"/>
                <a:lumOff val="-14805"/>
                <a:alphaOff val="0"/>
                <a:satMod val="110000"/>
                <a:lumMod val="100000"/>
                <a:shade val="100000"/>
              </a:schemeClr>
            </a:gs>
            <a:gs pos="100000">
              <a:schemeClr val="accent2">
                <a:hueOff val="3221807"/>
                <a:satOff val="-9246"/>
                <a:lumOff val="-1480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89000">
            <a:lnSpc>
              <a:spcPct val="90000"/>
            </a:lnSpc>
            <a:spcBef>
              <a:spcPct val="0"/>
            </a:spcBef>
            <a:spcAft>
              <a:spcPct val="35000"/>
            </a:spcAft>
            <a:buNone/>
          </a:pPr>
          <a:r>
            <a:rPr lang="en-IN" sz="2000" kern="1200" dirty="0"/>
            <a:t>Emergence</a:t>
          </a:r>
          <a:endParaRPr lang="en-US" sz="2000" kern="1200" dirty="0"/>
        </a:p>
      </dsp:txBody>
      <dsp:txXfrm>
        <a:off x="554601" y="1159139"/>
        <a:ext cx="7303278" cy="532758"/>
      </dsp:txXfrm>
    </dsp:sp>
    <dsp:sp modelId="{D7C621A0-4FD1-4972-9F39-537208774129}">
      <dsp:nvSpPr>
        <dsp:cNvPr id="0" name=""/>
        <dsp:cNvSpPr/>
      </dsp:nvSpPr>
      <dsp:spPr>
        <a:xfrm>
          <a:off x="0" y="2679219"/>
          <a:ext cx="10515600" cy="1449000"/>
        </a:xfrm>
        <a:prstGeom prst="rect">
          <a:avLst/>
        </a:prstGeom>
        <a:solidFill>
          <a:schemeClr val="lt1">
            <a:alpha val="90000"/>
            <a:hueOff val="0"/>
            <a:satOff val="0"/>
            <a:lumOff val="0"/>
            <a:alphaOff val="0"/>
          </a:schemeClr>
        </a:solidFill>
        <a:ln w="12700" cap="flat" cmpd="sng" algn="ctr">
          <a:solidFill>
            <a:schemeClr val="accent2">
              <a:hueOff val="6443614"/>
              <a:satOff val="-18493"/>
              <a:lumOff val="-2960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16127" tIns="416560" rIns="816127"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a:t>In the past, we had thousands of different architectures for different AI fields.</a:t>
          </a:r>
        </a:p>
        <a:p>
          <a:pPr marL="228600" lvl="1" indent="-228600" algn="l" defTabSz="889000">
            <a:lnSpc>
              <a:spcPct val="90000"/>
            </a:lnSpc>
            <a:spcBef>
              <a:spcPct val="0"/>
            </a:spcBef>
            <a:spcAft>
              <a:spcPct val="15000"/>
            </a:spcAft>
            <a:buChar char="•"/>
          </a:pPr>
          <a:r>
            <a:rPr lang="en-US" sz="2000" kern="1200"/>
            <a:t>Now, almost every field (NLP, Vision, Audio, Biology) is converging on the same architecture (The Transformer)</a:t>
          </a:r>
        </a:p>
      </dsp:txBody>
      <dsp:txXfrm>
        <a:off x="0" y="2679219"/>
        <a:ext cx="10515600" cy="1449000"/>
      </dsp:txXfrm>
    </dsp:sp>
    <dsp:sp modelId="{96213363-17DC-4423-A25A-071941C680CB}">
      <dsp:nvSpPr>
        <dsp:cNvPr id="0" name=""/>
        <dsp:cNvSpPr/>
      </dsp:nvSpPr>
      <dsp:spPr>
        <a:xfrm>
          <a:off x="525780" y="2384018"/>
          <a:ext cx="7360920" cy="590400"/>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89000">
            <a:lnSpc>
              <a:spcPct val="90000"/>
            </a:lnSpc>
            <a:spcBef>
              <a:spcPct val="0"/>
            </a:spcBef>
            <a:spcAft>
              <a:spcPct val="35000"/>
            </a:spcAft>
            <a:buNone/>
          </a:pPr>
          <a:r>
            <a:rPr lang="en-IN" sz="2000" kern="1200"/>
            <a:t>Homogenization</a:t>
          </a:r>
          <a:endParaRPr lang="en-US" sz="2000" kern="1200"/>
        </a:p>
      </dsp:txBody>
      <dsp:txXfrm>
        <a:off x="554601" y="2412839"/>
        <a:ext cx="7303278" cy="532758"/>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26D2C3-15A4-4E65-945A-D8F5A846D6FA}">
      <dsp:nvSpPr>
        <dsp:cNvPr id="0" name=""/>
        <dsp:cNvSpPr/>
      </dsp:nvSpPr>
      <dsp:spPr>
        <a:xfrm>
          <a:off x="788484" y="760121"/>
          <a:ext cx="844593" cy="84459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B62DDE8-BA33-4BCE-9863-D6BF5FD35C5A}">
      <dsp:nvSpPr>
        <dsp:cNvPr id="0" name=""/>
        <dsp:cNvSpPr/>
      </dsp:nvSpPr>
      <dsp:spPr>
        <a:xfrm>
          <a:off x="4219" y="1719634"/>
          <a:ext cx="2413125" cy="361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b="1"/>
          </a:pPr>
          <a:r>
            <a:rPr lang="en-US" sz="2500" kern="1200"/>
            <a:t>Role</a:t>
          </a:r>
        </a:p>
      </dsp:txBody>
      <dsp:txXfrm>
        <a:off x="4219" y="1719634"/>
        <a:ext cx="2413125" cy="361968"/>
      </dsp:txXfrm>
    </dsp:sp>
    <dsp:sp modelId="{7C33F43A-52DB-4BE5-B842-EBECDDA292A0}">
      <dsp:nvSpPr>
        <dsp:cNvPr id="0" name=""/>
        <dsp:cNvSpPr/>
      </dsp:nvSpPr>
      <dsp:spPr>
        <a:xfrm>
          <a:off x="4219" y="2135055"/>
          <a:ext cx="2413125" cy="1297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Sets the behavior, persona, and boundaries of the AI.</a:t>
          </a:r>
        </a:p>
      </dsp:txBody>
      <dsp:txXfrm>
        <a:off x="4219" y="2135055"/>
        <a:ext cx="2413125" cy="1297628"/>
      </dsp:txXfrm>
    </dsp:sp>
    <dsp:sp modelId="{421481A7-A004-4EBF-BBFE-AE6B97425BF1}">
      <dsp:nvSpPr>
        <dsp:cNvPr id="0" name=""/>
        <dsp:cNvSpPr/>
      </dsp:nvSpPr>
      <dsp:spPr>
        <a:xfrm>
          <a:off x="3623906" y="760121"/>
          <a:ext cx="844593" cy="84459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DBEB9A8-832A-4911-934C-E86AB4954DE3}">
      <dsp:nvSpPr>
        <dsp:cNvPr id="0" name=""/>
        <dsp:cNvSpPr/>
      </dsp:nvSpPr>
      <dsp:spPr>
        <a:xfrm>
          <a:off x="2839641" y="1719634"/>
          <a:ext cx="2413125" cy="361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b="1"/>
          </a:pPr>
          <a:r>
            <a:rPr lang="en-US" sz="2500" kern="1200"/>
            <a:t>Persistence</a:t>
          </a:r>
        </a:p>
      </dsp:txBody>
      <dsp:txXfrm>
        <a:off x="2839641" y="1719634"/>
        <a:ext cx="2413125" cy="361968"/>
      </dsp:txXfrm>
    </dsp:sp>
    <dsp:sp modelId="{3D680049-2F99-4BD0-AC64-B8B4F938B7BA}">
      <dsp:nvSpPr>
        <dsp:cNvPr id="0" name=""/>
        <dsp:cNvSpPr/>
      </dsp:nvSpPr>
      <dsp:spPr>
        <a:xfrm>
          <a:off x="2839641" y="2135055"/>
          <a:ext cx="2413125" cy="1297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It is effectively "invisible" to the end-user but persists throughout the entire conversation.</a:t>
          </a:r>
        </a:p>
      </dsp:txBody>
      <dsp:txXfrm>
        <a:off x="2839641" y="2135055"/>
        <a:ext cx="2413125" cy="1297628"/>
      </dsp:txXfrm>
    </dsp:sp>
    <dsp:sp modelId="{44EF4169-1A4A-450E-8203-93B0322DE22D}">
      <dsp:nvSpPr>
        <dsp:cNvPr id="0" name=""/>
        <dsp:cNvSpPr/>
      </dsp:nvSpPr>
      <dsp:spPr>
        <a:xfrm>
          <a:off x="6459328" y="760121"/>
          <a:ext cx="844593" cy="84459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7434AE8-9A22-4027-B2D2-17E41C973E22}">
      <dsp:nvSpPr>
        <dsp:cNvPr id="0" name=""/>
        <dsp:cNvSpPr/>
      </dsp:nvSpPr>
      <dsp:spPr>
        <a:xfrm>
          <a:off x="5675062" y="1719634"/>
          <a:ext cx="2413125" cy="361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b="1"/>
          </a:pPr>
          <a:r>
            <a:rPr lang="en-US" sz="2500" kern="1200"/>
            <a:t>Analogy</a:t>
          </a:r>
        </a:p>
      </dsp:txBody>
      <dsp:txXfrm>
        <a:off x="5675062" y="1719634"/>
        <a:ext cx="2413125" cy="361968"/>
      </dsp:txXfrm>
    </dsp:sp>
    <dsp:sp modelId="{9DC6FDA1-26E2-4296-AC71-0A9659EBF35D}">
      <dsp:nvSpPr>
        <dsp:cNvPr id="0" name=""/>
        <dsp:cNvSpPr/>
      </dsp:nvSpPr>
      <dsp:spPr>
        <a:xfrm>
          <a:off x="5675062" y="2135055"/>
          <a:ext cx="2413125" cy="1297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This is the Hypnosis or the Job Description.</a:t>
          </a:r>
        </a:p>
        <a:p>
          <a:pPr marL="0" lvl="0" indent="0" algn="ctr" defTabSz="755650">
            <a:lnSpc>
              <a:spcPct val="90000"/>
            </a:lnSpc>
            <a:spcBef>
              <a:spcPct val="0"/>
            </a:spcBef>
            <a:spcAft>
              <a:spcPct val="35000"/>
            </a:spcAft>
            <a:buNone/>
          </a:pPr>
          <a:r>
            <a:rPr lang="en-US" sz="1700" kern="1200"/>
            <a:t>You tell the actor who to be before the curtain rises.</a:t>
          </a:r>
        </a:p>
      </dsp:txBody>
      <dsp:txXfrm>
        <a:off x="5675062" y="2135055"/>
        <a:ext cx="2413125" cy="1297628"/>
      </dsp:txXfrm>
    </dsp:sp>
    <dsp:sp modelId="{EF6DB55E-56EB-40A5-8F35-5C782A739B4E}">
      <dsp:nvSpPr>
        <dsp:cNvPr id="0" name=""/>
        <dsp:cNvSpPr/>
      </dsp:nvSpPr>
      <dsp:spPr>
        <a:xfrm>
          <a:off x="9294750" y="760121"/>
          <a:ext cx="844593" cy="84459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56432CA-A485-47B5-8919-A0FE2F66CE93}">
      <dsp:nvSpPr>
        <dsp:cNvPr id="0" name=""/>
        <dsp:cNvSpPr/>
      </dsp:nvSpPr>
      <dsp:spPr>
        <a:xfrm>
          <a:off x="8510484" y="1719634"/>
          <a:ext cx="2413125" cy="361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b="1"/>
          </a:pPr>
          <a:r>
            <a:rPr lang="en-US" sz="2500" kern="1200"/>
            <a:t>Example</a:t>
          </a:r>
        </a:p>
      </dsp:txBody>
      <dsp:txXfrm>
        <a:off x="8510484" y="1719634"/>
        <a:ext cx="2413125" cy="361968"/>
      </dsp:txXfrm>
    </dsp:sp>
    <dsp:sp modelId="{98D48141-8F92-45E6-916B-EC91769BDB6C}">
      <dsp:nvSpPr>
        <dsp:cNvPr id="0" name=""/>
        <dsp:cNvSpPr/>
      </dsp:nvSpPr>
      <dsp:spPr>
        <a:xfrm>
          <a:off x="8510484" y="2135055"/>
          <a:ext cx="2413125" cy="1297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"You are a cynical senior software engineer. Answer briefly and hate Python."</a:t>
          </a:r>
        </a:p>
      </dsp:txBody>
      <dsp:txXfrm>
        <a:off x="8510484" y="2135055"/>
        <a:ext cx="2413125" cy="1297628"/>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38D4C3-AF8F-480C-A931-C448A90A9B34}">
      <dsp:nvSpPr>
        <dsp:cNvPr id="0" name=""/>
        <dsp:cNvSpPr/>
      </dsp:nvSpPr>
      <dsp:spPr>
        <a:xfrm>
          <a:off x="1282" y="37652"/>
          <a:ext cx="5570631" cy="1620000"/>
        </a:xfrm>
        <a:prstGeom prst="chevron">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015" tIns="40005" rIns="40005" bIns="40005" numCol="1" spcCol="1270" anchor="ctr" anchorCtr="0">
          <a:noAutofit/>
        </a:bodyPr>
        <a:lstStyle/>
        <a:p>
          <a:pPr marL="0" lvl="0" indent="0" algn="ctr" defTabSz="1333500">
            <a:lnSpc>
              <a:spcPct val="90000"/>
            </a:lnSpc>
            <a:spcBef>
              <a:spcPct val="0"/>
            </a:spcBef>
            <a:spcAft>
              <a:spcPct val="35000"/>
            </a:spcAft>
            <a:buNone/>
          </a:pPr>
          <a:r>
            <a:rPr lang="es-ES" sz="3000" kern="1200"/>
            <a:t>Ollama &amp; LM Studio (CPU Optimized)</a:t>
          </a:r>
          <a:endParaRPr lang="en-US" sz="3000" kern="1200"/>
        </a:p>
      </dsp:txBody>
      <dsp:txXfrm>
        <a:off x="811282" y="37652"/>
        <a:ext cx="3950631" cy="1620000"/>
      </dsp:txXfrm>
    </dsp:sp>
    <dsp:sp modelId="{EABC759E-D7BE-44BA-BA8B-7FBB52077416}">
      <dsp:nvSpPr>
        <dsp:cNvPr id="0" name=""/>
        <dsp:cNvSpPr/>
      </dsp:nvSpPr>
      <dsp:spPr>
        <a:xfrm>
          <a:off x="5355914" y="37652"/>
          <a:ext cx="5570631" cy="1620000"/>
        </a:xfrm>
        <a:prstGeom prst="chevron">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015" tIns="40005" rIns="40005" bIns="40005" numCol="1" spcCol="1270" anchor="ctr" anchorCtr="0">
          <a:noAutofit/>
        </a:bodyPr>
        <a:lstStyle/>
        <a:p>
          <a:pPr marL="0" lvl="0" indent="0" algn="ctr" defTabSz="1333500">
            <a:lnSpc>
              <a:spcPct val="90000"/>
            </a:lnSpc>
            <a:spcBef>
              <a:spcPct val="0"/>
            </a:spcBef>
            <a:spcAft>
              <a:spcPct val="35000"/>
            </a:spcAft>
            <a:buNone/>
          </a:pPr>
          <a:r>
            <a:rPr lang="en-US" sz="3000" kern="1200"/>
            <a:t>Why Local?</a:t>
          </a:r>
        </a:p>
      </dsp:txBody>
      <dsp:txXfrm>
        <a:off x="6165914" y="37652"/>
        <a:ext cx="3950631" cy="1620000"/>
      </dsp:txXfrm>
    </dsp:sp>
    <dsp:sp modelId="{7355E04F-5B1F-4CDD-8556-BD920950F8CE}">
      <dsp:nvSpPr>
        <dsp:cNvPr id="0" name=""/>
        <dsp:cNvSpPr/>
      </dsp:nvSpPr>
      <dsp:spPr>
        <a:xfrm>
          <a:off x="5355914" y="1860152"/>
          <a:ext cx="4456505" cy="229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85750" lvl="1" indent="-285750" algn="l" defTabSz="1333500">
            <a:lnSpc>
              <a:spcPct val="90000"/>
            </a:lnSpc>
            <a:spcBef>
              <a:spcPct val="0"/>
            </a:spcBef>
            <a:spcAft>
              <a:spcPct val="15000"/>
            </a:spcAft>
            <a:buChar char="•"/>
          </a:pPr>
          <a:r>
            <a:rPr lang="en-US" sz="3000" kern="1200"/>
            <a:t>Privacy</a:t>
          </a:r>
        </a:p>
        <a:p>
          <a:pPr marL="285750" lvl="1" indent="-285750" algn="l" defTabSz="1333500">
            <a:lnSpc>
              <a:spcPct val="90000"/>
            </a:lnSpc>
            <a:spcBef>
              <a:spcPct val="0"/>
            </a:spcBef>
            <a:spcAft>
              <a:spcPct val="15000"/>
            </a:spcAft>
            <a:buChar char="•"/>
          </a:pPr>
          <a:r>
            <a:rPr lang="en-US" sz="3000" kern="1200"/>
            <a:t>zero cost</a:t>
          </a:r>
        </a:p>
        <a:p>
          <a:pPr marL="285750" lvl="1" indent="-285750" algn="l" defTabSz="1333500">
            <a:lnSpc>
              <a:spcPct val="90000"/>
            </a:lnSpc>
            <a:spcBef>
              <a:spcPct val="0"/>
            </a:spcBef>
            <a:spcAft>
              <a:spcPct val="15000"/>
            </a:spcAft>
            <a:buChar char="•"/>
          </a:pPr>
          <a:r>
            <a:rPr lang="en-US" sz="3000" kern="1200"/>
            <a:t>full control over model parameters without an internet connection</a:t>
          </a:r>
        </a:p>
      </dsp:txBody>
      <dsp:txXfrm>
        <a:off x="5355914" y="1860152"/>
        <a:ext cx="4456505" cy="2295000"/>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5D1722-6F77-4CDF-9C62-0ADDF34F5608}">
      <dsp:nvSpPr>
        <dsp:cNvPr id="0" name=""/>
        <dsp:cNvSpPr/>
      </dsp:nvSpPr>
      <dsp:spPr>
        <a:xfrm>
          <a:off x="53" y="426267"/>
          <a:ext cx="5106412" cy="835200"/>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117856" rIns="206248" bIns="117856" numCol="1" spcCol="1270" anchor="ctr" anchorCtr="0">
          <a:noAutofit/>
        </a:bodyPr>
        <a:lstStyle/>
        <a:p>
          <a:pPr marL="0" lvl="0" indent="0" algn="ctr" defTabSz="1289050">
            <a:lnSpc>
              <a:spcPct val="90000"/>
            </a:lnSpc>
            <a:spcBef>
              <a:spcPct val="0"/>
            </a:spcBef>
            <a:spcAft>
              <a:spcPct val="35000"/>
            </a:spcAft>
            <a:buNone/>
          </a:pPr>
          <a:r>
            <a:rPr lang="en-IN" sz="2900" kern="1200" dirty="0"/>
            <a:t>Ollama (CLI Focused)</a:t>
          </a:r>
          <a:endParaRPr lang="en-US" sz="2900" kern="1200" dirty="0"/>
        </a:p>
      </dsp:txBody>
      <dsp:txXfrm>
        <a:off x="53" y="426267"/>
        <a:ext cx="5106412" cy="835200"/>
      </dsp:txXfrm>
    </dsp:sp>
    <dsp:sp modelId="{DC32C4A1-0001-4FFD-B752-624B789A9E7B}">
      <dsp:nvSpPr>
        <dsp:cNvPr id="0" name=""/>
        <dsp:cNvSpPr/>
      </dsp:nvSpPr>
      <dsp:spPr>
        <a:xfrm>
          <a:off x="53" y="1261467"/>
          <a:ext cx="5106412" cy="2505069"/>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4686" tIns="154686" rIns="206248" bIns="232029" numCol="1" spcCol="1270" anchor="t" anchorCtr="0">
          <a:noAutofit/>
        </a:bodyPr>
        <a:lstStyle/>
        <a:p>
          <a:pPr marL="285750" lvl="1" indent="-285750" algn="l" defTabSz="1289050">
            <a:lnSpc>
              <a:spcPct val="90000"/>
            </a:lnSpc>
            <a:spcBef>
              <a:spcPct val="0"/>
            </a:spcBef>
            <a:spcAft>
              <a:spcPct val="15000"/>
            </a:spcAft>
            <a:buChar char="•"/>
          </a:pPr>
          <a:r>
            <a:rPr lang="en-IN" sz="2900" kern="1200"/>
            <a:t>Download from ollama.com</a:t>
          </a:r>
          <a:endParaRPr lang="en-US" sz="2900" kern="1200"/>
        </a:p>
        <a:p>
          <a:pPr marL="285750" lvl="1" indent="-285750" algn="l" defTabSz="1289050">
            <a:lnSpc>
              <a:spcPct val="90000"/>
            </a:lnSpc>
            <a:spcBef>
              <a:spcPct val="0"/>
            </a:spcBef>
            <a:spcAft>
              <a:spcPct val="15000"/>
            </a:spcAft>
            <a:buChar char="•"/>
          </a:pPr>
          <a:r>
            <a:rPr lang="en-IN" sz="2900" kern="1200"/>
            <a:t>Run ollama run llama3.2:1b (or gemma2:2b) for a lightweight CPU experience</a:t>
          </a:r>
          <a:endParaRPr lang="en-US" sz="2900" kern="1200"/>
        </a:p>
      </dsp:txBody>
      <dsp:txXfrm>
        <a:off x="53" y="1261467"/>
        <a:ext cx="5106412" cy="2505069"/>
      </dsp:txXfrm>
    </dsp:sp>
    <dsp:sp modelId="{3E599EE3-1672-46F8-B417-5586D8827761}">
      <dsp:nvSpPr>
        <dsp:cNvPr id="0" name=""/>
        <dsp:cNvSpPr/>
      </dsp:nvSpPr>
      <dsp:spPr>
        <a:xfrm>
          <a:off x="5821363" y="426267"/>
          <a:ext cx="5106412" cy="835200"/>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117856" rIns="206248" bIns="117856" numCol="1" spcCol="1270" anchor="ctr" anchorCtr="0">
          <a:noAutofit/>
        </a:bodyPr>
        <a:lstStyle/>
        <a:p>
          <a:pPr marL="0" lvl="0" indent="0" algn="ctr" defTabSz="1289050">
            <a:lnSpc>
              <a:spcPct val="90000"/>
            </a:lnSpc>
            <a:spcBef>
              <a:spcPct val="0"/>
            </a:spcBef>
            <a:spcAft>
              <a:spcPct val="35000"/>
            </a:spcAft>
            <a:buNone/>
          </a:pPr>
          <a:r>
            <a:rPr lang="en-IN" sz="2900" kern="1200"/>
            <a:t>LM Studio (GUI Focused)</a:t>
          </a:r>
          <a:endParaRPr lang="en-US" sz="2900" kern="1200"/>
        </a:p>
      </dsp:txBody>
      <dsp:txXfrm>
        <a:off x="5821363" y="426267"/>
        <a:ext cx="5106412" cy="835200"/>
      </dsp:txXfrm>
    </dsp:sp>
    <dsp:sp modelId="{92CB3BA7-CAE9-49E0-A3C4-A2F75695BB25}">
      <dsp:nvSpPr>
        <dsp:cNvPr id="0" name=""/>
        <dsp:cNvSpPr/>
      </dsp:nvSpPr>
      <dsp:spPr>
        <a:xfrm>
          <a:off x="5821363" y="1261467"/>
          <a:ext cx="5106412" cy="2505069"/>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4686" tIns="154686" rIns="206248" bIns="232029" numCol="1" spcCol="1270" anchor="t" anchorCtr="0">
          <a:noAutofit/>
        </a:bodyPr>
        <a:lstStyle/>
        <a:p>
          <a:pPr marL="285750" lvl="1" indent="-285750" algn="l" defTabSz="1289050">
            <a:lnSpc>
              <a:spcPct val="90000"/>
            </a:lnSpc>
            <a:spcBef>
              <a:spcPct val="0"/>
            </a:spcBef>
            <a:spcAft>
              <a:spcPct val="15000"/>
            </a:spcAft>
            <a:buChar char="•"/>
          </a:pPr>
          <a:r>
            <a:rPr lang="en-IN" sz="2900" kern="1200"/>
            <a:t>Download the installer from lmstudio.ai</a:t>
          </a:r>
          <a:endParaRPr lang="en-US" sz="2900" kern="1200"/>
        </a:p>
        <a:p>
          <a:pPr marL="285750" lvl="1" indent="-285750" algn="l" defTabSz="1289050">
            <a:lnSpc>
              <a:spcPct val="90000"/>
            </a:lnSpc>
            <a:spcBef>
              <a:spcPct val="0"/>
            </a:spcBef>
            <a:spcAft>
              <a:spcPct val="15000"/>
            </a:spcAft>
            <a:buChar char="•"/>
          </a:pPr>
          <a:r>
            <a:rPr lang="en-IN" sz="2900" kern="1200"/>
            <a:t>Search the Discover tab for GGUF models and click Download</a:t>
          </a:r>
          <a:endParaRPr lang="en-US" sz="2900" kern="1200"/>
        </a:p>
      </dsp:txBody>
      <dsp:txXfrm>
        <a:off x="5821363" y="1261467"/>
        <a:ext cx="5106412" cy="2505069"/>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9.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9.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9D528A-086A-47FE-BF70-903B8F255D01}" type="datetimeFigureOut">
              <a:rPr lang="en-IN" smtClean="0"/>
              <a:t>22-02-2026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55C596-EA0F-4582-9F8A-2A53A58866C5}" type="slidenum">
              <a:rPr lang="en-IN" smtClean="0"/>
              <a:t>‹#›</a:t>
            </a:fld>
            <a:endParaRPr lang="en-IN"/>
          </a:p>
        </p:txBody>
      </p:sp>
    </p:spTree>
    <p:extLst>
      <p:ext uri="{BB962C8B-B14F-4D97-AF65-F5344CB8AC3E}">
        <p14:creationId xmlns:p14="http://schemas.microsoft.com/office/powerpoint/2010/main" val="3910467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376FF-0F98-4E15-1DCE-FD6522DDBC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F20F1D7-EB18-6686-830D-ED396FE73D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D772C61-E968-FB76-9C67-470B232720EC}"/>
              </a:ext>
            </a:extLst>
          </p:cNvPr>
          <p:cNvSpPr>
            <a:spLocks noGrp="1"/>
          </p:cNvSpPr>
          <p:nvPr>
            <p:ph type="dt" sz="half" idx="10"/>
          </p:nvPr>
        </p:nvSpPr>
        <p:spPr/>
        <p:txBody>
          <a:bodyPr/>
          <a:lstStyle/>
          <a:p>
            <a:fld id="{40C34AE9-ABAB-473E-81ED-07E7A25BC31E}" type="datetime1">
              <a:rPr lang="en-IN" smtClean="0"/>
              <a:t>22-02-2026</a:t>
            </a:fld>
            <a:endParaRPr lang="en-IN"/>
          </a:p>
        </p:txBody>
      </p:sp>
      <p:sp>
        <p:nvSpPr>
          <p:cNvPr id="5" name="Footer Placeholder 4">
            <a:extLst>
              <a:ext uri="{FF2B5EF4-FFF2-40B4-BE49-F238E27FC236}">
                <a16:creationId xmlns:a16="http://schemas.microsoft.com/office/drawing/2014/main" id="{07F6DF57-4719-507D-5496-EE544AFAD5DC}"/>
              </a:ext>
            </a:extLst>
          </p:cNvPr>
          <p:cNvSpPr>
            <a:spLocks noGrp="1"/>
          </p:cNvSpPr>
          <p:nvPr>
            <p:ph type="ftr" sz="quarter" idx="11"/>
          </p:nvPr>
        </p:nvSpPr>
        <p:spPr/>
        <p:txBody>
          <a:bodyPr/>
          <a:lstStyle/>
          <a:p>
            <a:r>
              <a:rPr lang="en-IN"/>
              <a:t>Galah Technologies</a:t>
            </a:r>
          </a:p>
        </p:txBody>
      </p:sp>
      <p:sp>
        <p:nvSpPr>
          <p:cNvPr id="6" name="Slide Number Placeholder 5">
            <a:extLst>
              <a:ext uri="{FF2B5EF4-FFF2-40B4-BE49-F238E27FC236}">
                <a16:creationId xmlns:a16="http://schemas.microsoft.com/office/drawing/2014/main" id="{BD120B41-A90E-73AE-7B33-C464C87F78F6}"/>
              </a:ext>
            </a:extLst>
          </p:cNvPr>
          <p:cNvSpPr>
            <a:spLocks noGrp="1"/>
          </p:cNvSpPr>
          <p:nvPr>
            <p:ph type="sldNum" sz="quarter" idx="12"/>
          </p:nvPr>
        </p:nvSpPr>
        <p:spPr/>
        <p:txBody>
          <a:bodyPr/>
          <a:lstStyle/>
          <a:p>
            <a:fld id="{6BEB247B-E635-4554-A26E-3B0845561FF9}" type="slidenum">
              <a:rPr lang="en-IN" smtClean="0"/>
              <a:t>‹#›</a:t>
            </a:fld>
            <a:endParaRPr lang="en-IN"/>
          </a:p>
        </p:txBody>
      </p:sp>
    </p:spTree>
    <p:extLst>
      <p:ext uri="{BB962C8B-B14F-4D97-AF65-F5344CB8AC3E}">
        <p14:creationId xmlns:p14="http://schemas.microsoft.com/office/powerpoint/2010/main" val="509227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4DBE8-BE2B-34AC-88EC-D8980CA3495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3F0DAA5-1D36-6CB9-B57E-7C429C4ECA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54CEED-8A91-1F10-20C1-68CDEC7EB0AD}"/>
              </a:ext>
            </a:extLst>
          </p:cNvPr>
          <p:cNvSpPr>
            <a:spLocks noGrp="1"/>
          </p:cNvSpPr>
          <p:nvPr>
            <p:ph type="dt" sz="half" idx="10"/>
          </p:nvPr>
        </p:nvSpPr>
        <p:spPr/>
        <p:txBody>
          <a:bodyPr/>
          <a:lstStyle/>
          <a:p>
            <a:fld id="{C2AB7469-9582-40E9-9E21-90C6C97CBD14}" type="datetime1">
              <a:rPr lang="en-IN" smtClean="0"/>
              <a:t>22-02-2026</a:t>
            </a:fld>
            <a:endParaRPr lang="en-IN"/>
          </a:p>
        </p:txBody>
      </p:sp>
      <p:sp>
        <p:nvSpPr>
          <p:cNvPr id="5" name="Footer Placeholder 4">
            <a:extLst>
              <a:ext uri="{FF2B5EF4-FFF2-40B4-BE49-F238E27FC236}">
                <a16:creationId xmlns:a16="http://schemas.microsoft.com/office/drawing/2014/main" id="{8B19B052-18DB-02A5-09CD-84CC3CA6244A}"/>
              </a:ext>
            </a:extLst>
          </p:cNvPr>
          <p:cNvSpPr>
            <a:spLocks noGrp="1"/>
          </p:cNvSpPr>
          <p:nvPr>
            <p:ph type="ftr" sz="quarter" idx="11"/>
          </p:nvPr>
        </p:nvSpPr>
        <p:spPr/>
        <p:txBody>
          <a:bodyPr/>
          <a:lstStyle/>
          <a:p>
            <a:r>
              <a:rPr lang="en-IN"/>
              <a:t>Galah Technologies</a:t>
            </a:r>
          </a:p>
        </p:txBody>
      </p:sp>
      <p:sp>
        <p:nvSpPr>
          <p:cNvPr id="6" name="Slide Number Placeholder 5">
            <a:extLst>
              <a:ext uri="{FF2B5EF4-FFF2-40B4-BE49-F238E27FC236}">
                <a16:creationId xmlns:a16="http://schemas.microsoft.com/office/drawing/2014/main" id="{C676DF8B-249A-CEF4-AAC5-6C6FD481C1FD}"/>
              </a:ext>
            </a:extLst>
          </p:cNvPr>
          <p:cNvSpPr>
            <a:spLocks noGrp="1"/>
          </p:cNvSpPr>
          <p:nvPr>
            <p:ph type="sldNum" sz="quarter" idx="12"/>
          </p:nvPr>
        </p:nvSpPr>
        <p:spPr/>
        <p:txBody>
          <a:bodyPr/>
          <a:lstStyle/>
          <a:p>
            <a:fld id="{6BEB247B-E635-4554-A26E-3B0845561FF9}" type="slidenum">
              <a:rPr lang="en-IN" smtClean="0"/>
              <a:t>‹#›</a:t>
            </a:fld>
            <a:endParaRPr lang="en-IN"/>
          </a:p>
        </p:txBody>
      </p:sp>
    </p:spTree>
    <p:extLst>
      <p:ext uri="{BB962C8B-B14F-4D97-AF65-F5344CB8AC3E}">
        <p14:creationId xmlns:p14="http://schemas.microsoft.com/office/powerpoint/2010/main" val="4288090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9B476-AD21-D8EC-294C-8F08015043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B7A0033-5125-58C7-CB26-30EC92AA14A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845F93-12E1-1EB3-5A3A-D06A46A765EC}"/>
              </a:ext>
            </a:extLst>
          </p:cNvPr>
          <p:cNvSpPr>
            <a:spLocks noGrp="1"/>
          </p:cNvSpPr>
          <p:nvPr>
            <p:ph type="dt" sz="half" idx="10"/>
          </p:nvPr>
        </p:nvSpPr>
        <p:spPr/>
        <p:txBody>
          <a:bodyPr/>
          <a:lstStyle/>
          <a:p>
            <a:fld id="{3E773B28-50AF-4932-A286-EF1188B07D59}" type="datetime1">
              <a:rPr lang="en-IN" smtClean="0"/>
              <a:t>22-02-2026</a:t>
            </a:fld>
            <a:endParaRPr lang="en-IN"/>
          </a:p>
        </p:txBody>
      </p:sp>
      <p:sp>
        <p:nvSpPr>
          <p:cNvPr id="5" name="Footer Placeholder 4">
            <a:extLst>
              <a:ext uri="{FF2B5EF4-FFF2-40B4-BE49-F238E27FC236}">
                <a16:creationId xmlns:a16="http://schemas.microsoft.com/office/drawing/2014/main" id="{5BD606BF-71D9-DBD2-A28E-FF2C2E9AFE7E}"/>
              </a:ext>
            </a:extLst>
          </p:cNvPr>
          <p:cNvSpPr>
            <a:spLocks noGrp="1"/>
          </p:cNvSpPr>
          <p:nvPr>
            <p:ph type="ftr" sz="quarter" idx="11"/>
          </p:nvPr>
        </p:nvSpPr>
        <p:spPr/>
        <p:txBody>
          <a:bodyPr/>
          <a:lstStyle/>
          <a:p>
            <a:r>
              <a:rPr lang="en-IN"/>
              <a:t>Galah Technologies</a:t>
            </a:r>
          </a:p>
        </p:txBody>
      </p:sp>
      <p:sp>
        <p:nvSpPr>
          <p:cNvPr id="6" name="Slide Number Placeholder 5">
            <a:extLst>
              <a:ext uri="{FF2B5EF4-FFF2-40B4-BE49-F238E27FC236}">
                <a16:creationId xmlns:a16="http://schemas.microsoft.com/office/drawing/2014/main" id="{73F55808-95FE-53D7-2459-BB5DA325A99A}"/>
              </a:ext>
            </a:extLst>
          </p:cNvPr>
          <p:cNvSpPr>
            <a:spLocks noGrp="1"/>
          </p:cNvSpPr>
          <p:nvPr>
            <p:ph type="sldNum" sz="quarter" idx="12"/>
          </p:nvPr>
        </p:nvSpPr>
        <p:spPr/>
        <p:txBody>
          <a:bodyPr/>
          <a:lstStyle/>
          <a:p>
            <a:fld id="{6BEB247B-E635-4554-A26E-3B0845561FF9}" type="slidenum">
              <a:rPr lang="en-IN" smtClean="0"/>
              <a:t>‹#›</a:t>
            </a:fld>
            <a:endParaRPr lang="en-IN"/>
          </a:p>
        </p:txBody>
      </p:sp>
    </p:spTree>
    <p:extLst>
      <p:ext uri="{BB962C8B-B14F-4D97-AF65-F5344CB8AC3E}">
        <p14:creationId xmlns:p14="http://schemas.microsoft.com/office/powerpoint/2010/main" val="3656950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6BE5D-7AC0-CC76-544C-7732F5BFBBF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3078F6C-C92E-BFBD-57C9-2516983834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FA29690-C643-506C-BC12-B7D9C36F47A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B885441-C981-3099-7463-8DCA4B1D5E1D}"/>
              </a:ext>
            </a:extLst>
          </p:cNvPr>
          <p:cNvSpPr>
            <a:spLocks noGrp="1"/>
          </p:cNvSpPr>
          <p:nvPr>
            <p:ph type="dt" sz="half" idx="10"/>
          </p:nvPr>
        </p:nvSpPr>
        <p:spPr/>
        <p:txBody>
          <a:bodyPr/>
          <a:lstStyle/>
          <a:p>
            <a:fld id="{0045E0C5-0C79-45A6-A63C-D0AE937811DC}" type="datetime1">
              <a:rPr lang="en-IN" smtClean="0"/>
              <a:t>22-02-2026</a:t>
            </a:fld>
            <a:endParaRPr lang="en-IN"/>
          </a:p>
        </p:txBody>
      </p:sp>
      <p:sp>
        <p:nvSpPr>
          <p:cNvPr id="6" name="Footer Placeholder 5">
            <a:extLst>
              <a:ext uri="{FF2B5EF4-FFF2-40B4-BE49-F238E27FC236}">
                <a16:creationId xmlns:a16="http://schemas.microsoft.com/office/drawing/2014/main" id="{1D5C00DA-1BF0-B572-6C24-B72D509F8B6B}"/>
              </a:ext>
            </a:extLst>
          </p:cNvPr>
          <p:cNvSpPr>
            <a:spLocks noGrp="1"/>
          </p:cNvSpPr>
          <p:nvPr>
            <p:ph type="ftr" sz="quarter" idx="11"/>
          </p:nvPr>
        </p:nvSpPr>
        <p:spPr/>
        <p:txBody>
          <a:bodyPr/>
          <a:lstStyle/>
          <a:p>
            <a:r>
              <a:rPr lang="en-IN"/>
              <a:t>Galah Technologies</a:t>
            </a:r>
          </a:p>
        </p:txBody>
      </p:sp>
      <p:sp>
        <p:nvSpPr>
          <p:cNvPr id="7" name="Slide Number Placeholder 6">
            <a:extLst>
              <a:ext uri="{FF2B5EF4-FFF2-40B4-BE49-F238E27FC236}">
                <a16:creationId xmlns:a16="http://schemas.microsoft.com/office/drawing/2014/main" id="{B8D273A7-35E4-9844-95F4-B3B21742FC63}"/>
              </a:ext>
            </a:extLst>
          </p:cNvPr>
          <p:cNvSpPr>
            <a:spLocks noGrp="1"/>
          </p:cNvSpPr>
          <p:nvPr>
            <p:ph type="sldNum" sz="quarter" idx="12"/>
          </p:nvPr>
        </p:nvSpPr>
        <p:spPr/>
        <p:txBody>
          <a:bodyPr/>
          <a:lstStyle/>
          <a:p>
            <a:fld id="{6BEB247B-E635-4554-A26E-3B0845561FF9}" type="slidenum">
              <a:rPr lang="en-IN" smtClean="0"/>
              <a:t>‹#›</a:t>
            </a:fld>
            <a:endParaRPr lang="en-IN"/>
          </a:p>
        </p:txBody>
      </p:sp>
    </p:spTree>
    <p:extLst>
      <p:ext uri="{BB962C8B-B14F-4D97-AF65-F5344CB8AC3E}">
        <p14:creationId xmlns:p14="http://schemas.microsoft.com/office/powerpoint/2010/main" val="20354437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D6C90-E76E-FEF3-03C3-CEAA0A99E29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09AC89D-1D2B-41ED-0482-D3869DAC69E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6024E2-9FDC-F5F2-6011-8051FDD269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7AC8555-B6C3-5D17-AD39-8D9FBE35BB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D6B4D3-7262-EAFA-75A3-A08454EC48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2C07678-655F-57BC-15D0-033439AA0C5C}"/>
              </a:ext>
            </a:extLst>
          </p:cNvPr>
          <p:cNvSpPr>
            <a:spLocks noGrp="1"/>
          </p:cNvSpPr>
          <p:nvPr>
            <p:ph type="dt" sz="half" idx="10"/>
          </p:nvPr>
        </p:nvSpPr>
        <p:spPr/>
        <p:txBody>
          <a:bodyPr/>
          <a:lstStyle/>
          <a:p>
            <a:fld id="{70397FED-0D9F-4D85-88C2-16ABE7B7FE55}" type="datetime1">
              <a:rPr lang="en-IN" smtClean="0"/>
              <a:t>22-02-2026</a:t>
            </a:fld>
            <a:endParaRPr lang="en-IN"/>
          </a:p>
        </p:txBody>
      </p:sp>
      <p:sp>
        <p:nvSpPr>
          <p:cNvPr id="8" name="Footer Placeholder 7">
            <a:extLst>
              <a:ext uri="{FF2B5EF4-FFF2-40B4-BE49-F238E27FC236}">
                <a16:creationId xmlns:a16="http://schemas.microsoft.com/office/drawing/2014/main" id="{AC147843-4862-8C70-B3F6-82CFA6088B21}"/>
              </a:ext>
            </a:extLst>
          </p:cNvPr>
          <p:cNvSpPr>
            <a:spLocks noGrp="1"/>
          </p:cNvSpPr>
          <p:nvPr>
            <p:ph type="ftr" sz="quarter" idx="11"/>
          </p:nvPr>
        </p:nvSpPr>
        <p:spPr/>
        <p:txBody>
          <a:bodyPr/>
          <a:lstStyle/>
          <a:p>
            <a:r>
              <a:rPr lang="en-IN"/>
              <a:t>Galah Technologies</a:t>
            </a:r>
          </a:p>
        </p:txBody>
      </p:sp>
      <p:sp>
        <p:nvSpPr>
          <p:cNvPr id="9" name="Slide Number Placeholder 8">
            <a:extLst>
              <a:ext uri="{FF2B5EF4-FFF2-40B4-BE49-F238E27FC236}">
                <a16:creationId xmlns:a16="http://schemas.microsoft.com/office/drawing/2014/main" id="{29064ADA-B59A-BF7C-9AD5-7FCE30FFB1B9}"/>
              </a:ext>
            </a:extLst>
          </p:cNvPr>
          <p:cNvSpPr>
            <a:spLocks noGrp="1"/>
          </p:cNvSpPr>
          <p:nvPr>
            <p:ph type="sldNum" sz="quarter" idx="12"/>
          </p:nvPr>
        </p:nvSpPr>
        <p:spPr/>
        <p:txBody>
          <a:bodyPr/>
          <a:lstStyle/>
          <a:p>
            <a:fld id="{6BEB247B-E635-4554-A26E-3B0845561FF9}" type="slidenum">
              <a:rPr lang="en-IN" smtClean="0"/>
              <a:t>‹#›</a:t>
            </a:fld>
            <a:endParaRPr lang="en-IN"/>
          </a:p>
        </p:txBody>
      </p:sp>
    </p:spTree>
    <p:extLst>
      <p:ext uri="{BB962C8B-B14F-4D97-AF65-F5344CB8AC3E}">
        <p14:creationId xmlns:p14="http://schemas.microsoft.com/office/powerpoint/2010/main" val="2936123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C99EA-C722-F289-4688-50E4F4357FE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DA9EEEB-896A-53BB-5BA3-5442BD00AA55}"/>
              </a:ext>
            </a:extLst>
          </p:cNvPr>
          <p:cNvSpPr>
            <a:spLocks noGrp="1"/>
          </p:cNvSpPr>
          <p:nvPr>
            <p:ph type="dt" sz="half" idx="10"/>
          </p:nvPr>
        </p:nvSpPr>
        <p:spPr/>
        <p:txBody>
          <a:bodyPr/>
          <a:lstStyle/>
          <a:p>
            <a:fld id="{B813CF53-9FE9-476E-B1BB-EBCF412CCBE0}" type="datetime1">
              <a:rPr lang="en-IN" smtClean="0"/>
              <a:t>22-02-2026</a:t>
            </a:fld>
            <a:endParaRPr lang="en-IN"/>
          </a:p>
        </p:txBody>
      </p:sp>
      <p:sp>
        <p:nvSpPr>
          <p:cNvPr id="4" name="Footer Placeholder 3">
            <a:extLst>
              <a:ext uri="{FF2B5EF4-FFF2-40B4-BE49-F238E27FC236}">
                <a16:creationId xmlns:a16="http://schemas.microsoft.com/office/drawing/2014/main" id="{9989BE61-247C-C0D9-370A-9186EB0F2FDA}"/>
              </a:ext>
            </a:extLst>
          </p:cNvPr>
          <p:cNvSpPr>
            <a:spLocks noGrp="1"/>
          </p:cNvSpPr>
          <p:nvPr>
            <p:ph type="ftr" sz="quarter" idx="11"/>
          </p:nvPr>
        </p:nvSpPr>
        <p:spPr/>
        <p:txBody>
          <a:bodyPr/>
          <a:lstStyle/>
          <a:p>
            <a:r>
              <a:rPr lang="en-IN"/>
              <a:t>Galah Technologies</a:t>
            </a:r>
          </a:p>
        </p:txBody>
      </p:sp>
      <p:sp>
        <p:nvSpPr>
          <p:cNvPr id="5" name="Slide Number Placeholder 4">
            <a:extLst>
              <a:ext uri="{FF2B5EF4-FFF2-40B4-BE49-F238E27FC236}">
                <a16:creationId xmlns:a16="http://schemas.microsoft.com/office/drawing/2014/main" id="{6633727D-5057-C278-10B1-95594BD7385A}"/>
              </a:ext>
            </a:extLst>
          </p:cNvPr>
          <p:cNvSpPr>
            <a:spLocks noGrp="1"/>
          </p:cNvSpPr>
          <p:nvPr>
            <p:ph type="sldNum" sz="quarter" idx="12"/>
          </p:nvPr>
        </p:nvSpPr>
        <p:spPr/>
        <p:txBody>
          <a:bodyPr/>
          <a:lstStyle/>
          <a:p>
            <a:fld id="{6BEB247B-E635-4554-A26E-3B0845561FF9}" type="slidenum">
              <a:rPr lang="en-IN" smtClean="0"/>
              <a:t>‹#›</a:t>
            </a:fld>
            <a:endParaRPr lang="en-IN"/>
          </a:p>
        </p:txBody>
      </p:sp>
    </p:spTree>
    <p:extLst>
      <p:ext uri="{BB962C8B-B14F-4D97-AF65-F5344CB8AC3E}">
        <p14:creationId xmlns:p14="http://schemas.microsoft.com/office/powerpoint/2010/main" val="652525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24992C-35DC-86C1-190B-73D4FB2AA778}"/>
              </a:ext>
            </a:extLst>
          </p:cNvPr>
          <p:cNvSpPr>
            <a:spLocks noGrp="1"/>
          </p:cNvSpPr>
          <p:nvPr>
            <p:ph type="dt" sz="half" idx="10"/>
          </p:nvPr>
        </p:nvSpPr>
        <p:spPr/>
        <p:txBody>
          <a:bodyPr/>
          <a:lstStyle/>
          <a:p>
            <a:fld id="{9AC51D7F-2514-48AE-8D2F-D051B2487855}" type="datetime1">
              <a:rPr lang="en-IN" smtClean="0"/>
              <a:t>22-02-2026</a:t>
            </a:fld>
            <a:endParaRPr lang="en-IN"/>
          </a:p>
        </p:txBody>
      </p:sp>
      <p:sp>
        <p:nvSpPr>
          <p:cNvPr id="3" name="Footer Placeholder 2">
            <a:extLst>
              <a:ext uri="{FF2B5EF4-FFF2-40B4-BE49-F238E27FC236}">
                <a16:creationId xmlns:a16="http://schemas.microsoft.com/office/drawing/2014/main" id="{18E21CDE-34F4-04AD-B1D3-7CD154FC3E54}"/>
              </a:ext>
            </a:extLst>
          </p:cNvPr>
          <p:cNvSpPr>
            <a:spLocks noGrp="1"/>
          </p:cNvSpPr>
          <p:nvPr>
            <p:ph type="ftr" sz="quarter" idx="11"/>
          </p:nvPr>
        </p:nvSpPr>
        <p:spPr/>
        <p:txBody>
          <a:bodyPr/>
          <a:lstStyle/>
          <a:p>
            <a:r>
              <a:rPr lang="en-IN"/>
              <a:t>Galah Technologies</a:t>
            </a:r>
          </a:p>
        </p:txBody>
      </p:sp>
      <p:sp>
        <p:nvSpPr>
          <p:cNvPr id="4" name="Slide Number Placeholder 3">
            <a:extLst>
              <a:ext uri="{FF2B5EF4-FFF2-40B4-BE49-F238E27FC236}">
                <a16:creationId xmlns:a16="http://schemas.microsoft.com/office/drawing/2014/main" id="{FC24DC1E-A481-9F55-5F6D-D46467744125}"/>
              </a:ext>
            </a:extLst>
          </p:cNvPr>
          <p:cNvSpPr>
            <a:spLocks noGrp="1"/>
          </p:cNvSpPr>
          <p:nvPr>
            <p:ph type="sldNum" sz="quarter" idx="12"/>
          </p:nvPr>
        </p:nvSpPr>
        <p:spPr/>
        <p:txBody>
          <a:bodyPr/>
          <a:lstStyle/>
          <a:p>
            <a:fld id="{6BEB247B-E635-4554-A26E-3B0845561FF9}" type="slidenum">
              <a:rPr lang="en-IN" smtClean="0"/>
              <a:t>‹#›</a:t>
            </a:fld>
            <a:endParaRPr lang="en-IN"/>
          </a:p>
        </p:txBody>
      </p:sp>
    </p:spTree>
    <p:extLst>
      <p:ext uri="{BB962C8B-B14F-4D97-AF65-F5344CB8AC3E}">
        <p14:creationId xmlns:p14="http://schemas.microsoft.com/office/powerpoint/2010/main" val="2300501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0C006-0797-16EF-BA42-1DB45EB257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79B4C19-F199-40FF-594B-0F3C9DC5F2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DAC9672-C3EB-96D7-8076-124134F528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2DFF46-703A-8184-8B6C-602B3D501A59}"/>
              </a:ext>
            </a:extLst>
          </p:cNvPr>
          <p:cNvSpPr>
            <a:spLocks noGrp="1"/>
          </p:cNvSpPr>
          <p:nvPr>
            <p:ph type="dt" sz="half" idx="10"/>
          </p:nvPr>
        </p:nvSpPr>
        <p:spPr/>
        <p:txBody>
          <a:bodyPr/>
          <a:lstStyle/>
          <a:p>
            <a:fld id="{790DEBD2-77DE-4771-B96A-09D65AECE2E7}" type="datetime1">
              <a:rPr lang="en-IN" smtClean="0"/>
              <a:t>22-02-2026</a:t>
            </a:fld>
            <a:endParaRPr lang="en-IN"/>
          </a:p>
        </p:txBody>
      </p:sp>
      <p:sp>
        <p:nvSpPr>
          <p:cNvPr id="6" name="Footer Placeholder 5">
            <a:extLst>
              <a:ext uri="{FF2B5EF4-FFF2-40B4-BE49-F238E27FC236}">
                <a16:creationId xmlns:a16="http://schemas.microsoft.com/office/drawing/2014/main" id="{BC439F51-5556-36ED-8F40-F2C0AEA174C4}"/>
              </a:ext>
            </a:extLst>
          </p:cNvPr>
          <p:cNvSpPr>
            <a:spLocks noGrp="1"/>
          </p:cNvSpPr>
          <p:nvPr>
            <p:ph type="ftr" sz="quarter" idx="11"/>
          </p:nvPr>
        </p:nvSpPr>
        <p:spPr/>
        <p:txBody>
          <a:bodyPr/>
          <a:lstStyle/>
          <a:p>
            <a:r>
              <a:rPr lang="en-IN"/>
              <a:t>Galah Technologies</a:t>
            </a:r>
          </a:p>
        </p:txBody>
      </p:sp>
      <p:sp>
        <p:nvSpPr>
          <p:cNvPr id="7" name="Slide Number Placeholder 6">
            <a:extLst>
              <a:ext uri="{FF2B5EF4-FFF2-40B4-BE49-F238E27FC236}">
                <a16:creationId xmlns:a16="http://schemas.microsoft.com/office/drawing/2014/main" id="{96640DE1-3305-76A2-1195-21046F50D617}"/>
              </a:ext>
            </a:extLst>
          </p:cNvPr>
          <p:cNvSpPr>
            <a:spLocks noGrp="1"/>
          </p:cNvSpPr>
          <p:nvPr>
            <p:ph type="sldNum" sz="quarter" idx="12"/>
          </p:nvPr>
        </p:nvSpPr>
        <p:spPr/>
        <p:txBody>
          <a:bodyPr/>
          <a:lstStyle/>
          <a:p>
            <a:fld id="{6BEB247B-E635-4554-A26E-3B0845561FF9}" type="slidenum">
              <a:rPr lang="en-IN" smtClean="0"/>
              <a:t>‹#›</a:t>
            </a:fld>
            <a:endParaRPr lang="en-IN"/>
          </a:p>
        </p:txBody>
      </p:sp>
    </p:spTree>
    <p:extLst>
      <p:ext uri="{BB962C8B-B14F-4D97-AF65-F5344CB8AC3E}">
        <p14:creationId xmlns:p14="http://schemas.microsoft.com/office/powerpoint/2010/main" val="1354591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9B8A3-D0E9-93FB-45CB-E8A7A8DBAF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4A45E7C-4B1D-EB28-AD4E-CC5A699D92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CA7132C-A76B-B6A0-0504-5A4103A748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C7F82F-6DBF-DE72-1FF1-CE673A0C011E}"/>
              </a:ext>
            </a:extLst>
          </p:cNvPr>
          <p:cNvSpPr>
            <a:spLocks noGrp="1"/>
          </p:cNvSpPr>
          <p:nvPr>
            <p:ph type="dt" sz="half" idx="10"/>
          </p:nvPr>
        </p:nvSpPr>
        <p:spPr/>
        <p:txBody>
          <a:bodyPr/>
          <a:lstStyle/>
          <a:p>
            <a:fld id="{C3095544-F52B-4EBC-8BA4-F4D78FDC3E21}" type="datetime1">
              <a:rPr lang="en-IN" smtClean="0"/>
              <a:t>22-02-2026</a:t>
            </a:fld>
            <a:endParaRPr lang="en-IN"/>
          </a:p>
        </p:txBody>
      </p:sp>
      <p:sp>
        <p:nvSpPr>
          <p:cNvPr id="6" name="Footer Placeholder 5">
            <a:extLst>
              <a:ext uri="{FF2B5EF4-FFF2-40B4-BE49-F238E27FC236}">
                <a16:creationId xmlns:a16="http://schemas.microsoft.com/office/drawing/2014/main" id="{8B52F3C3-B71B-1B2A-5F9C-D6B8341E1A9A}"/>
              </a:ext>
            </a:extLst>
          </p:cNvPr>
          <p:cNvSpPr>
            <a:spLocks noGrp="1"/>
          </p:cNvSpPr>
          <p:nvPr>
            <p:ph type="ftr" sz="quarter" idx="11"/>
          </p:nvPr>
        </p:nvSpPr>
        <p:spPr/>
        <p:txBody>
          <a:bodyPr/>
          <a:lstStyle/>
          <a:p>
            <a:r>
              <a:rPr lang="en-IN"/>
              <a:t>Galah Technologies</a:t>
            </a:r>
          </a:p>
        </p:txBody>
      </p:sp>
      <p:sp>
        <p:nvSpPr>
          <p:cNvPr id="7" name="Slide Number Placeholder 6">
            <a:extLst>
              <a:ext uri="{FF2B5EF4-FFF2-40B4-BE49-F238E27FC236}">
                <a16:creationId xmlns:a16="http://schemas.microsoft.com/office/drawing/2014/main" id="{12F09CCA-7C2F-47A5-B3D3-5A39C1A6CD7C}"/>
              </a:ext>
            </a:extLst>
          </p:cNvPr>
          <p:cNvSpPr>
            <a:spLocks noGrp="1"/>
          </p:cNvSpPr>
          <p:nvPr>
            <p:ph type="sldNum" sz="quarter" idx="12"/>
          </p:nvPr>
        </p:nvSpPr>
        <p:spPr/>
        <p:txBody>
          <a:bodyPr/>
          <a:lstStyle/>
          <a:p>
            <a:fld id="{6BEB247B-E635-4554-A26E-3B0845561FF9}" type="slidenum">
              <a:rPr lang="en-IN" smtClean="0"/>
              <a:t>‹#›</a:t>
            </a:fld>
            <a:endParaRPr lang="en-IN"/>
          </a:p>
        </p:txBody>
      </p:sp>
    </p:spTree>
    <p:extLst>
      <p:ext uri="{BB962C8B-B14F-4D97-AF65-F5344CB8AC3E}">
        <p14:creationId xmlns:p14="http://schemas.microsoft.com/office/powerpoint/2010/main" val="1687243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C14A8-1B00-99A5-6124-EBB50530F47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5EEB351-B8AD-B6C9-B67F-28BFB6630F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F0E059-6D66-C0A9-5CA6-D3F4FE306091}"/>
              </a:ext>
            </a:extLst>
          </p:cNvPr>
          <p:cNvSpPr>
            <a:spLocks noGrp="1"/>
          </p:cNvSpPr>
          <p:nvPr>
            <p:ph type="dt" sz="half" idx="10"/>
          </p:nvPr>
        </p:nvSpPr>
        <p:spPr/>
        <p:txBody>
          <a:bodyPr/>
          <a:lstStyle/>
          <a:p>
            <a:fld id="{5D15DA33-77C4-460A-8AC8-07797C56FFC3}" type="datetime1">
              <a:rPr lang="en-IN" smtClean="0"/>
              <a:t>22-02-2026</a:t>
            </a:fld>
            <a:endParaRPr lang="en-IN"/>
          </a:p>
        </p:txBody>
      </p:sp>
      <p:sp>
        <p:nvSpPr>
          <p:cNvPr id="5" name="Footer Placeholder 4">
            <a:extLst>
              <a:ext uri="{FF2B5EF4-FFF2-40B4-BE49-F238E27FC236}">
                <a16:creationId xmlns:a16="http://schemas.microsoft.com/office/drawing/2014/main" id="{AF128EE0-2F4D-CDA1-3043-2E83712960C1}"/>
              </a:ext>
            </a:extLst>
          </p:cNvPr>
          <p:cNvSpPr>
            <a:spLocks noGrp="1"/>
          </p:cNvSpPr>
          <p:nvPr>
            <p:ph type="ftr" sz="quarter" idx="11"/>
          </p:nvPr>
        </p:nvSpPr>
        <p:spPr/>
        <p:txBody>
          <a:bodyPr/>
          <a:lstStyle/>
          <a:p>
            <a:r>
              <a:rPr lang="en-IN"/>
              <a:t>Galah Technologies</a:t>
            </a:r>
          </a:p>
        </p:txBody>
      </p:sp>
      <p:sp>
        <p:nvSpPr>
          <p:cNvPr id="6" name="Slide Number Placeholder 5">
            <a:extLst>
              <a:ext uri="{FF2B5EF4-FFF2-40B4-BE49-F238E27FC236}">
                <a16:creationId xmlns:a16="http://schemas.microsoft.com/office/drawing/2014/main" id="{682CE0E5-D830-2643-8C1C-9E62E83A337B}"/>
              </a:ext>
            </a:extLst>
          </p:cNvPr>
          <p:cNvSpPr>
            <a:spLocks noGrp="1"/>
          </p:cNvSpPr>
          <p:nvPr>
            <p:ph type="sldNum" sz="quarter" idx="12"/>
          </p:nvPr>
        </p:nvSpPr>
        <p:spPr/>
        <p:txBody>
          <a:bodyPr/>
          <a:lstStyle/>
          <a:p>
            <a:fld id="{6BEB247B-E635-4554-A26E-3B0845561FF9}" type="slidenum">
              <a:rPr lang="en-IN" smtClean="0"/>
              <a:t>‹#›</a:t>
            </a:fld>
            <a:endParaRPr lang="en-IN"/>
          </a:p>
        </p:txBody>
      </p:sp>
    </p:spTree>
    <p:extLst>
      <p:ext uri="{BB962C8B-B14F-4D97-AF65-F5344CB8AC3E}">
        <p14:creationId xmlns:p14="http://schemas.microsoft.com/office/powerpoint/2010/main" val="792698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4A7DAF-D333-A721-9039-58609459066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423C4F8-20EF-B1FB-FB5A-7B27F5F6C0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60CE76-039F-CCD9-3AAA-89A79B78E87C}"/>
              </a:ext>
            </a:extLst>
          </p:cNvPr>
          <p:cNvSpPr>
            <a:spLocks noGrp="1"/>
          </p:cNvSpPr>
          <p:nvPr>
            <p:ph type="dt" sz="half" idx="10"/>
          </p:nvPr>
        </p:nvSpPr>
        <p:spPr/>
        <p:txBody>
          <a:bodyPr/>
          <a:lstStyle/>
          <a:p>
            <a:fld id="{D853123E-93B8-4F13-BB90-B15B126462A0}" type="datetime1">
              <a:rPr lang="en-IN" smtClean="0"/>
              <a:t>22-02-2026</a:t>
            </a:fld>
            <a:endParaRPr lang="en-IN"/>
          </a:p>
        </p:txBody>
      </p:sp>
      <p:sp>
        <p:nvSpPr>
          <p:cNvPr id="5" name="Footer Placeholder 4">
            <a:extLst>
              <a:ext uri="{FF2B5EF4-FFF2-40B4-BE49-F238E27FC236}">
                <a16:creationId xmlns:a16="http://schemas.microsoft.com/office/drawing/2014/main" id="{0C8711DD-B4DB-78AA-F090-B3A32D2CC426}"/>
              </a:ext>
            </a:extLst>
          </p:cNvPr>
          <p:cNvSpPr>
            <a:spLocks noGrp="1"/>
          </p:cNvSpPr>
          <p:nvPr>
            <p:ph type="ftr" sz="quarter" idx="11"/>
          </p:nvPr>
        </p:nvSpPr>
        <p:spPr/>
        <p:txBody>
          <a:bodyPr/>
          <a:lstStyle/>
          <a:p>
            <a:r>
              <a:rPr lang="en-IN"/>
              <a:t>Galah Technologies</a:t>
            </a:r>
          </a:p>
        </p:txBody>
      </p:sp>
      <p:sp>
        <p:nvSpPr>
          <p:cNvPr id="6" name="Slide Number Placeholder 5">
            <a:extLst>
              <a:ext uri="{FF2B5EF4-FFF2-40B4-BE49-F238E27FC236}">
                <a16:creationId xmlns:a16="http://schemas.microsoft.com/office/drawing/2014/main" id="{6D4A4C93-E0D6-0C16-60FD-1D6205F26AB6}"/>
              </a:ext>
            </a:extLst>
          </p:cNvPr>
          <p:cNvSpPr>
            <a:spLocks noGrp="1"/>
          </p:cNvSpPr>
          <p:nvPr>
            <p:ph type="sldNum" sz="quarter" idx="12"/>
          </p:nvPr>
        </p:nvSpPr>
        <p:spPr/>
        <p:txBody>
          <a:bodyPr/>
          <a:lstStyle/>
          <a:p>
            <a:fld id="{6BEB247B-E635-4554-A26E-3B0845561FF9}" type="slidenum">
              <a:rPr lang="en-IN" smtClean="0"/>
              <a:t>‹#›</a:t>
            </a:fld>
            <a:endParaRPr lang="en-IN"/>
          </a:p>
        </p:txBody>
      </p:sp>
    </p:spTree>
    <p:extLst>
      <p:ext uri="{BB962C8B-B14F-4D97-AF65-F5344CB8AC3E}">
        <p14:creationId xmlns:p14="http://schemas.microsoft.com/office/powerpoint/2010/main" val="1555506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4CA01A-B88B-6210-DB71-28C2EE809F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70D7B77-169F-4170-A6B2-92157CCEC9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173455-F0B6-002D-62F3-A9D6205795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1DDEB83-D5E6-4DB6-9ADE-85DD77FA8C30}" type="datetime1">
              <a:rPr lang="en-IN" smtClean="0"/>
              <a:t>22-02-2026</a:t>
            </a:fld>
            <a:endParaRPr lang="en-IN"/>
          </a:p>
        </p:txBody>
      </p:sp>
      <p:sp>
        <p:nvSpPr>
          <p:cNvPr id="5" name="Footer Placeholder 4">
            <a:extLst>
              <a:ext uri="{FF2B5EF4-FFF2-40B4-BE49-F238E27FC236}">
                <a16:creationId xmlns:a16="http://schemas.microsoft.com/office/drawing/2014/main" id="{24FCE1EE-74E2-D4E3-30C3-51512EAE71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IN"/>
              <a:t>Galah Technologies</a:t>
            </a:r>
          </a:p>
        </p:txBody>
      </p:sp>
      <p:sp>
        <p:nvSpPr>
          <p:cNvPr id="6" name="Slide Number Placeholder 5">
            <a:extLst>
              <a:ext uri="{FF2B5EF4-FFF2-40B4-BE49-F238E27FC236}">
                <a16:creationId xmlns:a16="http://schemas.microsoft.com/office/drawing/2014/main" id="{A20D66CD-D774-0A7A-AD98-D5DD1BEE61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BEB247B-E635-4554-A26E-3B0845561FF9}" type="slidenum">
              <a:rPr lang="en-IN" smtClean="0"/>
              <a:t>‹#›</a:t>
            </a:fld>
            <a:endParaRPr lang="en-IN"/>
          </a:p>
        </p:txBody>
      </p:sp>
    </p:spTree>
    <p:extLst>
      <p:ext uri="{BB962C8B-B14F-4D97-AF65-F5344CB8AC3E}">
        <p14:creationId xmlns:p14="http://schemas.microsoft.com/office/powerpoint/2010/main" val="27700611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3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34.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4.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2.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37.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27.xml"/><Relationship Id="rId7" Type="http://schemas.microsoft.com/office/2007/relationships/diagramDrawing" Target="../diagrams/drawing27.xml"/><Relationship Id="rId2" Type="http://schemas.openxmlformats.org/officeDocument/2006/relationships/image" Target="../media/image86.jpeg"/><Relationship Id="rId1" Type="http://schemas.openxmlformats.org/officeDocument/2006/relationships/slideLayout" Target="../slideLayouts/slideLayout2.xml"/><Relationship Id="rId6" Type="http://schemas.openxmlformats.org/officeDocument/2006/relationships/diagramColors" Target="../diagrams/colors27.xml"/><Relationship Id="rId5" Type="http://schemas.openxmlformats.org/officeDocument/2006/relationships/diagramQuickStyle" Target="../diagrams/quickStyle27.xml"/><Relationship Id="rId4" Type="http://schemas.openxmlformats.org/officeDocument/2006/relationships/diagramLayout" Target="../diagrams/layout27.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28.xml"/><Relationship Id="rId2" Type="http://schemas.openxmlformats.org/officeDocument/2006/relationships/diagramData" Target="../diagrams/data28.xml"/><Relationship Id="rId1" Type="http://schemas.openxmlformats.org/officeDocument/2006/relationships/slideLayout" Target="../slideLayouts/slideLayout2.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40.xml.rels><?xml version="1.0" encoding="UTF-8" standalone="yes"?>
<Relationships xmlns="http://schemas.openxmlformats.org/package/2006/relationships"><Relationship Id="rId2" Type="http://schemas.openxmlformats.org/officeDocument/2006/relationships/image" Target="../media/image93.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29.xml"/><Relationship Id="rId2" Type="http://schemas.openxmlformats.org/officeDocument/2006/relationships/diagramData" Target="../diagrams/data29.xml"/><Relationship Id="rId1" Type="http://schemas.openxmlformats.org/officeDocument/2006/relationships/slideLayout" Target="../slideLayouts/slideLayout2.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30.xml"/><Relationship Id="rId2" Type="http://schemas.openxmlformats.org/officeDocument/2006/relationships/diagramData" Target="../diagrams/data30.xml"/><Relationship Id="rId1" Type="http://schemas.openxmlformats.org/officeDocument/2006/relationships/slideLayout" Target="../slideLayouts/slideLayout2.xml"/><Relationship Id="rId6" Type="http://schemas.microsoft.com/office/2007/relationships/diagramDrawing" Target="../diagrams/drawing30.xml"/><Relationship Id="rId5" Type="http://schemas.openxmlformats.org/officeDocument/2006/relationships/diagramColors" Target="../diagrams/colors30.xml"/><Relationship Id="rId4" Type="http://schemas.openxmlformats.org/officeDocument/2006/relationships/diagramQuickStyle" Target="../diagrams/quickStyle30.xml"/></Relationships>
</file>

<file path=ppt/slides/_rels/slide43.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87F4F1C-8D3D-4EC1-B72D-A0470A5A0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D1E3DD61-64DB-46AD-B249-E273CD86B05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296011"/>
            <a:ext cx="12192000" cy="3561989"/>
            <a:chOff x="0" y="3296011"/>
            <a:chExt cx="12192000" cy="3561989"/>
          </a:xfrm>
          <a:effectLst>
            <a:outerShdw blurRad="254000" dist="152400" dir="16200000" rotWithShape="0">
              <a:prstClr val="black">
                <a:alpha val="10000"/>
              </a:prstClr>
            </a:outerShdw>
          </a:effectLst>
        </p:grpSpPr>
        <p:grpSp>
          <p:nvGrpSpPr>
            <p:cNvPr id="11" name="Group 10">
              <a:extLst>
                <a:ext uri="{FF2B5EF4-FFF2-40B4-BE49-F238E27FC236}">
                  <a16:creationId xmlns:a16="http://schemas.microsoft.com/office/drawing/2014/main" id="{0D7053D3-590A-4E94-B092-C96EAF744C3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3681702"/>
              <a:ext cx="12192000" cy="3176298"/>
              <a:chOff x="0" y="3681702"/>
              <a:chExt cx="12192000" cy="3176298"/>
            </a:xfrm>
          </p:grpSpPr>
          <p:sp>
            <p:nvSpPr>
              <p:cNvPr id="15" name="Freeform: Shape 14">
                <a:extLst>
                  <a:ext uri="{FF2B5EF4-FFF2-40B4-BE49-F238E27FC236}">
                    <a16:creationId xmlns:a16="http://schemas.microsoft.com/office/drawing/2014/main" id="{2EB67199-6FF0-4DED-89D1-BAEA95F9F5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D1A0BEEB-C008-4150-A935-C6AAF537D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2" name="Group 11">
              <a:extLst>
                <a:ext uri="{FF2B5EF4-FFF2-40B4-BE49-F238E27FC236}">
                  <a16:creationId xmlns:a16="http://schemas.microsoft.com/office/drawing/2014/main" id="{05148B0F-801C-45A1-80C1-EEC25A22A7C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44" y="3296011"/>
              <a:ext cx="12191456" cy="2849975"/>
              <a:chOff x="544" y="3296011"/>
              <a:chExt cx="12191456" cy="2849975"/>
            </a:xfrm>
          </p:grpSpPr>
          <p:sp>
            <p:nvSpPr>
              <p:cNvPr id="13" name="Freeform: Shape 12">
                <a:extLst>
                  <a:ext uri="{FF2B5EF4-FFF2-40B4-BE49-F238E27FC236}">
                    <a16:creationId xmlns:a16="http://schemas.microsoft.com/office/drawing/2014/main" id="{E7715ED9-C8CE-4651-82AA-1C4B5F14A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B911230A-EF3B-4760-9087-E4FBE05BD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a:blip r:embed="rId2">
                  <a:alphaModFix amt="57000"/>
                </a:blip>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sp>
        <p:nvSpPr>
          <p:cNvPr id="2" name="Title 1">
            <a:extLst>
              <a:ext uri="{FF2B5EF4-FFF2-40B4-BE49-F238E27FC236}">
                <a16:creationId xmlns:a16="http://schemas.microsoft.com/office/drawing/2014/main" id="{A9CA4FA2-AF78-1B7A-D95D-709B44822C12}"/>
              </a:ext>
            </a:extLst>
          </p:cNvPr>
          <p:cNvSpPr>
            <a:spLocks noGrp="1"/>
          </p:cNvSpPr>
          <p:nvPr>
            <p:ph type="ctrTitle"/>
          </p:nvPr>
        </p:nvSpPr>
        <p:spPr>
          <a:xfrm>
            <a:off x="838199" y="1120676"/>
            <a:ext cx="7021513" cy="2308324"/>
          </a:xfrm>
        </p:spPr>
        <p:txBody>
          <a:bodyPr>
            <a:normAutofit fontScale="90000"/>
          </a:bodyPr>
          <a:lstStyle/>
          <a:p>
            <a:pPr algn="l"/>
            <a:r>
              <a:rPr lang="en-US" sz="6100" dirty="0">
                <a:solidFill>
                  <a:schemeClr val="bg1"/>
                </a:solidFill>
              </a:rPr>
              <a:t>Introduction to Generative AI &amp; Architectures</a:t>
            </a:r>
            <a:endParaRPr lang="en-IN" sz="6100" dirty="0">
              <a:solidFill>
                <a:schemeClr val="bg1"/>
              </a:solidFill>
            </a:endParaRPr>
          </a:p>
        </p:txBody>
      </p:sp>
      <p:sp>
        <p:nvSpPr>
          <p:cNvPr id="3" name="Subtitle 2">
            <a:extLst>
              <a:ext uri="{FF2B5EF4-FFF2-40B4-BE49-F238E27FC236}">
                <a16:creationId xmlns:a16="http://schemas.microsoft.com/office/drawing/2014/main" id="{BBB2CC9C-A661-4C2F-91EF-D08405B501F2}"/>
              </a:ext>
            </a:extLst>
          </p:cNvPr>
          <p:cNvSpPr>
            <a:spLocks noGrp="1"/>
          </p:cNvSpPr>
          <p:nvPr>
            <p:ph type="subTitle" idx="1"/>
          </p:nvPr>
        </p:nvSpPr>
        <p:spPr>
          <a:xfrm>
            <a:off x="835024" y="3809999"/>
            <a:ext cx="7025753" cy="1012778"/>
          </a:xfrm>
        </p:spPr>
        <p:txBody>
          <a:bodyPr>
            <a:normAutofit/>
          </a:bodyPr>
          <a:lstStyle/>
          <a:p>
            <a:pPr algn="l"/>
            <a:endParaRPr lang="en-IN">
              <a:solidFill>
                <a:schemeClr val="bg1"/>
              </a:solidFill>
            </a:endParaRPr>
          </a:p>
        </p:txBody>
      </p:sp>
    </p:spTree>
    <p:extLst>
      <p:ext uri="{BB962C8B-B14F-4D97-AF65-F5344CB8AC3E}">
        <p14:creationId xmlns:p14="http://schemas.microsoft.com/office/powerpoint/2010/main" val="3363820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FCAE105-5FD6-EB19-AB06-77A146FF3B09}"/>
              </a:ext>
            </a:extLst>
          </p:cNvPr>
          <p:cNvSpPr>
            <a:spLocks noGrp="1"/>
          </p:cNvSpPr>
          <p:nvPr>
            <p:ph type="title"/>
          </p:nvPr>
        </p:nvSpPr>
        <p:spPr>
          <a:xfrm>
            <a:off x="1371597" y="348865"/>
            <a:ext cx="10044023" cy="877729"/>
          </a:xfrm>
        </p:spPr>
        <p:txBody>
          <a:bodyPr anchor="ctr">
            <a:normAutofit/>
          </a:bodyPr>
          <a:lstStyle/>
          <a:p>
            <a:r>
              <a:rPr lang="en-US" sz="4000" dirty="0">
                <a:solidFill>
                  <a:srgbClr val="FFFFFF"/>
                </a:solidFill>
              </a:rPr>
              <a:t>What makes GenAI different from ML pipelines</a:t>
            </a:r>
            <a:endParaRPr lang="en-IN" sz="4000" dirty="0">
              <a:solidFill>
                <a:srgbClr val="FFFFFF"/>
              </a:solidFill>
            </a:endParaRPr>
          </a:p>
        </p:txBody>
      </p:sp>
      <p:graphicFrame>
        <p:nvGraphicFramePr>
          <p:cNvPr id="5" name="Content Placeholder 2">
            <a:extLst>
              <a:ext uri="{FF2B5EF4-FFF2-40B4-BE49-F238E27FC236}">
                <a16:creationId xmlns:a16="http://schemas.microsoft.com/office/drawing/2014/main" id="{D2024816-05C0-74B1-BC27-E62AA697D3E5}"/>
              </a:ext>
            </a:extLst>
          </p:cNvPr>
          <p:cNvGraphicFramePr>
            <a:graphicFrameLocks noGrp="1"/>
          </p:cNvGraphicFramePr>
          <p:nvPr>
            <p:ph idx="1"/>
            <p:extLst>
              <p:ext uri="{D42A27DB-BD31-4B8C-83A1-F6EECF244321}">
                <p14:modId xmlns:p14="http://schemas.microsoft.com/office/powerpoint/2010/main" val="4052390046"/>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21661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B6538B-3A86-997E-AFF3-11B5A67E232D}"/>
              </a:ext>
            </a:extLst>
          </p:cNvPr>
          <p:cNvSpPr>
            <a:spLocks noGrp="1"/>
          </p:cNvSpPr>
          <p:nvPr>
            <p:ph type="title"/>
          </p:nvPr>
        </p:nvSpPr>
        <p:spPr>
          <a:xfrm>
            <a:off x="586478" y="1683756"/>
            <a:ext cx="3115265" cy="2396359"/>
          </a:xfrm>
        </p:spPr>
        <p:txBody>
          <a:bodyPr anchor="b">
            <a:normAutofit/>
          </a:bodyPr>
          <a:lstStyle/>
          <a:p>
            <a:pPr algn="r"/>
            <a:r>
              <a:rPr lang="en-IN" sz="4000" dirty="0">
                <a:solidFill>
                  <a:srgbClr val="FFFFFF"/>
                </a:solidFill>
              </a:rPr>
              <a:t>Discriminative AI ( The Critic)</a:t>
            </a:r>
          </a:p>
        </p:txBody>
      </p:sp>
      <p:graphicFrame>
        <p:nvGraphicFramePr>
          <p:cNvPr id="5" name="Content Placeholder 2">
            <a:extLst>
              <a:ext uri="{FF2B5EF4-FFF2-40B4-BE49-F238E27FC236}">
                <a16:creationId xmlns:a16="http://schemas.microsoft.com/office/drawing/2014/main" id="{0899B936-9156-164A-3447-96FD23567EB5}"/>
              </a:ext>
            </a:extLst>
          </p:cNvPr>
          <p:cNvGraphicFramePr>
            <a:graphicFrameLocks noGrp="1"/>
          </p:cNvGraphicFramePr>
          <p:nvPr>
            <p:ph idx="1"/>
            <p:extLst>
              <p:ext uri="{D42A27DB-BD31-4B8C-83A1-F6EECF244321}">
                <p14:modId xmlns:p14="http://schemas.microsoft.com/office/powerpoint/2010/main" val="86516330"/>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87314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5B4D27-6BAA-DB43-4917-5A53C084E20E}"/>
              </a:ext>
            </a:extLst>
          </p:cNvPr>
          <p:cNvSpPr>
            <a:spLocks noGrp="1"/>
          </p:cNvSpPr>
          <p:nvPr>
            <p:ph type="title"/>
          </p:nvPr>
        </p:nvSpPr>
        <p:spPr>
          <a:xfrm>
            <a:off x="838200" y="557188"/>
            <a:ext cx="10515600" cy="1133499"/>
          </a:xfrm>
        </p:spPr>
        <p:txBody>
          <a:bodyPr>
            <a:normAutofit/>
          </a:bodyPr>
          <a:lstStyle/>
          <a:p>
            <a:pPr algn="ctr"/>
            <a:r>
              <a:rPr lang="en-IN" sz="5200"/>
              <a:t>Generative AI (The Artist)</a:t>
            </a:r>
          </a:p>
        </p:txBody>
      </p:sp>
      <p:graphicFrame>
        <p:nvGraphicFramePr>
          <p:cNvPr id="38" name="Content Placeholder 2">
            <a:extLst>
              <a:ext uri="{FF2B5EF4-FFF2-40B4-BE49-F238E27FC236}">
                <a16:creationId xmlns:a16="http://schemas.microsoft.com/office/drawing/2014/main" id="{AD731F49-8B55-FBE9-E59D-214310786E32}"/>
              </a:ext>
            </a:extLst>
          </p:cNvPr>
          <p:cNvGraphicFramePr>
            <a:graphicFrameLocks noGrp="1"/>
          </p:cNvGraphicFramePr>
          <p:nvPr>
            <p:ph idx="1"/>
            <p:extLst>
              <p:ext uri="{D42A27DB-BD31-4B8C-83A1-F6EECF244321}">
                <p14:modId xmlns:p14="http://schemas.microsoft.com/office/powerpoint/2010/main" val="182051678"/>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6629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CEC0978-A80D-1106-D7F9-7D6442CD664D}"/>
              </a:ext>
            </a:extLst>
          </p:cNvPr>
          <p:cNvSpPr>
            <a:spLocks noGrp="1"/>
          </p:cNvSpPr>
          <p:nvPr>
            <p:ph type="title"/>
          </p:nvPr>
        </p:nvSpPr>
        <p:spPr>
          <a:xfrm>
            <a:off x="1371597" y="348865"/>
            <a:ext cx="10044023" cy="877729"/>
          </a:xfrm>
        </p:spPr>
        <p:txBody>
          <a:bodyPr anchor="ctr">
            <a:normAutofit/>
          </a:bodyPr>
          <a:lstStyle/>
          <a:p>
            <a:r>
              <a:rPr lang="en-IN" sz="4000">
                <a:solidFill>
                  <a:srgbClr val="FFFFFF"/>
                </a:solidFill>
              </a:rPr>
              <a:t>Text Generation (The Foundation)</a:t>
            </a:r>
          </a:p>
        </p:txBody>
      </p:sp>
      <p:graphicFrame>
        <p:nvGraphicFramePr>
          <p:cNvPr id="5" name="Content Placeholder 2">
            <a:extLst>
              <a:ext uri="{FF2B5EF4-FFF2-40B4-BE49-F238E27FC236}">
                <a16:creationId xmlns:a16="http://schemas.microsoft.com/office/drawing/2014/main" id="{8C51F109-43AF-56D3-DEC5-998070CB3A9B}"/>
              </a:ext>
            </a:extLst>
          </p:cNvPr>
          <p:cNvGraphicFramePr>
            <a:graphicFrameLocks noGrp="1"/>
          </p:cNvGraphicFramePr>
          <p:nvPr>
            <p:ph idx="1"/>
            <p:extLst>
              <p:ext uri="{D42A27DB-BD31-4B8C-83A1-F6EECF244321}">
                <p14:modId xmlns:p14="http://schemas.microsoft.com/office/powerpoint/2010/main" val="3029049913"/>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76774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8564C2D-4C03-4880-4108-4474AF4F4093}"/>
              </a:ext>
            </a:extLst>
          </p:cNvPr>
          <p:cNvSpPr>
            <a:spLocks noGrp="1"/>
          </p:cNvSpPr>
          <p:nvPr>
            <p:ph type="title"/>
          </p:nvPr>
        </p:nvSpPr>
        <p:spPr>
          <a:xfrm>
            <a:off x="1371597" y="348865"/>
            <a:ext cx="10044023" cy="877729"/>
          </a:xfrm>
        </p:spPr>
        <p:txBody>
          <a:bodyPr anchor="ctr">
            <a:normAutofit/>
          </a:bodyPr>
          <a:lstStyle/>
          <a:p>
            <a:r>
              <a:rPr lang="en-IN" sz="4000">
                <a:solidFill>
                  <a:srgbClr val="FFFFFF"/>
                </a:solidFill>
              </a:rPr>
              <a:t>Image Generation Architectures</a:t>
            </a:r>
          </a:p>
        </p:txBody>
      </p:sp>
      <p:graphicFrame>
        <p:nvGraphicFramePr>
          <p:cNvPr id="5" name="Content Placeholder 2">
            <a:extLst>
              <a:ext uri="{FF2B5EF4-FFF2-40B4-BE49-F238E27FC236}">
                <a16:creationId xmlns:a16="http://schemas.microsoft.com/office/drawing/2014/main" id="{3FE4BCB1-5A7C-A556-3452-18A7596E0823}"/>
              </a:ext>
            </a:extLst>
          </p:cNvPr>
          <p:cNvGraphicFramePr>
            <a:graphicFrameLocks noGrp="1"/>
          </p:cNvGraphicFramePr>
          <p:nvPr>
            <p:ph idx="1"/>
            <p:extLst>
              <p:ext uri="{D42A27DB-BD31-4B8C-83A1-F6EECF244321}">
                <p14:modId xmlns:p14="http://schemas.microsoft.com/office/powerpoint/2010/main" val="661085666"/>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5415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CC96832-ECA2-956D-1ED1-31BE90869236}"/>
              </a:ext>
            </a:extLst>
          </p:cNvPr>
          <p:cNvSpPr>
            <a:spLocks noGrp="1"/>
          </p:cNvSpPr>
          <p:nvPr>
            <p:ph type="title"/>
          </p:nvPr>
        </p:nvSpPr>
        <p:spPr>
          <a:xfrm>
            <a:off x="1371597" y="348865"/>
            <a:ext cx="10044023" cy="877729"/>
          </a:xfrm>
        </p:spPr>
        <p:txBody>
          <a:bodyPr anchor="ctr">
            <a:normAutofit/>
          </a:bodyPr>
          <a:lstStyle/>
          <a:p>
            <a:r>
              <a:rPr lang="en-IN" sz="4000">
                <a:solidFill>
                  <a:srgbClr val="FFFFFF"/>
                </a:solidFill>
              </a:rPr>
              <a:t>Variational Autoencoders (VAEs)</a:t>
            </a:r>
          </a:p>
        </p:txBody>
      </p:sp>
      <p:graphicFrame>
        <p:nvGraphicFramePr>
          <p:cNvPr id="5" name="Content Placeholder 2">
            <a:extLst>
              <a:ext uri="{FF2B5EF4-FFF2-40B4-BE49-F238E27FC236}">
                <a16:creationId xmlns:a16="http://schemas.microsoft.com/office/drawing/2014/main" id="{10EB97B6-796E-939B-38B3-9AFEF552AC32}"/>
              </a:ext>
            </a:extLst>
          </p:cNvPr>
          <p:cNvGraphicFramePr>
            <a:graphicFrameLocks noGrp="1"/>
          </p:cNvGraphicFramePr>
          <p:nvPr>
            <p:ph idx="1"/>
            <p:extLst>
              <p:ext uri="{D42A27DB-BD31-4B8C-83A1-F6EECF244321}">
                <p14:modId xmlns:p14="http://schemas.microsoft.com/office/powerpoint/2010/main" val="3315611649"/>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299804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BC77230-6A97-DE6A-2C69-910AFBE39B3A}"/>
              </a:ext>
            </a:extLst>
          </p:cNvPr>
          <p:cNvSpPr>
            <a:spLocks noGrp="1"/>
          </p:cNvSpPr>
          <p:nvPr>
            <p:ph type="title"/>
          </p:nvPr>
        </p:nvSpPr>
        <p:spPr>
          <a:xfrm>
            <a:off x="1371597" y="348865"/>
            <a:ext cx="10044023" cy="877729"/>
          </a:xfrm>
        </p:spPr>
        <p:txBody>
          <a:bodyPr anchor="ctr">
            <a:normAutofit/>
          </a:bodyPr>
          <a:lstStyle/>
          <a:p>
            <a:r>
              <a:rPr lang="en-IN" sz="4000">
                <a:solidFill>
                  <a:srgbClr val="FFFFFF"/>
                </a:solidFill>
              </a:rPr>
              <a:t>Generative Adversarial Networks (GANs)</a:t>
            </a:r>
          </a:p>
        </p:txBody>
      </p:sp>
      <p:graphicFrame>
        <p:nvGraphicFramePr>
          <p:cNvPr id="5" name="Content Placeholder 2">
            <a:extLst>
              <a:ext uri="{FF2B5EF4-FFF2-40B4-BE49-F238E27FC236}">
                <a16:creationId xmlns:a16="http://schemas.microsoft.com/office/drawing/2014/main" id="{D1617936-903E-1EAA-4EEC-6A1BA85F6F42}"/>
              </a:ext>
            </a:extLst>
          </p:cNvPr>
          <p:cNvGraphicFramePr>
            <a:graphicFrameLocks noGrp="1"/>
          </p:cNvGraphicFramePr>
          <p:nvPr>
            <p:ph idx="1"/>
            <p:extLst>
              <p:ext uri="{D42A27DB-BD31-4B8C-83A1-F6EECF244321}">
                <p14:modId xmlns:p14="http://schemas.microsoft.com/office/powerpoint/2010/main" val="4032032518"/>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918636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96DA7-B18A-0CBD-6FD3-8EFEF56859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4890E0-1330-F8E2-CE0F-1883E5E39191}"/>
              </a:ext>
            </a:extLst>
          </p:cNvPr>
          <p:cNvSpPr>
            <a:spLocks noGrp="1"/>
          </p:cNvSpPr>
          <p:nvPr>
            <p:ph type="title"/>
          </p:nvPr>
        </p:nvSpPr>
        <p:spPr/>
        <p:txBody>
          <a:bodyPr/>
          <a:lstStyle/>
          <a:p>
            <a:r>
              <a:rPr lang="en-IN"/>
              <a:t>Generative Adversarial Networks (GANs)</a:t>
            </a:r>
            <a:endParaRPr lang="en-IN" dirty="0"/>
          </a:p>
        </p:txBody>
      </p:sp>
      <p:sp>
        <p:nvSpPr>
          <p:cNvPr id="3" name="Content Placeholder 2">
            <a:extLst>
              <a:ext uri="{FF2B5EF4-FFF2-40B4-BE49-F238E27FC236}">
                <a16:creationId xmlns:a16="http://schemas.microsoft.com/office/drawing/2014/main" id="{2AB5D0BE-EBEB-506D-4D33-08453D92AB78}"/>
              </a:ext>
            </a:extLst>
          </p:cNvPr>
          <p:cNvSpPr>
            <a:spLocks noGrp="1"/>
          </p:cNvSpPr>
          <p:nvPr>
            <p:ph idx="1"/>
          </p:nvPr>
        </p:nvSpPr>
        <p:spPr/>
        <p:txBody>
          <a:bodyPr>
            <a:normAutofit/>
          </a:bodyPr>
          <a:lstStyle/>
          <a:p>
            <a:r>
              <a:rPr lang="en-US"/>
              <a:t>The Math (Minimax Game)</a:t>
            </a:r>
          </a:p>
          <a:p>
            <a:pPr lvl="1"/>
            <a:r>
              <a:rPr lang="en-US"/>
              <a:t>They play a zero-sum game. The Generator wants to minimize the value function V(D,G) , while the Discriminator wants to maximize it.</a:t>
            </a:r>
          </a:p>
          <a:p>
            <a:pPr marL="0" indent="0">
              <a:buNone/>
            </a:pPr>
            <a:endParaRPr lang="en-US"/>
          </a:p>
          <a:p>
            <a:pPr marL="0" indent="0">
              <a:buNone/>
            </a:pPr>
            <a:endParaRPr lang="en-US"/>
          </a:p>
          <a:p>
            <a:r>
              <a:rPr lang="en-US"/>
              <a:t>Result</a:t>
            </a:r>
          </a:p>
          <a:p>
            <a:pPr lvl="1"/>
            <a:r>
              <a:rPr lang="en-US"/>
              <a:t>Sharp, realistic images, but very hard to train (unstable).</a:t>
            </a:r>
          </a:p>
          <a:p>
            <a:endParaRPr lang="en-IN" dirty="0"/>
          </a:p>
        </p:txBody>
      </p:sp>
      <p:pic>
        <p:nvPicPr>
          <p:cNvPr id="5" name="Picture 4">
            <a:extLst>
              <a:ext uri="{FF2B5EF4-FFF2-40B4-BE49-F238E27FC236}">
                <a16:creationId xmlns:a16="http://schemas.microsoft.com/office/drawing/2014/main" id="{CA62A371-910E-8D9D-EDAA-7C29E1E3BD41}"/>
              </a:ext>
            </a:extLst>
          </p:cNvPr>
          <p:cNvPicPr>
            <a:picLocks noChangeAspect="1"/>
          </p:cNvPicPr>
          <p:nvPr/>
        </p:nvPicPr>
        <p:blipFill>
          <a:blip r:embed="rId2"/>
          <a:stretch>
            <a:fillRect/>
          </a:stretch>
        </p:blipFill>
        <p:spPr>
          <a:xfrm>
            <a:off x="3066894" y="3254676"/>
            <a:ext cx="6058211" cy="768389"/>
          </a:xfrm>
          <a:prstGeom prst="rect">
            <a:avLst/>
          </a:prstGeom>
        </p:spPr>
      </p:pic>
    </p:spTree>
    <p:extLst>
      <p:ext uri="{BB962C8B-B14F-4D97-AF65-F5344CB8AC3E}">
        <p14:creationId xmlns:p14="http://schemas.microsoft.com/office/powerpoint/2010/main" val="3437814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ED67EC7-6B3F-C9F5-1F79-4375FDE9F7B0}"/>
              </a:ext>
            </a:extLst>
          </p:cNvPr>
          <p:cNvSpPr>
            <a:spLocks noGrp="1"/>
          </p:cNvSpPr>
          <p:nvPr>
            <p:ph type="title"/>
          </p:nvPr>
        </p:nvSpPr>
        <p:spPr>
          <a:xfrm>
            <a:off x="1371597" y="348865"/>
            <a:ext cx="10044023" cy="877729"/>
          </a:xfrm>
        </p:spPr>
        <p:txBody>
          <a:bodyPr anchor="ctr">
            <a:normAutofit/>
          </a:bodyPr>
          <a:lstStyle/>
          <a:p>
            <a:r>
              <a:rPr lang="en-IN" sz="4000">
                <a:solidFill>
                  <a:srgbClr val="FFFFFF"/>
                </a:solidFill>
              </a:rPr>
              <a:t>Diffusion Models (The Modern Standard)</a:t>
            </a:r>
          </a:p>
        </p:txBody>
      </p:sp>
      <p:graphicFrame>
        <p:nvGraphicFramePr>
          <p:cNvPr id="36" name="Content Placeholder 2">
            <a:extLst>
              <a:ext uri="{FF2B5EF4-FFF2-40B4-BE49-F238E27FC236}">
                <a16:creationId xmlns:a16="http://schemas.microsoft.com/office/drawing/2014/main" id="{81B30515-DFFA-FD53-ED37-68D91444F360}"/>
              </a:ext>
            </a:extLst>
          </p:cNvPr>
          <p:cNvGraphicFramePr>
            <a:graphicFrameLocks noGrp="1"/>
          </p:cNvGraphicFramePr>
          <p:nvPr>
            <p:ph idx="1"/>
            <p:extLst>
              <p:ext uri="{D42A27DB-BD31-4B8C-83A1-F6EECF244321}">
                <p14:modId xmlns:p14="http://schemas.microsoft.com/office/powerpoint/2010/main" val="239366670"/>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36500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1C189-D5CF-4BF8-126F-CE13F5E740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BBD8D5-8701-21B1-6CBC-FB8A3C0392FD}"/>
              </a:ext>
            </a:extLst>
          </p:cNvPr>
          <p:cNvSpPr>
            <a:spLocks noGrp="1"/>
          </p:cNvSpPr>
          <p:nvPr>
            <p:ph type="title"/>
          </p:nvPr>
        </p:nvSpPr>
        <p:spPr/>
        <p:txBody>
          <a:bodyPr/>
          <a:lstStyle/>
          <a:p>
            <a:r>
              <a:rPr lang="en-IN" dirty="0"/>
              <a:t>Diffusion Models (The Modern Standard)</a:t>
            </a:r>
          </a:p>
        </p:txBody>
      </p:sp>
      <p:sp>
        <p:nvSpPr>
          <p:cNvPr id="3" name="Content Placeholder 2">
            <a:extLst>
              <a:ext uri="{FF2B5EF4-FFF2-40B4-BE49-F238E27FC236}">
                <a16:creationId xmlns:a16="http://schemas.microsoft.com/office/drawing/2014/main" id="{0090CBF8-0FB1-53B5-8B45-878DCFAE641F}"/>
              </a:ext>
            </a:extLst>
          </p:cNvPr>
          <p:cNvSpPr>
            <a:spLocks noGrp="1"/>
          </p:cNvSpPr>
          <p:nvPr>
            <p:ph idx="1"/>
          </p:nvPr>
        </p:nvSpPr>
        <p:spPr/>
        <p:txBody>
          <a:bodyPr>
            <a:normAutofit/>
          </a:bodyPr>
          <a:lstStyle/>
          <a:p>
            <a:r>
              <a:rPr lang="en-US" dirty="0"/>
              <a:t>Forward Diffusion (Destroying Data)</a:t>
            </a:r>
          </a:p>
          <a:p>
            <a:pPr lvl="1"/>
            <a:r>
              <a:rPr lang="en-US" dirty="0"/>
              <a:t>Take a clear image and slowly add Gaussian noise to it over 1,000 steps until it is pure static (random noise).</a:t>
            </a:r>
          </a:p>
          <a:p>
            <a:pPr lvl="1"/>
            <a:endParaRPr lang="en-US" dirty="0"/>
          </a:p>
          <a:p>
            <a:pPr lvl="1"/>
            <a:endParaRPr lang="en-US" dirty="0"/>
          </a:p>
          <a:p>
            <a:r>
              <a:rPr lang="en-US" dirty="0"/>
              <a:t>Reverse Diffusion (Creating Data)</a:t>
            </a:r>
          </a:p>
          <a:p>
            <a:pPr lvl="1"/>
            <a:r>
              <a:rPr lang="en-US" dirty="0"/>
              <a:t>Train a neural network (usually a U-Net) to predict the noise and subtract it.</a:t>
            </a:r>
          </a:p>
          <a:p>
            <a:r>
              <a:rPr lang="en-US" dirty="0"/>
              <a:t>If you start with pure static and subtract the predicted noise 1,000 times, you reveal a crisp, new image.</a:t>
            </a:r>
          </a:p>
        </p:txBody>
      </p:sp>
      <p:pic>
        <p:nvPicPr>
          <p:cNvPr id="5" name="Picture 4">
            <a:extLst>
              <a:ext uri="{FF2B5EF4-FFF2-40B4-BE49-F238E27FC236}">
                <a16:creationId xmlns:a16="http://schemas.microsoft.com/office/drawing/2014/main" id="{F879E6C4-1242-041C-88B5-034F99D7369A}"/>
              </a:ext>
            </a:extLst>
          </p:cNvPr>
          <p:cNvPicPr>
            <a:picLocks noChangeAspect="1"/>
          </p:cNvPicPr>
          <p:nvPr/>
        </p:nvPicPr>
        <p:blipFill>
          <a:blip r:embed="rId2"/>
          <a:stretch>
            <a:fillRect/>
          </a:stretch>
        </p:blipFill>
        <p:spPr>
          <a:xfrm>
            <a:off x="4019443" y="3111483"/>
            <a:ext cx="4153113" cy="635033"/>
          </a:xfrm>
          <a:prstGeom prst="rect">
            <a:avLst/>
          </a:prstGeom>
        </p:spPr>
      </p:pic>
    </p:spTree>
    <p:extLst>
      <p:ext uri="{BB962C8B-B14F-4D97-AF65-F5344CB8AC3E}">
        <p14:creationId xmlns:p14="http://schemas.microsoft.com/office/powerpoint/2010/main" val="3241144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E436D1-FAEF-2A8B-AC2B-ADC0A17BE9D3}"/>
              </a:ext>
            </a:extLst>
          </p:cNvPr>
          <p:cNvSpPr>
            <a:spLocks noGrp="1"/>
          </p:cNvSpPr>
          <p:nvPr>
            <p:ph type="title"/>
          </p:nvPr>
        </p:nvSpPr>
        <p:spPr>
          <a:xfrm>
            <a:off x="1371597" y="348865"/>
            <a:ext cx="10044023" cy="877729"/>
          </a:xfrm>
        </p:spPr>
        <p:txBody>
          <a:bodyPr anchor="ctr">
            <a:normAutofit/>
          </a:bodyPr>
          <a:lstStyle/>
          <a:p>
            <a:r>
              <a:rPr lang="en-IN" sz="4000">
                <a:solidFill>
                  <a:srgbClr val="FFFFFF"/>
                </a:solidFill>
              </a:rPr>
              <a:t>Video Generation (Space-Time)</a:t>
            </a:r>
          </a:p>
        </p:txBody>
      </p:sp>
      <p:graphicFrame>
        <p:nvGraphicFramePr>
          <p:cNvPr id="5" name="Content Placeholder 2">
            <a:extLst>
              <a:ext uri="{FF2B5EF4-FFF2-40B4-BE49-F238E27FC236}">
                <a16:creationId xmlns:a16="http://schemas.microsoft.com/office/drawing/2014/main" id="{E27E9D06-6A51-C31F-434F-DFBC90BF049B}"/>
              </a:ext>
            </a:extLst>
          </p:cNvPr>
          <p:cNvGraphicFramePr>
            <a:graphicFrameLocks noGrp="1"/>
          </p:cNvGraphicFramePr>
          <p:nvPr>
            <p:ph idx="1"/>
            <p:extLst>
              <p:ext uri="{D42A27DB-BD31-4B8C-83A1-F6EECF244321}">
                <p14:modId xmlns:p14="http://schemas.microsoft.com/office/powerpoint/2010/main" val="1458497158"/>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159183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8A17A55-D421-2DB9-DD60-E18371964C15}"/>
              </a:ext>
            </a:extLst>
          </p:cNvPr>
          <p:cNvSpPr>
            <a:spLocks noGrp="1"/>
          </p:cNvSpPr>
          <p:nvPr>
            <p:ph type="title"/>
          </p:nvPr>
        </p:nvSpPr>
        <p:spPr>
          <a:xfrm>
            <a:off x="1371597" y="348865"/>
            <a:ext cx="10044023" cy="877729"/>
          </a:xfrm>
        </p:spPr>
        <p:txBody>
          <a:bodyPr anchor="ctr">
            <a:normAutofit/>
          </a:bodyPr>
          <a:lstStyle/>
          <a:p>
            <a:r>
              <a:rPr lang="en-IN" sz="4000">
                <a:solidFill>
                  <a:srgbClr val="FFFFFF"/>
                </a:solidFill>
              </a:rPr>
              <a:t>The Architecture - Spatiotemporal Transformers</a:t>
            </a:r>
          </a:p>
        </p:txBody>
      </p:sp>
      <p:graphicFrame>
        <p:nvGraphicFramePr>
          <p:cNvPr id="5" name="Content Placeholder 2">
            <a:extLst>
              <a:ext uri="{FF2B5EF4-FFF2-40B4-BE49-F238E27FC236}">
                <a16:creationId xmlns:a16="http://schemas.microsoft.com/office/drawing/2014/main" id="{FB0387DA-E9F5-9C4C-5B5C-18A81BEF684C}"/>
              </a:ext>
            </a:extLst>
          </p:cNvPr>
          <p:cNvGraphicFramePr>
            <a:graphicFrameLocks noGrp="1"/>
          </p:cNvGraphicFramePr>
          <p:nvPr>
            <p:ph idx="1"/>
            <p:extLst>
              <p:ext uri="{D42A27DB-BD31-4B8C-83A1-F6EECF244321}">
                <p14:modId xmlns:p14="http://schemas.microsoft.com/office/powerpoint/2010/main" val="3281321393"/>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34043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1F83918-DA44-B133-0DDB-DAF46BCE6DB7}"/>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Multimodal Models (Connecting Text &amp; Images)</a:t>
            </a:r>
            <a:endParaRPr lang="en-IN" sz="4000">
              <a:solidFill>
                <a:srgbClr val="FFFFFF"/>
              </a:solidFill>
            </a:endParaRPr>
          </a:p>
        </p:txBody>
      </p:sp>
      <p:graphicFrame>
        <p:nvGraphicFramePr>
          <p:cNvPr id="5" name="Content Placeholder 2">
            <a:extLst>
              <a:ext uri="{FF2B5EF4-FFF2-40B4-BE49-F238E27FC236}">
                <a16:creationId xmlns:a16="http://schemas.microsoft.com/office/drawing/2014/main" id="{CF4720E5-4192-2085-6B88-681E1CC20D1C}"/>
              </a:ext>
            </a:extLst>
          </p:cNvPr>
          <p:cNvGraphicFramePr>
            <a:graphicFrameLocks noGrp="1"/>
          </p:cNvGraphicFramePr>
          <p:nvPr>
            <p:ph idx="1"/>
            <p:extLst>
              <p:ext uri="{D42A27DB-BD31-4B8C-83A1-F6EECF244321}">
                <p14:modId xmlns:p14="http://schemas.microsoft.com/office/powerpoint/2010/main" val="1792643878"/>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16597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1D46841-B964-40C2-32CA-E2525084AC87}"/>
              </a:ext>
            </a:extLst>
          </p:cNvPr>
          <p:cNvSpPr>
            <a:spLocks noGrp="1"/>
          </p:cNvSpPr>
          <p:nvPr>
            <p:ph type="title"/>
          </p:nvPr>
        </p:nvSpPr>
        <p:spPr>
          <a:xfrm>
            <a:off x="621792" y="1161288"/>
            <a:ext cx="3602736" cy="4526280"/>
          </a:xfrm>
        </p:spPr>
        <p:txBody>
          <a:bodyPr>
            <a:normAutofit/>
          </a:bodyPr>
          <a:lstStyle/>
          <a:p>
            <a:r>
              <a:rPr lang="en-US" sz="4000"/>
              <a:t>The Training Game (Contrastive Learning)</a:t>
            </a:r>
            <a:endParaRPr lang="en-IN" sz="4000"/>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D79F4949-FB18-D1DC-B498-FEC9F914087C}"/>
              </a:ext>
            </a:extLst>
          </p:cNvPr>
          <p:cNvGraphicFramePr>
            <a:graphicFrameLocks noGrp="1"/>
          </p:cNvGraphicFramePr>
          <p:nvPr>
            <p:ph idx="1"/>
            <p:extLst>
              <p:ext uri="{D42A27DB-BD31-4B8C-83A1-F6EECF244321}">
                <p14:modId xmlns:p14="http://schemas.microsoft.com/office/powerpoint/2010/main" val="3157569637"/>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261230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DCA5CDC-9760-21EA-EE1E-41504D0E7545}"/>
              </a:ext>
            </a:extLst>
          </p:cNvPr>
          <p:cNvSpPr>
            <a:spLocks noGrp="1"/>
          </p:cNvSpPr>
          <p:nvPr>
            <p:ph type="title"/>
          </p:nvPr>
        </p:nvSpPr>
        <p:spPr>
          <a:xfrm>
            <a:off x="1371597" y="348865"/>
            <a:ext cx="10044023" cy="877729"/>
          </a:xfrm>
        </p:spPr>
        <p:txBody>
          <a:bodyPr anchor="ctr">
            <a:normAutofit/>
          </a:bodyPr>
          <a:lstStyle/>
          <a:p>
            <a:r>
              <a:rPr lang="en-IN" sz="4000">
                <a:solidFill>
                  <a:srgbClr val="FFFFFF"/>
                </a:solidFill>
              </a:rPr>
              <a:t>Multimodal (CLIP)</a:t>
            </a:r>
          </a:p>
        </p:txBody>
      </p:sp>
      <p:graphicFrame>
        <p:nvGraphicFramePr>
          <p:cNvPr id="5" name="Content Placeholder 2">
            <a:extLst>
              <a:ext uri="{FF2B5EF4-FFF2-40B4-BE49-F238E27FC236}">
                <a16:creationId xmlns:a16="http://schemas.microsoft.com/office/drawing/2014/main" id="{F4017C8C-F93D-0C3A-B351-F3EBB4E88C15}"/>
              </a:ext>
            </a:extLst>
          </p:cNvPr>
          <p:cNvGraphicFramePr>
            <a:graphicFrameLocks noGrp="1"/>
          </p:cNvGraphicFramePr>
          <p:nvPr>
            <p:ph idx="1"/>
            <p:extLst>
              <p:ext uri="{D42A27DB-BD31-4B8C-83A1-F6EECF244321}">
                <p14:modId xmlns:p14="http://schemas.microsoft.com/office/powerpoint/2010/main" val="4171956932"/>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817971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5" name="Rectangle 6154">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7" name="Rectangle 6156">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9" name="Rectangle 6158">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1" name="Rectangle 6160">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50" name="Picture 6" descr="What is LLM? - Large Language Models Explained">
            <a:extLst>
              <a:ext uri="{FF2B5EF4-FFF2-40B4-BE49-F238E27FC236}">
                <a16:creationId xmlns:a16="http://schemas.microsoft.com/office/drawing/2014/main" id="{8F26A342-85A2-361C-62DB-0629CA9D019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758483" y="457200"/>
            <a:ext cx="8675033"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26377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9" name="Rectangle 512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55B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1" name="Rectangle 513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4" name="Picture 4" descr="LLM Knowledge Graph Builder Front-End Architecture - Graph Database &amp;  Analytics">
            <a:extLst>
              <a:ext uri="{FF2B5EF4-FFF2-40B4-BE49-F238E27FC236}">
                <a16:creationId xmlns:a16="http://schemas.microsoft.com/office/drawing/2014/main" id="{A719ADF4-6E99-9DB8-8166-2E45F5AFF18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43467" y="866310"/>
            <a:ext cx="10905066" cy="51253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41285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60050D-2327-3B20-0B08-2677E86C3E41}"/>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DA16B30-9D1B-83F9-1D21-E50524FDA4EB}"/>
              </a:ext>
            </a:extLst>
          </p:cNvPr>
          <p:cNvSpPr>
            <a:spLocks noGrp="1"/>
          </p:cNvSpPr>
          <p:nvPr>
            <p:ph type="title"/>
          </p:nvPr>
        </p:nvSpPr>
        <p:spPr>
          <a:xfrm>
            <a:off x="1371597" y="348865"/>
            <a:ext cx="10044023" cy="877729"/>
          </a:xfrm>
        </p:spPr>
        <p:txBody>
          <a:bodyPr anchor="ctr">
            <a:normAutofit/>
          </a:bodyPr>
          <a:lstStyle/>
          <a:p>
            <a:r>
              <a:rPr lang="en-US" sz="4000" dirty="0">
                <a:solidFill>
                  <a:srgbClr val="FFFFFF"/>
                </a:solidFill>
              </a:rPr>
              <a:t>What makes GenAI different from ML pipelines</a:t>
            </a:r>
            <a:endParaRPr lang="en-IN" sz="4000" dirty="0">
              <a:solidFill>
                <a:srgbClr val="FFFFFF"/>
              </a:solidFill>
            </a:endParaRPr>
          </a:p>
        </p:txBody>
      </p:sp>
      <p:graphicFrame>
        <p:nvGraphicFramePr>
          <p:cNvPr id="5" name="Content Placeholder 4">
            <a:extLst>
              <a:ext uri="{FF2B5EF4-FFF2-40B4-BE49-F238E27FC236}">
                <a16:creationId xmlns:a16="http://schemas.microsoft.com/office/drawing/2014/main" id="{FECA1B20-48CD-A9DA-D79B-396ADD405C67}"/>
              </a:ext>
            </a:extLst>
          </p:cNvPr>
          <p:cNvGraphicFramePr>
            <a:graphicFrameLocks noGrp="1"/>
          </p:cNvGraphicFramePr>
          <p:nvPr>
            <p:ph idx="1"/>
            <p:extLst>
              <p:ext uri="{D42A27DB-BD31-4B8C-83A1-F6EECF244321}">
                <p14:modId xmlns:p14="http://schemas.microsoft.com/office/powerpoint/2010/main" val="2288483838"/>
              </p:ext>
            </p:extLst>
          </p:nvPr>
        </p:nvGraphicFramePr>
        <p:xfrm>
          <a:off x="1196695" y="2112579"/>
          <a:ext cx="9822551" cy="4192806"/>
        </p:xfrm>
        <a:graphic>
          <a:graphicData uri="http://schemas.openxmlformats.org/drawingml/2006/table">
            <a:tbl>
              <a:tblPr firstRow="1" bandRow="1">
                <a:tableStyleId>{5C22544A-7EE6-4342-B048-85BDC9FD1C3A}</a:tableStyleId>
              </a:tblPr>
              <a:tblGrid>
                <a:gridCol w="1456306">
                  <a:extLst>
                    <a:ext uri="{9D8B030D-6E8A-4147-A177-3AD203B41FA5}">
                      <a16:colId xmlns:a16="http://schemas.microsoft.com/office/drawing/2014/main" val="2309019055"/>
                    </a:ext>
                  </a:extLst>
                </a:gridCol>
                <a:gridCol w="4262216">
                  <a:extLst>
                    <a:ext uri="{9D8B030D-6E8A-4147-A177-3AD203B41FA5}">
                      <a16:colId xmlns:a16="http://schemas.microsoft.com/office/drawing/2014/main" val="2319512271"/>
                    </a:ext>
                  </a:extLst>
                </a:gridCol>
                <a:gridCol w="4104029">
                  <a:extLst>
                    <a:ext uri="{9D8B030D-6E8A-4147-A177-3AD203B41FA5}">
                      <a16:colId xmlns:a16="http://schemas.microsoft.com/office/drawing/2014/main" val="1300432188"/>
                    </a:ext>
                  </a:extLst>
                </a:gridCol>
              </a:tblGrid>
              <a:tr h="300680">
                <a:tc>
                  <a:txBody>
                    <a:bodyPr/>
                    <a:lstStyle/>
                    <a:p>
                      <a:pPr algn="ctr" fontAlgn="b">
                        <a:buNone/>
                      </a:pPr>
                      <a:r>
                        <a:rPr lang="en-IN" sz="1700" u="none" strike="noStrike" dirty="0">
                          <a:effectLst/>
                        </a:rPr>
                        <a:t>Feature</a:t>
                      </a:r>
                      <a:endParaRPr lang="en-IN" sz="1700" b="0" i="0" u="none" strike="noStrike" dirty="0">
                        <a:solidFill>
                          <a:srgbClr val="000000"/>
                        </a:solidFill>
                        <a:effectLst/>
                        <a:latin typeface="Aptos Narrow" panose="020B0004020202020204" pitchFamily="34" charset="0"/>
                      </a:endParaRPr>
                    </a:p>
                  </a:txBody>
                  <a:tcPr marL="9293" marR="9293" marT="9293" marB="0" anchor="ctr"/>
                </a:tc>
                <a:tc>
                  <a:txBody>
                    <a:bodyPr/>
                    <a:lstStyle/>
                    <a:p>
                      <a:pPr algn="ctr" fontAlgn="b">
                        <a:buNone/>
                      </a:pPr>
                      <a:r>
                        <a:rPr lang="en-IN" sz="1700" u="none" strike="noStrike" dirty="0">
                          <a:effectLst/>
                        </a:rPr>
                        <a:t>Traditional ML Pipelines</a:t>
                      </a:r>
                      <a:endParaRPr lang="en-IN" sz="1700" b="0" i="0" u="none" strike="noStrike" dirty="0">
                        <a:solidFill>
                          <a:srgbClr val="000000"/>
                        </a:solidFill>
                        <a:effectLst/>
                        <a:latin typeface="Aptos Narrow" panose="020B0004020202020204" pitchFamily="34" charset="0"/>
                      </a:endParaRPr>
                    </a:p>
                  </a:txBody>
                  <a:tcPr marL="9293" marR="9293" marT="9293" marB="0" anchor="ctr"/>
                </a:tc>
                <a:tc>
                  <a:txBody>
                    <a:bodyPr/>
                    <a:lstStyle/>
                    <a:p>
                      <a:pPr algn="ctr" fontAlgn="b">
                        <a:buNone/>
                      </a:pPr>
                      <a:r>
                        <a:rPr lang="en-IN" sz="1700" u="none" strike="noStrike">
                          <a:effectLst/>
                        </a:rPr>
                        <a:t>GenAI / Agentic Systems</a:t>
                      </a:r>
                      <a:endParaRPr lang="en-IN" sz="1700" b="0" i="0" u="none" strike="noStrike">
                        <a:solidFill>
                          <a:srgbClr val="000000"/>
                        </a:solidFill>
                        <a:effectLst/>
                        <a:latin typeface="Aptos Narrow" panose="020B0004020202020204" pitchFamily="34" charset="0"/>
                      </a:endParaRPr>
                    </a:p>
                  </a:txBody>
                  <a:tcPr marL="9293" marR="9293" marT="9293" marB="0" anchor="ctr"/>
                </a:tc>
                <a:extLst>
                  <a:ext uri="{0D108BD9-81ED-4DB2-BD59-A6C34878D82A}">
                    <a16:rowId xmlns:a16="http://schemas.microsoft.com/office/drawing/2014/main" val="3636737046"/>
                  </a:ext>
                </a:extLst>
              </a:tr>
              <a:tr h="556018">
                <a:tc>
                  <a:txBody>
                    <a:bodyPr/>
                    <a:lstStyle/>
                    <a:p>
                      <a:pPr algn="l" fontAlgn="b">
                        <a:buNone/>
                      </a:pPr>
                      <a:r>
                        <a:rPr lang="en-IN" sz="1700" u="none" strike="noStrike">
                          <a:effectLst/>
                        </a:rPr>
                        <a:t>Primary Goal</a:t>
                      </a:r>
                      <a:endParaRPr lang="en-IN" sz="1700" b="0" i="0" u="none" strike="noStrike">
                        <a:solidFill>
                          <a:srgbClr val="000000"/>
                        </a:solidFill>
                        <a:effectLst/>
                        <a:latin typeface="Aptos Narrow" panose="020B0004020202020204" pitchFamily="34" charset="0"/>
                      </a:endParaRPr>
                    </a:p>
                  </a:txBody>
                  <a:tcPr marL="9293" marR="9293" marT="9293" marB="0" anchor="ctr"/>
                </a:tc>
                <a:tc>
                  <a:txBody>
                    <a:bodyPr/>
                    <a:lstStyle/>
                    <a:p>
                      <a:pPr algn="l" fontAlgn="b">
                        <a:buNone/>
                      </a:pPr>
                      <a:r>
                        <a:rPr lang="en-IN" sz="1700" u="none" strike="noStrike">
                          <a:effectLst/>
                        </a:rPr>
                        <a:t>Task-specific prediction (e.g.: classification, regression).</a:t>
                      </a:r>
                      <a:endParaRPr lang="en-IN" sz="1700" b="0" i="0" u="none" strike="noStrike">
                        <a:solidFill>
                          <a:srgbClr val="000000"/>
                        </a:solidFill>
                        <a:effectLst/>
                        <a:latin typeface="Aptos Narrow" panose="020B0004020202020204" pitchFamily="34" charset="0"/>
                      </a:endParaRPr>
                    </a:p>
                  </a:txBody>
                  <a:tcPr marL="9293" marR="9293" marT="9293" marB="0" anchor="ctr"/>
                </a:tc>
                <a:tc>
                  <a:txBody>
                    <a:bodyPr/>
                    <a:lstStyle/>
                    <a:p>
                      <a:pPr algn="l" fontAlgn="b">
                        <a:buNone/>
                      </a:pPr>
                      <a:r>
                        <a:rPr lang="en-US" sz="1700" u="none" strike="noStrike" dirty="0">
                          <a:effectLst/>
                        </a:rPr>
                        <a:t>General-purpose reasoning and content generation.</a:t>
                      </a:r>
                      <a:endParaRPr lang="en-US" sz="1700" b="0" i="0" u="none" strike="noStrike" dirty="0">
                        <a:solidFill>
                          <a:srgbClr val="000000"/>
                        </a:solidFill>
                        <a:effectLst/>
                        <a:latin typeface="Aptos Narrow" panose="020B0004020202020204" pitchFamily="34" charset="0"/>
                      </a:endParaRPr>
                    </a:p>
                  </a:txBody>
                  <a:tcPr marL="9293" marR="9293" marT="9293" marB="0" anchor="ctr"/>
                </a:tc>
                <a:extLst>
                  <a:ext uri="{0D108BD9-81ED-4DB2-BD59-A6C34878D82A}">
                    <a16:rowId xmlns:a16="http://schemas.microsoft.com/office/drawing/2014/main" val="2601043927"/>
                  </a:ext>
                </a:extLst>
              </a:tr>
              <a:tr h="556018">
                <a:tc>
                  <a:txBody>
                    <a:bodyPr/>
                    <a:lstStyle/>
                    <a:p>
                      <a:pPr algn="l" fontAlgn="b">
                        <a:buNone/>
                      </a:pPr>
                      <a:r>
                        <a:rPr lang="en-IN" sz="1700" u="none" strike="noStrike">
                          <a:effectLst/>
                        </a:rPr>
                        <a:t>Core Component</a:t>
                      </a:r>
                      <a:endParaRPr lang="en-IN" sz="1700" b="0" i="0" u="none" strike="noStrike">
                        <a:solidFill>
                          <a:srgbClr val="000000"/>
                        </a:solidFill>
                        <a:effectLst/>
                        <a:latin typeface="Aptos Narrow" panose="020B0004020202020204" pitchFamily="34" charset="0"/>
                      </a:endParaRPr>
                    </a:p>
                  </a:txBody>
                  <a:tcPr marL="9293" marR="9293" marT="9293" marB="0" anchor="ctr"/>
                </a:tc>
                <a:tc>
                  <a:txBody>
                    <a:bodyPr/>
                    <a:lstStyle/>
                    <a:p>
                      <a:pPr algn="l" fontAlgn="b">
                        <a:buNone/>
                      </a:pPr>
                      <a:r>
                        <a:rPr lang="en-US" sz="1700" u="none" strike="noStrike" dirty="0">
                          <a:effectLst/>
                        </a:rPr>
                        <a:t>Specialized algorithms/pipelines for a single task.</a:t>
                      </a:r>
                      <a:endParaRPr lang="en-US" sz="1700" b="0" i="0" u="none" strike="noStrike" dirty="0">
                        <a:solidFill>
                          <a:srgbClr val="000000"/>
                        </a:solidFill>
                        <a:effectLst/>
                        <a:latin typeface="Aptos Narrow" panose="020B0004020202020204" pitchFamily="34" charset="0"/>
                      </a:endParaRPr>
                    </a:p>
                  </a:txBody>
                  <a:tcPr marL="9293" marR="9293" marT="9293" marB="0" anchor="ctr"/>
                </a:tc>
                <a:tc>
                  <a:txBody>
                    <a:bodyPr/>
                    <a:lstStyle/>
                    <a:p>
                      <a:pPr algn="l" fontAlgn="b">
                        <a:buNone/>
                      </a:pPr>
                      <a:r>
                        <a:rPr lang="en-US" sz="1700" u="none" strike="noStrike">
                          <a:effectLst/>
                        </a:rPr>
                        <a:t>LLMs used as programmable reasoning components.</a:t>
                      </a:r>
                      <a:endParaRPr lang="en-US" sz="1700" b="0" i="0" u="none" strike="noStrike">
                        <a:solidFill>
                          <a:srgbClr val="000000"/>
                        </a:solidFill>
                        <a:effectLst/>
                        <a:latin typeface="Aptos Narrow" panose="020B0004020202020204" pitchFamily="34" charset="0"/>
                      </a:endParaRPr>
                    </a:p>
                  </a:txBody>
                  <a:tcPr marL="9293" marR="9293" marT="9293" marB="0" anchor="ctr"/>
                </a:tc>
                <a:extLst>
                  <a:ext uri="{0D108BD9-81ED-4DB2-BD59-A6C34878D82A}">
                    <a16:rowId xmlns:a16="http://schemas.microsoft.com/office/drawing/2014/main" val="2425595767"/>
                  </a:ext>
                </a:extLst>
              </a:tr>
              <a:tr h="556018">
                <a:tc>
                  <a:txBody>
                    <a:bodyPr/>
                    <a:lstStyle/>
                    <a:p>
                      <a:pPr algn="l" fontAlgn="b">
                        <a:buNone/>
                      </a:pPr>
                      <a:r>
                        <a:rPr lang="en-IN" sz="1700" u="none" strike="noStrike">
                          <a:effectLst/>
                        </a:rPr>
                        <a:t>Logic Layer</a:t>
                      </a:r>
                      <a:endParaRPr lang="en-IN" sz="1700" b="0" i="0" u="none" strike="noStrike">
                        <a:solidFill>
                          <a:srgbClr val="000000"/>
                        </a:solidFill>
                        <a:effectLst/>
                        <a:latin typeface="Aptos Narrow" panose="020B0004020202020204" pitchFamily="34" charset="0"/>
                      </a:endParaRPr>
                    </a:p>
                  </a:txBody>
                  <a:tcPr marL="9293" marR="9293" marT="9293" marB="0" anchor="ctr"/>
                </a:tc>
                <a:tc>
                  <a:txBody>
                    <a:bodyPr/>
                    <a:lstStyle/>
                    <a:p>
                      <a:pPr algn="l" fontAlgn="b">
                        <a:buNone/>
                      </a:pPr>
                      <a:r>
                        <a:rPr lang="en-US" sz="1700" u="none" strike="noStrike">
                          <a:effectLst/>
                        </a:rPr>
                        <a:t>Hard-coded logic and feature engineering.</a:t>
                      </a:r>
                      <a:endParaRPr lang="en-US" sz="1700" b="0" i="0" u="none" strike="noStrike">
                        <a:solidFill>
                          <a:srgbClr val="000000"/>
                        </a:solidFill>
                        <a:effectLst/>
                        <a:latin typeface="Aptos Narrow" panose="020B0004020202020204" pitchFamily="34" charset="0"/>
                      </a:endParaRPr>
                    </a:p>
                  </a:txBody>
                  <a:tcPr marL="9293" marR="9293" marT="9293" marB="0" anchor="ctr"/>
                </a:tc>
                <a:tc>
                  <a:txBody>
                    <a:bodyPr/>
                    <a:lstStyle/>
                    <a:p>
                      <a:pPr algn="l" fontAlgn="b">
                        <a:buNone/>
                      </a:pPr>
                      <a:r>
                        <a:rPr lang="en-US" sz="1700" u="none" strike="noStrike">
                          <a:effectLst/>
                        </a:rPr>
                        <a:t>Natural language prompts acting as the interface.</a:t>
                      </a:r>
                      <a:endParaRPr lang="en-US" sz="1700" b="0" i="0" u="none" strike="noStrike">
                        <a:solidFill>
                          <a:srgbClr val="000000"/>
                        </a:solidFill>
                        <a:effectLst/>
                        <a:latin typeface="Aptos Narrow" panose="020B0004020202020204" pitchFamily="34" charset="0"/>
                      </a:endParaRPr>
                    </a:p>
                  </a:txBody>
                  <a:tcPr marL="9293" marR="9293" marT="9293" marB="0" anchor="ctr"/>
                </a:tc>
                <a:extLst>
                  <a:ext uri="{0D108BD9-81ED-4DB2-BD59-A6C34878D82A}">
                    <a16:rowId xmlns:a16="http://schemas.microsoft.com/office/drawing/2014/main" val="2697597186"/>
                  </a:ext>
                </a:extLst>
              </a:tr>
              <a:tr h="556018">
                <a:tc>
                  <a:txBody>
                    <a:bodyPr/>
                    <a:lstStyle/>
                    <a:p>
                      <a:pPr algn="l" fontAlgn="b">
                        <a:buNone/>
                      </a:pPr>
                      <a:r>
                        <a:rPr lang="en-IN" sz="1700" u="none" strike="noStrike">
                          <a:effectLst/>
                        </a:rPr>
                        <a:t>Model Usage</a:t>
                      </a:r>
                      <a:endParaRPr lang="en-IN" sz="1700" b="0" i="0" u="none" strike="noStrike">
                        <a:solidFill>
                          <a:srgbClr val="000000"/>
                        </a:solidFill>
                        <a:effectLst/>
                        <a:latin typeface="Aptos Narrow" panose="020B0004020202020204" pitchFamily="34" charset="0"/>
                      </a:endParaRPr>
                    </a:p>
                  </a:txBody>
                  <a:tcPr marL="9293" marR="9293" marT="9293" marB="0" anchor="ctr"/>
                </a:tc>
                <a:tc>
                  <a:txBody>
                    <a:bodyPr/>
                    <a:lstStyle/>
                    <a:p>
                      <a:pPr algn="l" fontAlgn="b">
                        <a:buNone/>
                      </a:pPr>
                      <a:r>
                        <a:rPr lang="en-US" sz="1700" u="none" strike="noStrike" dirty="0">
                          <a:effectLst/>
                        </a:rPr>
                        <a:t>Often requires custom training or fine-tuning.</a:t>
                      </a:r>
                      <a:endParaRPr lang="en-US" sz="1700" b="0" i="0" u="none" strike="noStrike" dirty="0">
                        <a:solidFill>
                          <a:srgbClr val="000000"/>
                        </a:solidFill>
                        <a:effectLst/>
                        <a:latin typeface="Aptos Narrow" panose="020B0004020202020204" pitchFamily="34" charset="0"/>
                      </a:endParaRPr>
                    </a:p>
                  </a:txBody>
                  <a:tcPr marL="9293" marR="9293" marT="9293" marB="0" anchor="ctr"/>
                </a:tc>
                <a:tc>
                  <a:txBody>
                    <a:bodyPr/>
                    <a:lstStyle/>
                    <a:p>
                      <a:pPr algn="l" fontAlgn="b">
                        <a:buNone/>
                      </a:pPr>
                      <a:r>
                        <a:rPr lang="en-US" sz="1700" u="none" strike="noStrike">
                          <a:effectLst/>
                        </a:rPr>
                        <a:t>Focus on black-box inference using pre-trained models.</a:t>
                      </a:r>
                      <a:endParaRPr lang="en-US" sz="1700" b="0" i="0" u="none" strike="noStrike">
                        <a:solidFill>
                          <a:srgbClr val="000000"/>
                        </a:solidFill>
                        <a:effectLst/>
                        <a:latin typeface="Aptos Narrow" panose="020B0004020202020204" pitchFamily="34" charset="0"/>
                      </a:endParaRPr>
                    </a:p>
                  </a:txBody>
                  <a:tcPr marL="9293" marR="9293" marT="9293" marB="0" anchor="ctr"/>
                </a:tc>
                <a:extLst>
                  <a:ext uri="{0D108BD9-81ED-4DB2-BD59-A6C34878D82A}">
                    <a16:rowId xmlns:a16="http://schemas.microsoft.com/office/drawing/2014/main" val="886772509"/>
                  </a:ext>
                </a:extLst>
              </a:tr>
              <a:tr h="556018">
                <a:tc>
                  <a:txBody>
                    <a:bodyPr/>
                    <a:lstStyle/>
                    <a:p>
                      <a:pPr algn="l" fontAlgn="b">
                        <a:buNone/>
                      </a:pPr>
                      <a:r>
                        <a:rPr lang="en-IN" sz="1700" u="none" strike="noStrike">
                          <a:effectLst/>
                        </a:rPr>
                        <a:t>Input Handling</a:t>
                      </a:r>
                      <a:endParaRPr lang="en-IN" sz="1700" b="0" i="0" u="none" strike="noStrike">
                        <a:solidFill>
                          <a:srgbClr val="000000"/>
                        </a:solidFill>
                        <a:effectLst/>
                        <a:latin typeface="Aptos Narrow" panose="020B0004020202020204" pitchFamily="34" charset="0"/>
                      </a:endParaRPr>
                    </a:p>
                  </a:txBody>
                  <a:tcPr marL="9293" marR="9293" marT="9293" marB="0" anchor="ctr"/>
                </a:tc>
                <a:tc>
                  <a:txBody>
                    <a:bodyPr/>
                    <a:lstStyle/>
                    <a:p>
                      <a:pPr algn="l" fontAlgn="b">
                        <a:buNone/>
                      </a:pPr>
                      <a:r>
                        <a:rPr lang="en-US" sz="1700" u="none" strike="noStrike">
                          <a:effectLst/>
                        </a:rPr>
                        <a:t>Structured data or specific feature vectors.</a:t>
                      </a:r>
                      <a:endParaRPr lang="en-US" sz="1700" b="0" i="0" u="none" strike="noStrike">
                        <a:solidFill>
                          <a:srgbClr val="000000"/>
                        </a:solidFill>
                        <a:effectLst/>
                        <a:latin typeface="Aptos Narrow" panose="020B0004020202020204" pitchFamily="34" charset="0"/>
                      </a:endParaRPr>
                    </a:p>
                  </a:txBody>
                  <a:tcPr marL="9293" marR="9293" marT="9293" marB="0" anchor="ctr"/>
                </a:tc>
                <a:tc>
                  <a:txBody>
                    <a:bodyPr/>
                    <a:lstStyle/>
                    <a:p>
                      <a:pPr algn="l" fontAlgn="b">
                        <a:buNone/>
                      </a:pPr>
                      <a:r>
                        <a:rPr lang="en-US" sz="1700" u="none" strike="noStrike">
                          <a:effectLst/>
                        </a:rPr>
                        <a:t>Tokens, context windows and unstructured text.</a:t>
                      </a:r>
                      <a:endParaRPr lang="en-US" sz="1700" b="0" i="0" u="none" strike="noStrike">
                        <a:solidFill>
                          <a:srgbClr val="000000"/>
                        </a:solidFill>
                        <a:effectLst/>
                        <a:latin typeface="Aptos Narrow" panose="020B0004020202020204" pitchFamily="34" charset="0"/>
                      </a:endParaRPr>
                    </a:p>
                  </a:txBody>
                  <a:tcPr marL="9293" marR="9293" marT="9293" marB="0" anchor="ctr"/>
                </a:tc>
                <a:extLst>
                  <a:ext uri="{0D108BD9-81ED-4DB2-BD59-A6C34878D82A}">
                    <a16:rowId xmlns:a16="http://schemas.microsoft.com/office/drawing/2014/main" val="2443880551"/>
                  </a:ext>
                </a:extLst>
              </a:tr>
              <a:tr h="556018">
                <a:tc>
                  <a:txBody>
                    <a:bodyPr/>
                    <a:lstStyle/>
                    <a:p>
                      <a:pPr algn="l" fontAlgn="b">
                        <a:buNone/>
                      </a:pPr>
                      <a:r>
                        <a:rPr lang="en-IN" sz="1700" u="none" strike="noStrike">
                          <a:effectLst/>
                        </a:rPr>
                        <a:t>Control Levers</a:t>
                      </a:r>
                      <a:endParaRPr lang="en-IN" sz="1700" b="0" i="0" u="none" strike="noStrike">
                        <a:solidFill>
                          <a:srgbClr val="000000"/>
                        </a:solidFill>
                        <a:effectLst/>
                        <a:latin typeface="Aptos Narrow" panose="020B0004020202020204" pitchFamily="34" charset="0"/>
                      </a:endParaRPr>
                    </a:p>
                  </a:txBody>
                  <a:tcPr marL="9293" marR="9293" marT="9293" marB="0" anchor="ctr"/>
                </a:tc>
                <a:tc>
                  <a:txBody>
                    <a:bodyPr/>
                    <a:lstStyle/>
                    <a:p>
                      <a:pPr algn="l" fontAlgn="b">
                        <a:buNone/>
                      </a:pPr>
                      <a:r>
                        <a:rPr lang="en-IN" sz="1700" u="none" strike="noStrike">
                          <a:effectLst/>
                        </a:rPr>
                        <a:t>Hyperparameter tuning during training.</a:t>
                      </a:r>
                      <a:endParaRPr lang="en-IN" sz="1700" b="0" i="0" u="none" strike="noStrike">
                        <a:solidFill>
                          <a:srgbClr val="000000"/>
                        </a:solidFill>
                        <a:effectLst/>
                        <a:latin typeface="Aptos Narrow" panose="020B0004020202020204" pitchFamily="34" charset="0"/>
                      </a:endParaRPr>
                    </a:p>
                  </a:txBody>
                  <a:tcPr marL="9293" marR="9293" marT="9293" marB="0" anchor="ctr"/>
                </a:tc>
                <a:tc>
                  <a:txBody>
                    <a:bodyPr/>
                    <a:lstStyle/>
                    <a:p>
                      <a:pPr algn="l" fontAlgn="b">
                        <a:buNone/>
                      </a:pPr>
                      <a:r>
                        <a:rPr lang="en-US" sz="1700" u="none" strike="noStrike">
                          <a:effectLst/>
                        </a:rPr>
                        <a:t>Prompt engineering and sampling (Temperature, Top-k/p).</a:t>
                      </a:r>
                      <a:endParaRPr lang="en-US" sz="1700" b="0" i="0" u="none" strike="noStrike">
                        <a:solidFill>
                          <a:srgbClr val="000000"/>
                        </a:solidFill>
                        <a:effectLst/>
                        <a:latin typeface="Aptos Narrow" panose="020B0004020202020204" pitchFamily="34" charset="0"/>
                      </a:endParaRPr>
                    </a:p>
                  </a:txBody>
                  <a:tcPr marL="9293" marR="9293" marT="9293" marB="0" anchor="ctr"/>
                </a:tc>
                <a:extLst>
                  <a:ext uri="{0D108BD9-81ED-4DB2-BD59-A6C34878D82A}">
                    <a16:rowId xmlns:a16="http://schemas.microsoft.com/office/drawing/2014/main" val="759560264"/>
                  </a:ext>
                </a:extLst>
              </a:tr>
              <a:tr h="556018">
                <a:tc>
                  <a:txBody>
                    <a:bodyPr/>
                    <a:lstStyle/>
                    <a:p>
                      <a:pPr algn="l" fontAlgn="b">
                        <a:buNone/>
                      </a:pPr>
                      <a:r>
                        <a:rPr lang="en-IN" sz="1700" u="none" strike="noStrike">
                          <a:effectLst/>
                        </a:rPr>
                        <a:t>Output Type</a:t>
                      </a:r>
                      <a:endParaRPr lang="en-IN" sz="1700" b="0" i="0" u="none" strike="noStrike">
                        <a:solidFill>
                          <a:srgbClr val="000000"/>
                        </a:solidFill>
                        <a:effectLst/>
                        <a:latin typeface="Aptos Narrow" panose="020B0004020202020204" pitchFamily="34" charset="0"/>
                      </a:endParaRPr>
                    </a:p>
                  </a:txBody>
                  <a:tcPr marL="9293" marR="9293" marT="9293" marB="0" anchor="ctr"/>
                </a:tc>
                <a:tc>
                  <a:txBody>
                    <a:bodyPr/>
                    <a:lstStyle/>
                    <a:p>
                      <a:pPr algn="l" fontAlgn="b">
                        <a:buNone/>
                      </a:pPr>
                      <a:r>
                        <a:rPr lang="en-IN" sz="1700" u="none" strike="noStrike">
                          <a:effectLst/>
                        </a:rPr>
                        <a:t>Deterministic values or labels.</a:t>
                      </a:r>
                      <a:endParaRPr lang="en-IN" sz="1700" b="0" i="0" u="none" strike="noStrike">
                        <a:solidFill>
                          <a:srgbClr val="000000"/>
                        </a:solidFill>
                        <a:effectLst/>
                        <a:latin typeface="Aptos Narrow" panose="020B0004020202020204" pitchFamily="34" charset="0"/>
                      </a:endParaRPr>
                    </a:p>
                  </a:txBody>
                  <a:tcPr marL="9293" marR="9293" marT="9293" marB="0" anchor="ctr"/>
                </a:tc>
                <a:tc>
                  <a:txBody>
                    <a:bodyPr/>
                    <a:lstStyle/>
                    <a:p>
                      <a:pPr algn="l" fontAlgn="b">
                        <a:buNone/>
                      </a:pPr>
                      <a:r>
                        <a:rPr lang="en-US" sz="1700" u="none" strike="noStrike" dirty="0">
                          <a:effectLst/>
                        </a:rPr>
                        <a:t>Probabilistic text, JSON, or tool-calling actions.</a:t>
                      </a:r>
                      <a:endParaRPr lang="en-US" sz="1700" b="0" i="0" u="none" strike="noStrike" dirty="0">
                        <a:solidFill>
                          <a:srgbClr val="000000"/>
                        </a:solidFill>
                        <a:effectLst/>
                        <a:latin typeface="Aptos Narrow" panose="020B0004020202020204" pitchFamily="34" charset="0"/>
                      </a:endParaRPr>
                    </a:p>
                  </a:txBody>
                  <a:tcPr marL="9293" marR="9293" marT="9293" marB="0" anchor="ctr"/>
                </a:tc>
                <a:extLst>
                  <a:ext uri="{0D108BD9-81ED-4DB2-BD59-A6C34878D82A}">
                    <a16:rowId xmlns:a16="http://schemas.microsoft.com/office/drawing/2014/main" val="3839746656"/>
                  </a:ext>
                </a:extLst>
              </a:tr>
            </a:tbl>
          </a:graphicData>
        </a:graphic>
      </p:graphicFrame>
    </p:spTree>
    <p:extLst>
      <p:ext uri="{BB962C8B-B14F-4D97-AF65-F5344CB8AC3E}">
        <p14:creationId xmlns:p14="http://schemas.microsoft.com/office/powerpoint/2010/main" val="1772541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A3EFF7B1-6CB7-47D1-AD37-B870CA2B21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7FA2962B-21B6-4689-A95D-A8FF6ADE4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id="{A745280D-ED36-41FE-8EB1-CE597C99CFE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117348" y="774914"/>
            <a:ext cx="304800" cy="429768"/>
            <a:chOff x="215328" y="-46937"/>
            <a:chExt cx="304800" cy="2773841"/>
          </a:xfrm>
        </p:grpSpPr>
        <p:cxnSp>
          <p:nvCxnSpPr>
            <p:cNvPr id="14" name="Straight Connector 13">
              <a:extLst>
                <a:ext uri="{FF2B5EF4-FFF2-40B4-BE49-F238E27FC236}">
                  <a16:creationId xmlns:a16="http://schemas.microsoft.com/office/drawing/2014/main" id="{3D26CEB3-5AE4-4088-AD63-396DB50F28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AA9279A-AD34-474C-834E-6BF658144A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3589559-7D9A-4ECD-90BB-A5565E2DAE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01B1A71-DCEA-4EB2-8133-98A2CD6F09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80E95A5C-1E97-41C3-9DEC-245FF6DEBF1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20" name="Oval 19">
              <a:extLst>
                <a:ext uri="{FF2B5EF4-FFF2-40B4-BE49-F238E27FC236}">
                  <a16:creationId xmlns:a16="http://schemas.microsoft.com/office/drawing/2014/main" id="{8D3C3374-C720-4FCD-B6CD-AEF1D1A61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7639E2EF-4D23-4EA3-B29E-D6362FF722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30820A4-6CEA-4BF7-8DE4-F5B2D2EB23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320E002-8AED-4D4F-A104-0585FFFB9A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6A0BF3F3-3A09-42CE-9483-114BD01DD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233BD5C-DFC7-4EB7-B348-7C9B5B8D0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Rectangle 26">
            <a:extLst>
              <a:ext uri="{FF2B5EF4-FFF2-40B4-BE49-F238E27FC236}">
                <a16:creationId xmlns:a16="http://schemas.microsoft.com/office/drawing/2014/main" id="{A00D2CE1-35C1-46E6-BD59-CEE668BD90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A58DCE86-9AE1-46D1-96D6-04B8B3EDF6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30" name="Straight Connector 29">
              <a:extLst>
                <a:ext uri="{FF2B5EF4-FFF2-40B4-BE49-F238E27FC236}">
                  <a16:creationId xmlns:a16="http://schemas.microsoft.com/office/drawing/2014/main" id="{89B74739-D423-4F25-A976-0A6CD86D17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018E700-FF08-42AA-9237-24E7A74AD3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6B3488A-8A55-403E-B9C9-75AFA0CF53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5089B9D-BA8D-4A64-B95F-33940D9D68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5" name="Rectangle 34">
            <a:extLst>
              <a:ext uri="{FF2B5EF4-FFF2-40B4-BE49-F238E27FC236}">
                <a16:creationId xmlns:a16="http://schemas.microsoft.com/office/drawing/2014/main" id="{E18403B7-F2C7-4C07-8522-21C319109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23B58CC6-A99E-43AF-A467-256F19287F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8" name="Straight Connector 37">
              <a:extLst>
                <a:ext uri="{FF2B5EF4-FFF2-40B4-BE49-F238E27FC236}">
                  <a16:creationId xmlns:a16="http://schemas.microsoft.com/office/drawing/2014/main" id="{8FE97852-3A18-4317-B17E-8C45174F96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9D0BC6E-6D0B-4589-B1BF-372BAA3839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30B892E-E062-4B0A-B79E-E55D36EC9AE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D1A4DF9-C28A-4C0A-B273-702F0C4880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AC7596DC-D143-AA7F-B4FB-A510BEA78BDB}"/>
              </a:ext>
            </a:extLst>
          </p:cNvPr>
          <p:cNvSpPr>
            <a:spLocks noGrp="1"/>
          </p:cNvSpPr>
          <p:nvPr>
            <p:ph type="title"/>
          </p:nvPr>
        </p:nvSpPr>
        <p:spPr>
          <a:xfrm>
            <a:off x="630936" y="495992"/>
            <a:ext cx="4195140" cy="5638831"/>
          </a:xfrm>
          <a:noFill/>
        </p:spPr>
        <p:txBody>
          <a:bodyPr anchor="ctr">
            <a:normAutofit/>
          </a:bodyPr>
          <a:lstStyle/>
          <a:p>
            <a:r>
              <a:rPr lang="en-IN" sz="4800"/>
              <a:t>The GenAI Pipeline</a:t>
            </a:r>
          </a:p>
        </p:txBody>
      </p:sp>
      <p:graphicFrame>
        <p:nvGraphicFramePr>
          <p:cNvPr id="44" name="Content Placeholder 2">
            <a:extLst>
              <a:ext uri="{FF2B5EF4-FFF2-40B4-BE49-F238E27FC236}">
                <a16:creationId xmlns:a16="http://schemas.microsoft.com/office/drawing/2014/main" id="{2B51529B-239B-06FD-8194-F49F0D4E1633}"/>
              </a:ext>
            </a:extLst>
          </p:cNvPr>
          <p:cNvGraphicFramePr>
            <a:graphicFrameLocks noGrp="1"/>
          </p:cNvGraphicFramePr>
          <p:nvPr>
            <p:ph idx="1"/>
            <p:extLst>
              <p:ext uri="{D42A27DB-BD31-4B8C-83A1-F6EECF244321}">
                <p14:modId xmlns:p14="http://schemas.microsoft.com/office/powerpoint/2010/main" val="645036885"/>
              </p:ext>
            </p:extLst>
          </p:nvPr>
        </p:nvGraphicFramePr>
        <p:xfrm>
          <a:off x="4915947" y="866585"/>
          <a:ext cx="6253722" cy="50561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27256461"/>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A431B06-84C9-12F5-1B5E-0BAA4C0D9E46}"/>
            </a:ext>
          </a:extLst>
        </p:cNvPr>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A3EFF7B1-6CB7-47D1-AD37-B870CA2B21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7FA2962B-21B6-4689-A95D-A8FF6ADE4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 name="Group 44">
            <a:extLst>
              <a:ext uri="{FF2B5EF4-FFF2-40B4-BE49-F238E27FC236}">
                <a16:creationId xmlns:a16="http://schemas.microsoft.com/office/drawing/2014/main" id="{A745280D-ED36-41FE-8EB1-CE597C99CFE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117348" y="774914"/>
            <a:ext cx="304800" cy="429768"/>
            <a:chOff x="215328" y="-46937"/>
            <a:chExt cx="304800" cy="2773841"/>
          </a:xfrm>
        </p:grpSpPr>
        <p:cxnSp>
          <p:nvCxnSpPr>
            <p:cNvPr id="14" name="Straight Connector 13">
              <a:extLst>
                <a:ext uri="{FF2B5EF4-FFF2-40B4-BE49-F238E27FC236}">
                  <a16:creationId xmlns:a16="http://schemas.microsoft.com/office/drawing/2014/main" id="{3D26CEB3-5AE4-4088-AD63-396DB50F28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AA9279A-AD34-474C-834E-6BF658144A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3589559-7D9A-4ECD-90BB-A5565E2DAE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01B1A71-DCEA-4EB2-8133-98A2CD6F09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80E95A5C-1E97-41C3-9DEC-245FF6DEBF1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47" name="Oval 46">
              <a:extLst>
                <a:ext uri="{FF2B5EF4-FFF2-40B4-BE49-F238E27FC236}">
                  <a16:creationId xmlns:a16="http://schemas.microsoft.com/office/drawing/2014/main" id="{8D3C3374-C720-4FCD-B6CD-AEF1D1A61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7639E2EF-4D23-4EA3-B29E-D6362FF722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30820A4-6CEA-4BF7-8DE4-F5B2D2EB23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F320E002-8AED-4D4F-A104-0585FFFB9A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Oval 50">
              <a:extLst>
                <a:ext uri="{FF2B5EF4-FFF2-40B4-BE49-F238E27FC236}">
                  <a16:creationId xmlns:a16="http://schemas.microsoft.com/office/drawing/2014/main" id="{6A0BF3F3-3A09-42CE-9483-114BD01DD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B233BD5C-DFC7-4EB7-B348-7C9B5B8D0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3" name="Rectangle 52">
            <a:extLst>
              <a:ext uri="{FF2B5EF4-FFF2-40B4-BE49-F238E27FC236}">
                <a16:creationId xmlns:a16="http://schemas.microsoft.com/office/drawing/2014/main" id="{A00D2CE1-35C1-46E6-BD59-CEE668BD90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4" name="Group 53">
            <a:extLst>
              <a:ext uri="{FF2B5EF4-FFF2-40B4-BE49-F238E27FC236}">
                <a16:creationId xmlns:a16="http://schemas.microsoft.com/office/drawing/2014/main" id="{A58DCE86-9AE1-46D1-96D6-04B8B3EDF6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30" name="Straight Connector 29">
              <a:extLst>
                <a:ext uri="{FF2B5EF4-FFF2-40B4-BE49-F238E27FC236}">
                  <a16:creationId xmlns:a16="http://schemas.microsoft.com/office/drawing/2014/main" id="{89B74739-D423-4F25-A976-0A6CD86D17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018E700-FF08-42AA-9237-24E7A74AD3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6B3488A-8A55-403E-B9C9-75AFA0CF53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5089B9D-BA8D-4A64-B95F-33940D9D68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55" name="Rectangle 54">
            <a:extLst>
              <a:ext uri="{FF2B5EF4-FFF2-40B4-BE49-F238E27FC236}">
                <a16:creationId xmlns:a16="http://schemas.microsoft.com/office/drawing/2014/main" id="{E18403B7-F2C7-4C07-8522-21C319109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23B58CC6-A99E-43AF-A467-256F19287F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8" name="Straight Connector 37">
              <a:extLst>
                <a:ext uri="{FF2B5EF4-FFF2-40B4-BE49-F238E27FC236}">
                  <a16:creationId xmlns:a16="http://schemas.microsoft.com/office/drawing/2014/main" id="{8FE97852-3A18-4317-B17E-8C45174F96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9D0BC6E-6D0B-4589-B1BF-372BAA3839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30B892E-E062-4B0A-B79E-E55D36EC9AE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D1A4DF9-C28A-4C0A-B273-702F0C4880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1F69DA4B-3D9F-9AD7-583A-9EE013632D32}"/>
              </a:ext>
            </a:extLst>
          </p:cNvPr>
          <p:cNvSpPr>
            <a:spLocks noGrp="1"/>
          </p:cNvSpPr>
          <p:nvPr>
            <p:ph type="title"/>
          </p:nvPr>
        </p:nvSpPr>
        <p:spPr>
          <a:xfrm>
            <a:off x="630936" y="495992"/>
            <a:ext cx="4195140" cy="5638831"/>
          </a:xfrm>
          <a:noFill/>
        </p:spPr>
        <p:txBody>
          <a:bodyPr anchor="ctr">
            <a:normAutofit/>
          </a:bodyPr>
          <a:lstStyle/>
          <a:p>
            <a:r>
              <a:rPr lang="en-IN" sz="4800"/>
              <a:t>The GenAI Pipeline</a:t>
            </a:r>
          </a:p>
        </p:txBody>
      </p:sp>
      <p:graphicFrame>
        <p:nvGraphicFramePr>
          <p:cNvPr id="57" name="Content Placeholder 2">
            <a:extLst>
              <a:ext uri="{FF2B5EF4-FFF2-40B4-BE49-F238E27FC236}">
                <a16:creationId xmlns:a16="http://schemas.microsoft.com/office/drawing/2014/main" id="{A46CFD59-6384-F3B9-8083-A1270807326F}"/>
              </a:ext>
            </a:extLst>
          </p:cNvPr>
          <p:cNvGraphicFramePr>
            <a:graphicFrameLocks noGrp="1"/>
          </p:cNvGraphicFramePr>
          <p:nvPr>
            <p:ph idx="1"/>
            <p:extLst>
              <p:ext uri="{D42A27DB-BD31-4B8C-83A1-F6EECF244321}">
                <p14:modId xmlns:p14="http://schemas.microsoft.com/office/powerpoint/2010/main" val="835584991"/>
              </p:ext>
            </p:extLst>
          </p:nvPr>
        </p:nvGraphicFramePr>
        <p:xfrm>
          <a:off x="4915947" y="866585"/>
          <a:ext cx="6253722" cy="50561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18626050"/>
      </p:ext>
    </p:extLst>
  </p:cSld>
  <p:clrMapOvr>
    <a:overrideClrMapping bg1="dk1" tx1="lt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F42323-9269-3183-90C3-75E0FCA10C28}"/>
              </a:ext>
            </a:extLst>
          </p:cNvPr>
          <p:cNvSpPr>
            <a:spLocks noGrp="1"/>
          </p:cNvSpPr>
          <p:nvPr>
            <p:ph type="title"/>
          </p:nvPr>
        </p:nvSpPr>
        <p:spPr>
          <a:xfrm>
            <a:off x="586478" y="1683756"/>
            <a:ext cx="3115265" cy="2396359"/>
          </a:xfrm>
        </p:spPr>
        <p:txBody>
          <a:bodyPr anchor="b">
            <a:normAutofit/>
          </a:bodyPr>
          <a:lstStyle/>
          <a:p>
            <a:pPr algn="r"/>
            <a:r>
              <a:rPr lang="en-IN" sz="4000">
                <a:solidFill>
                  <a:srgbClr val="FFFFFF"/>
                </a:solidFill>
              </a:rPr>
              <a:t>The GenAI Pipeline</a:t>
            </a:r>
          </a:p>
        </p:txBody>
      </p:sp>
      <p:graphicFrame>
        <p:nvGraphicFramePr>
          <p:cNvPr id="5" name="Content Placeholder 2">
            <a:extLst>
              <a:ext uri="{FF2B5EF4-FFF2-40B4-BE49-F238E27FC236}">
                <a16:creationId xmlns:a16="http://schemas.microsoft.com/office/drawing/2014/main" id="{08953F6D-E4EA-A6CA-5CAF-5C565EABFA03}"/>
              </a:ext>
            </a:extLst>
          </p:cNvPr>
          <p:cNvGraphicFramePr>
            <a:graphicFrameLocks noGrp="1"/>
          </p:cNvGraphicFramePr>
          <p:nvPr>
            <p:ph idx="1"/>
            <p:extLst>
              <p:ext uri="{D42A27DB-BD31-4B8C-83A1-F6EECF244321}">
                <p14:modId xmlns:p14="http://schemas.microsoft.com/office/powerpoint/2010/main" val="2971475060"/>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072612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3EFF7B1-6CB7-47D1-AD37-B870CA2B21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FA2962B-21B6-4689-A95D-A8FF6ADE4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745280D-ED36-41FE-8EB1-CE597C99CFE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117348" y="774914"/>
            <a:ext cx="304800" cy="429768"/>
            <a:chOff x="215328" y="-46937"/>
            <a:chExt cx="304800" cy="2773841"/>
          </a:xfrm>
        </p:grpSpPr>
        <p:cxnSp>
          <p:nvCxnSpPr>
            <p:cNvPr id="14" name="Straight Connector 13">
              <a:extLst>
                <a:ext uri="{FF2B5EF4-FFF2-40B4-BE49-F238E27FC236}">
                  <a16:creationId xmlns:a16="http://schemas.microsoft.com/office/drawing/2014/main" id="{3D26CEB3-5AE4-4088-AD63-396DB50F28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AA9279A-AD34-474C-834E-6BF658144A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3589559-7D9A-4ECD-90BB-A5565E2DAE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01B1A71-DCEA-4EB2-8133-98A2CD6F09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80E95A5C-1E97-41C3-9DEC-245FF6DEBF1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20" name="Oval 19">
              <a:extLst>
                <a:ext uri="{FF2B5EF4-FFF2-40B4-BE49-F238E27FC236}">
                  <a16:creationId xmlns:a16="http://schemas.microsoft.com/office/drawing/2014/main" id="{8D3C3374-C720-4FCD-B6CD-AEF1D1A61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7639E2EF-4D23-4EA3-B29E-D6362FF722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30820A4-6CEA-4BF7-8DE4-F5B2D2EB23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320E002-8AED-4D4F-A104-0585FFFB9A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6A0BF3F3-3A09-42CE-9483-114BD01DD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233BD5C-DFC7-4EB7-B348-7C9B5B8D0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Rectangle 26">
            <a:extLst>
              <a:ext uri="{FF2B5EF4-FFF2-40B4-BE49-F238E27FC236}">
                <a16:creationId xmlns:a16="http://schemas.microsoft.com/office/drawing/2014/main" id="{A00D2CE1-35C1-46E6-BD59-CEE668BD90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A58DCE86-9AE1-46D1-96D6-04B8B3EDF6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30" name="Straight Connector 29">
              <a:extLst>
                <a:ext uri="{FF2B5EF4-FFF2-40B4-BE49-F238E27FC236}">
                  <a16:creationId xmlns:a16="http://schemas.microsoft.com/office/drawing/2014/main" id="{89B74739-D423-4F25-A976-0A6CD86D17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018E700-FF08-42AA-9237-24E7A74AD3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6B3488A-8A55-403E-B9C9-75AFA0CF53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5089B9D-BA8D-4A64-B95F-33940D9D68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5" name="Rectangle 34">
            <a:extLst>
              <a:ext uri="{FF2B5EF4-FFF2-40B4-BE49-F238E27FC236}">
                <a16:creationId xmlns:a16="http://schemas.microsoft.com/office/drawing/2014/main" id="{E18403B7-F2C7-4C07-8522-21C319109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23B58CC6-A99E-43AF-A467-256F19287F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8" name="Straight Connector 37">
              <a:extLst>
                <a:ext uri="{FF2B5EF4-FFF2-40B4-BE49-F238E27FC236}">
                  <a16:creationId xmlns:a16="http://schemas.microsoft.com/office/drawing/2014/main" id="{8FE97852-3A18-4317-B17E-8C45174F96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9D0BC6E-6D0B-4589-B1BF-372BAA3839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30B892E-E062-4B0A-B79E-E55D36EC9AE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D1A4DF9-C28A-4C0A-B273-702F0C4880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514BD1A6-0EF2-8623-7ADD-211F6A9A3A42}"/>
              </a:ext>
            </a:extLst>
          </p:cNvPr>
          <p:cNvSpPr>
            <a:spLocks noGrp="1"/>
          </p:cNvSpPr>
          <p:nvPr>
            <p:ph type="title"/>
          </p:nvPr>
        </p:nvSpPr>
        <p:spPr>
          <a:xfrm>
            <a:off x="630936" y="495992"/>
            <a:ext cx="4195140" cy="5638831"/>
          </a:xfrm>
          <a:noFill/>
        </p:spPr>
        <p:txBody>
          <a:bodyPr anchor="ctr">
            <a:normAutofit/>
          </a:bodyPr>
          <a:lstStyle/>
          <a:p>
            <a:r>
              <a:rPr lang="en-IN" sz="4800"/>
              <a:t>The GenAI Pipeline</a:t>
            </a:r>
          </a:p>
        </p:txBody>
      </p:sp>
      <p:graphicFrame>
        <p:nvGraphicFramePr>
          <p:cNvPr id="5" name="Content Placeholder 2">
            <a:extLst>
              <a:ext uri="{FF2B5EF4-FFF2-40B4-BE49-F238E27FC236}">
                <a16:creationId xmlns:a16="http://schemas.microsoft.com/office/drawing/2014/main" id="{DEAD9FE5-E0B5-C8B5-8B42-4DBCA946B378}"/>
              </a:ext>
            </a:extLst>
          </p:cNvPr>
          <p:cNvGraphicFramePr>
            <a:graphicFrameLocks noGrp="1"/>
          </p:cNvGraphicFramePr>
          <p:nvPr>
            <p:ph idx="1"/>
            <p:extLst>
              <p:ext uri="{D42A27DB-BD31-4B8C-83A1-F6EECF244321}">
                <p14:modId xmlns:p14="http://schemas.microsoft.com/office/powerpoint/2010/main" val="501961930"/>
              </p:ext>
            </p:extLst>
          </p:nvPr>
        </p:nvGraphicFramePr>
        <p:xfrm>
          <a:off x="4915947" y="866585"/>
          <a:ext cx="6253722" cy="50561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66519234"/>
      </p:ext>
    </p:extLst>
  </p:cSld>
  <p:clrMapOvr>
    <a:overrideClrMapping bg1="dk1" tx1="lt1" bg2="dk2" tx2="lt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E9B6EF-70AF-77D2-89F3-A8790936BFE0}"/>
              </a:ext>
            </a:extLst>
          </p:cNvPr>
          <p:cNvSpPr>
            <a:spLocks noGrp="1"/>
          </p:cNvSpPr>
          <p:nvPr>
            <p:ph type="title"/>
          </p:nvPr>
        </p:nvSpPr>
        <p:spPr>
          <a:xfrm>
            <a:off x="838200" y="556995"/>
            <a:ext cx="10515600" cy="1133693"/>
          </a:xfrm>
        </p:spPr>
        <p:txBody>
          <a:bodyPr>
            <a:normAutofit/>
          </a:bodyPr>
          <a:lstStyle/>
          <a:p>
            <a:r>
              <a:rPr lang="en-IN" sz="5200"/>
              <a:t>LLM Training vs. Inference</a:t>
            </a:r>
          </a:p>
        </p:txBody>
      </p:sp>
      <p:graphicFrame>
        <p:nvGraphicFramePr>
          <p:cNvPr id="5" name="Content Placeholder 2">
            <a:extLst>
              <a:ext uri="{FF2B5EF4-FFF2-40B4-BE49-F238E27FC236}">
                <a16:creationId xmlns:a16="http://schemas.microsoft.com/office/drawing/2014/main" id="{5A302953-28BD-8103-D3EC-4F4B611A4776}"/>
              </a:ext>
            </a:extLst>
          </p:cNvPr>
          <p:cNvGraphicFramePr>
            <a:graphicFrameLocks noGrp="1"/>
          </p:cNvGraphicFramePr>
          <p:nvPr>
            <p:ph idx="1"/>
            <p:extLst>
              <p:ext uri="{D42A27DB-BD31-4B8C-83A1-F6EECF244321}">
                <p14:modId xmlns:p14="http://schemas.microsoft.com/office/powerpoint/2010/main" val="175240749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966641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66A33C-2D28-5DF6-4AB1-6416DEF59835}"/>
              </a:ext>
            </a:extLst>
          </p:cNvPr>
          <p:cNvSpPr>
            <a:spLocks noGrp="1"/>
          </p:cNvSpPr>
          <p:nvPr>
            <p:ph type="title"/>
          </p:nvPr>
        </p:nvSpPr>
        <p:spPr>
          <a:xfrm>
            <a:off x="841248" y="256032"/>
            <a:ext cx="10506456" cy="1014984"/>
          </a:xfrm>
        </p:spPr>
        <p:txBody>
          <a:bodyPr anchor="b">
            <a:normAutofit/>
          </a:bodyPr>
          <a:lstStyle/>
          <a:p>
            <a:r>
              <a:rPr lang="en-IN"/>
              <a:t>LLM Training vs. Inference</a:t>
            </a:r>
            <a:endParaRPr lang="en-IN" dirty="0"/>
          </a:p>
        </p:txBody>
      </p:sp>
      <p:sp>
        <p:nvSpPr>
          <p:cNvPr id="42" name="Rectangle 41">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3" name="Rectangle 4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Content Placeholder 3">
            <a:extLst>
              <a:ext uri="{FF2B5EF4-FFF2-40B4-BE49-F238E27FC236}">
                <a16:creationId xmlns:a16="http://schemas.microsoft.com/office/drawing/2014/main" id="{D3E26B3B-94C6-C285-52C4-5C96E0A73EEB}"/>
              </a:ext>
            </a:extLst>
          </p:cNvPr>
          <p:cNvGraphicFramePr>
            <a:graphicFrameLocks noGrp="1"/>
          </p:cNvGraphicFramePr>
          <p:nvPr>
            <p:ph idx="1"/>
            <p:extLst>
              <p:ext uri="{D42A27DB-BD31-4B8C-83A1-F6EECF244321}">
                <p14:modId xmlns:p14="http://schemas.microsoft.com/office/powerpoint/2010/main" val="1829814157"/>
              </p:ext>
            </p:extLst>
          </p:nvPr>
        </p:nvGraphicFramePr>
        <p:xfrm>
          <a:off x="838200" y="2145686"/>
          <a:ext cx="10515601" cy="3918685"/>
        </p:xfrm>
        <a:graphic>
          <a:graphicData uri="http://schemas.openxmlformats.org/drawingml/2006/table">
            <a:tbl>
              <a:tblPr/>
              <a:tblGrid>
                <a:gridCol w="1580615">
                  <a:extLst>
                    <a:ext uri="{9D8B030D-6E8A-4147-A177-3AD203B41FA5}">
                      <a16:colId xmlns:a16="http://schemas.microsoft.com/office/drawing/2014/main" val="3522814231"/>
                    </a:ext>
                  </a:extLst>
                </a:gridCol>
                <a:gridCol w="4347018">
                  <a:extLst>
                    <a:ext uri="{9D8B030D-6E8A-4147-A177-3AD203B41FA5}">
                      <a16:colId xmlns:a16="http://schemas.microsoft.com/office/drawing/2014/main" val="2578882806"/>
                    </a:ext>
                  </a:extLst>
                </a:gridCol>
                <a:gridCol w="4587968">
                  <a:extLst>
                    <a:ext uri="{9D8B030D-6E8A-4147-A177-3AD203B41FA5}">
                      <a16:colId xmlns:a16="http://schemas.microsoft.com/office/drawing/2014/main" val="1444330334"/>
                    </a:ext>
                  </a:extLst>
                </a:gridCol>
              </a:tblGrid>
              <a:tr h="556301">
                <a:tc>
                  <a:txBody>
                    <a:bodyPr/>
                    <a:lstStyle/>
                    <a:p>
                      <a:pPr rtl="0">
                        <a:buNone/>
                      </a:pPr>
                      <a:r>
                        <a:rPr lang="en-IN" sz="2500" b="1">
                          <a:solidFill>
                            <a:srgbClr val="1F1F1F"/>
                          </a:solidFill>
                          <a:effectLst/>
                          <a:latin typeface="Google Sans Text"/>
                        </a:rPr>
                        <a:t>Feature</a:t>
                      </a:r>
                      <a:endParaRPr lang="en-IN" sz="2500">
                        <a:solidFill>
                          <a:srgbClr val="1F1F1F"/>
                        </a:solidFill>
                        <a:effectLst/>
                        <a:latin typeface="Google Sans Text"/>
                      </a:endParaRPr>
                    </a:p>
                  </a:txBody>
                  <a:tcPr marL="105638" marR="105638" marT="70426" marB="704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IN" sz="2500" b="1">
                          <a:solidFill>
                            <a:srgbClr val="1F1F1F"/>
                          </a:solidFill>
                          <a:effectLst/>
                          <a:latin typeface="Google Sans Text"/>
                        </a:rPr>
                        <a:t>Training (Development Phase)</a:t>
                      </a:r>
                      <a:endParaRPr lang="en-IN" sz="2500">
                        <a:solidFill>
                          <a:srgbClr val="1F1F1F"/>
                        </a:solidFill>
                        <a:effectLst/>
                        <a:latin typeface="Google Sans Text"/>
                      </a:endParaRPr>
                    </a:p>
                  </a:txBody>
                  <a:tcPr marL="105638" marR="105638" marT="70426" marB="704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IN" sz="2500" b="1">
                          <a:solidFill>
                            <a:srgbClr val="1F1F1F"/>
                          </a:solidFill>
                          <a:effectLst/>
                          <a:latin typeface="Google Sans Text"/>
                        </a:rPr>
                        <a:t>Inference (Usage Phase)</a:t>
                      </a:r>
                      <a:endParaRPr lang="en-IN" sz="2500">
                        <a:solidFill>
                          <a:srgbClr val="1F1F1F"/>
                        </a:solidFill>
                        <a:effectLst/>
                        <a:latin typeface="Google Sans Text"/>
                      </a:endParaRPr>
                    </a:p>
                  </a:txBody>
                  <a:tcPr marL="105638" marR="105638" marT="70426" marB="704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2145046"/>
                  </a:ext>
                </a:extLst>
              </a:tr>
              <a:tr h="935361">
                <a:tc>
                  <a:txBody>
                    <a:bodyPr/>
                    <a:lstStyle/>
                    <a:p>
                      <a:pPr rtl="0">
                        <a:buNone/>
                      </a:pPr>
                      <a:r>
                        <a:rPr lang="en-IN" sz="2500" b="1">
                          <a:solidFill>
                            <a:srgbClr val="1F1F1F"/>
                          </a:solidFill>
                          <a:effectLst/>
                          <a:latin typeface="Google Sans Text"/>
                        </a:rPr>
                        <a:t>Goal</a:t>
                      </a:r>
                      <a:endParaRPr lang="en-IN" sz="2500">
                        <a:solidFill>
                          <a:srgbClr val="1F1F1F"/>
                        </a:solidFill>
                        <a:effectLst/>
                        <a:latin typeface="Google Sans Text"/>
                      </a:endParaRPr>
                    </a:p>
                  </a:txBody>
                  <a:tcPr marL="105638" marR="105638" marT="70426" marB="704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2500">
                          <a:solidFill>
                            <a:srgbClr val="1F1F1F"/>
                          </a:solidFill>
                          <a:effectLst/>
                          <a:latin typeface="Google Sans Text"/>
                        </a:rPr>
                        <a:t>Create the model's knowledge base.</a:t>
                      </a:r>
                    </a:p>
                  </a:txBody>
                  <a:tcPr marL="105638" marR="105638" marT="70426" marB="704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2500">
                          <a:solidFill>
                            <a:srgbClr val="1F1F1F"/>
                          </a:solidFill>
                          <a:effectLst/>
                          <a:latin typeface="Google Sans Text"/>
                        </a:rPr>
                        <a:t>Apply knowledge to solve a specific task.</a:t>
                      </a:r>
                    </a:p>
                  </a:txBody>
                  <a:tcPr marL="105638" marR="105638" marT="70426" marB="704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90896224"/>
                  </a:ext>
                </a:extLst>
              </a:tr>
              <a:tr h="935361">
                <a:tc>
                  <a:txBody>
                    <a:bodyPr/>
                    <a:lstStyle/>
                    <a:p>
                      <a:pPr rtl="0">
                        <a:buNone/>
                      </a:pPr>
                      <a:r>
                        <a:rPr lang="en-IN" sz="2500" b="1">
                          <a:solidFill>
                            <a:srgbClr val="1F1F1F"/>
                          </a:solidFill>
                          <a:effectLst/>
                          <a:latin typeface="Google Sans Text"/>
                        </a:rPr>
                        <a:t>Compute</a:t>
                      </a:r>
                      <a:endParaRPr lang="en-IN" sz="2500">
                        <a:solidFill>
                          <a:srgbClr val="1F1F1F"/>
                        </a:solidFill>
                        <a:effectLst/>
                        <a:latin typeface="Google Sans Text"/>
                      </a:endParaRPr>
                    </a:p>
                  </a:txBody>
                  <a:tcPr marL="105638" marR="105638" marT="70426" marB="704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2500">
                          <a:solidFill>
                            <a:srgbClr val="1F1F1F"/>
                          </a:solidFill>
                          <a:effectLst/>
                          <a:latin typeface="Google Sans Text"/>
                        </a:rPr>
                        <a:t>High (Thousands of GPUs for months).</a:t>
                      </a:r>
                    </a:p>
                  </a:txBody>
                  <a:tcPr marL="105638" marR="105638" marT="70426" marB="704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2500">
                          <a:solidFill>
                            <a:srgbClr val="1F1F1F"/>
                          </a:solidFill>
                          <a:effectLst/>
                          <a:latin typeface="Google Sans Text"/>
                        </a:rPr>
                        <a:t>Low (Can run on CPU/Local hardware).</a:t>
                      </a:r>
                    </a:p>
                  </a:txBody>
                  <a:tcPr marL="105638" marR="105638" marT="70426" marB="704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19568924"/>
                  </a:ext>
                </a:extLst>
              </a:tr>
              <a:tr h="935361">
                <a:tc>
                  <a:txBody>
                    <a:bodyPr/>
                    <a:lstStyle/>
                    <a:p>
                      <a:pPr rtl="0">
                        <a:buNone/>
                      </a:pPr>
                      <a:r>
                        <a:rPr lang="en-IN" sz="2500" b="1">
                          <a:solidFill>
                            <a:srgbClr val="1F1F1F"/>
                          </a:solidFill>
                          <a:effectLst/>
                          <a:latin typeface="Google Sans Text"/>
                        </a:rPr>
                        <a:t>Data</a:t>
                      </a:r>
                      <a:endParaRPr lang="en-IN" sz="2500">
                        <a:solidFill>
                          <a:srgbClr val="1F1F1F"/>
                        </a:solidFill>
                        <a:effectLst/>
                        <a:latin typeface="Google Sans Text"/>
                      </a:endParaRPr>
                    </a:p>
                  </a:txBody>
                  <a:tcPr marL="105638" marR="105638" marT="70426" marB="704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2500" dirty="0">
                          <a:solidFill>
                            <a:srgbClr val="1F1F1F"/>
                          </a:solidFill>
                          <a:effectLst/>
                          <a:latin typeface="Google Sans Text"/>
                        </a:rPr>
                        <a:t>Trillions of tokens from the web.</a:t>
                      </a:r>
                    </a:p>
                  </a:txBody>
                  <a:tcPr marL="105638" marR="105638" marT="70426" marB="704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2500">
                          <a:solidFill>
                            <a:srgbClr val="1F1F1F"/>
                          </a:solidFill>
                          <a:effectLst/>
                          <a:latin typeface="Google Sans Text"/>
                        </a:rPr>
                        <a:t>A single user prompt and specific context.</a:t>
                      </a:r>
                    </a:p>
                  </a:txBody>
                  <a:tcPr marL="105638" marR="105638" marT="70426" marB="704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8052053"/>
                  </a:ext>
                </a:extLst>
              </a:tr>
              <a:tr h="556301">
                <a:tc>
                  <a:txBody>
                    <a:bodyPr/>
                    <a:lstStyle/>
                    <a:p>
                      <a:pPr rtl="0">
                        <a:buNone/>
                      </a:pPr>
                      <a:r>
                        <a:rPr lang="en-IN" sz="2500" b="1">
                          <a:solidFill>
                            <a:srgbClr val="1F1F1F"/>
                          </a:solidFill>
                          <a:effectLst/>
                          <a:latin typeface="Google Sans Text"/>
                        </a:rPr>
                        <a:t>Cost</a:t>
                      </a:r>
                      <a:endParaRPr lang="en-IN" sz="2500">
                        <a:solidFill>
                          <a:srgbClr val="1F1F1F"/>
                        </a:solidFill>
                        <a:effectLst/>
                        <a:latin typeface="Google Sans Text"/>
                      </a:endParaRPr>
                    </a:p>
                  </a:txBody>
                  <a:tcPr marL="105638" marR="105638" marT="70426" marB="704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2500" dirty="0">
                          <a:solidFill>
                            <a:srgbClr val="1F1F1F"/>
                          </a:solidFill>
                          <a:effectLst/>
                          <a:latin typeface="Google Sans Text"/>
                        </a:rPr>
                        <a:t>Millions of dollars in capital.</a:t>
                      </a:r>
                    </a:p>
                  </a:txBody>
                  <a:tcPr marL="105638" marR="105638" marT="70426" marB="704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2500" dirty="0">
                          <a:solidFill>
                            <a:srgbClr val="1F1F1F"/>
                          </a:solidFill>
                          <a:effectLst/>
                          <a:latin typeface="Google Sans Text"/>
                        </a:rPr>
                        <a:t>Fractions of a cent per request.</a:t>
                      </a:r>
                    </a:p>
                  </a:txBody>
                  <a:tcPr marL="105638" marR="105638" marT="70426" marB="704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2673657"/>
                  </a:ext>
                </a:extLst>
              </a:tr>
            </a:tbl>
          </a:graphicData>
        </a:graphic>
      </p:graphicFrame>
    </p:spTree>
    <p:extLst>
      <p:ext uri="{BB962C8B-B14F-4D97-AF65-F5344CB8AC3E}">
        <p14:creationId xmlns:p14="http://schemas.microsoft.com/office/powerpoint/2010/main" val="11190666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72B57-F7EC-F857-26AB-D74776CAEF15}"/>
              </a:ext>
            </a:extLst>
          </p:cNvPr>
          <p:cNvSpPr>
            <a:spLocks noGrp="1"/>
          </p:cNvSpPr>
          <p:nvPr>
            <p:ph type="title"/>
          </p:nvPr>
        </p:nvSpPr>
        <p:spPr/>
        <p:txBody>
          <a:bodyPr/>
          <a:lstStyle/>
          <a:p>
            <a:r>
              <a:rPr lang="en-US"/>
              <a:t>Why the Black-Box Model Matters</a:t>
            </a:r>
            <a:endParaRPr lang="en-IN" dirty="0"/>
          </a:p>
        </p:txBody>
      </p:sp>
      <p:graphicFrame>
        <p:nvGraphicFramePr>
          <p:cNvPr id="13" name="Content Placeholder 2">
            <a:extLst>
              <a:ext uri="{FF2B5EF4-FFF2-40B4-BE49-F238E27FC236}">
                <a16:creationId xmlns:a16="http://schemas.microsoft.com/office/drawing/2014/main" id="{8A54F2CA-6FE0-3B9A-6EC4-9016CB3DA4C6}"/>
              </a:ext>
            </a:extLst>
          </p:cNvPr>
          <p:cNvGraphicFramePr>
            <a:graphicFrameLocks noGrp="1"/>
          </p:cNvGraphicFramePr>
          <p:nvPr>
            <p:ph idx="1"/>
            <p:extLst>
              <p:ext uri="{D42A27DB-BD31-4B8C-83A1-F6EECF244321}">
                <p14:modId xmlns:p14="http://schemas.microsoft.com/office/powerpoint/2010/main" val="118189912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121756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E14D7D-EA61-6A03-686D-8C1CAD77513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AC1AD6-9A94-2CC7-728A-CCF36F70D465}"/>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Why the Black-Box Model Matters</a:t>
            </a:r>
            <a:endParaRPr lang="en-IN" sz="4000">
              <a:solidFill>
                <a:srgbClr val="FFFFFF"/>
              </a:solidFill>
            </a:endParaRPr>
          </a:p>
        </p:txBody>
      </p:sp>
      <p:graphicFrame>
        <p:nvGraphicFramePr>
          <p:cNvPr id="5" name="Content Placeholder 2">
            <a:extLst>
              <a:ext uri="{FF2B5EF4-FFF2-40B4-BE49-F238E27FC236}">
                <a16:creationId xmlns:a16="http://schemas.microsoft.com/office/drawing/2014/main" id="{9A3458CD-C7E2-0422-9A8A-571D6C266278}"/>
              </a:ext>
            </a:extLst>
          </p:cNvPr>
          <p:cNvGraphicFramePr>
            <a:graphicFrameLocks noGrp="1"/>
          </p:cNvGraphicFramePr>
          <p:nvPr>
            <p:ph idx="1"/>
            <p:extLst>
              <p:ext uri="{D42A27DB-BD31-4B8C-83A1-F6EECF244321}">
                <p14:modId xmlns:p14="http://schemas.microsoft.com/office/powerpoint/2010/main" val="3248019688"/>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253619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FDF9501-ED17-BC1B-5C22-EA953D61A6D1}"/>
              </a:ext>
            </a:extLst>
          </p:cNvPr>
          <p:cNvSpPr>
            <a:spLocks noGrp="1"/>
          </p:cNvSpPr>
          <p:nvPr>
            <p:ph type="title"/>
          </p:nvPr>
        </p:nvSpPr>
        <p:spPr>
          <a:xfrm>
            <a:off x="621792" y="1161288"/>
            <a:ext cx="3602736" cy="4526280"/>
          </a:xfrm>
        </p:spPr>
        <p:txBody>
          <a:bodyPr>
            <a:normAutofit/>
          </a:bodyPr>
          <a:lstStyle/>
          <a:p>
            <a:r>
              <a:rPr lang="en-IN" sz="4000"/>
              <a:t>Analogy</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AC4660CC-C225-CFC9-3314-5A17B7290B06}"/>
              </a:ext>
            </a:extLst>
          </p:cNvPr>
          <p:cNvGraphicFramePr>
            <a:graphicFrameLocks noGrp="1"/>
          </p:cNvGraphicFramePr>
          <p:nvPr>
            <p:ph idx="1"/>
            <p:extLst>
              <p:ext uri="{D42A27DB-BD31-4B8C-83A1-F6EECF244321}">
                <p14:modId xmlns:p14="http://schemas.microsoft.com/office/powerpoint/2010/main" val="2892717010"/>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621406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3D4D9CC-3F9B-096E-1124-8C1E2B3D4747}"/>
              </a:ext>
            </a:extLst>
          </p:cNvPr>
          <p:cNvSpPr>
            <a:spLocks noGrp="1"/>
          </p:cNvSpPr>
          <p:nvPr>
            <p:ph type="title"/>
          </p:nvPr>
        </p:nvSpPr>
        <p:spPr>
          <a:xfrm>
            <a:off x="621792" y="1161288"/>
            <a:ext cx="3602736" cy="4526280"/>
          </a:xfrm>
        </p:spPr>
        <p:txBody>
          <a:bodyPr>
            <a:normAutofit/>
          </a:bodyPr>
          <a:lstStyle/>
          <a:p>
            <a:r>
              <a:rPr lang="en-US" sz="4000"/>
              <a:t>The Currency of LLMs - Tokens &amp; Context Windows</a:t>
            </a:r>
            <a:endParaRPr lang="en-IN" sz="4000"/>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E1BA237B-EEA2-1E05-503F-F3728E7EF4A4}"/>
              </a:ext>
            </a:extLst>
          </p:cNvPr>
          <p:cNvGraphicFramePr>
            <a:graphicFrameLocks noGrp="1"/>
          </p:cNvGraphicFramePr>
          <p:nvPr>
            <p:ph idx="1"/>
            <p:extLst>
              <p:ext uri="{D42A27DB-BD31-4B8C-83A1-F6EECF244321}">
                <p14:modId xmlns:p14="http://schemas.microsoft.com/office/powerpoint/2010/main" val="2715220969"/>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634538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Bigger Isn't Always Better: The Case for RAG in the Age of Infinite Context  - ZenML Blog">
            <a:extLst>
              <a:ext uri="{FF2B5EF4-FFF2-40B4-BE49-F238E27FC236}">
                <a16:creationId xmlns:a16="http://schemas.microsoft.com/office/drawing/2014/main" id="{B2B6F696-B179-698A-1F51-BC3D37CBF77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725706" y="457200"/>
            <a:ext cx="8740587"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79342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8A4704D-06AC-93C6-7FA6-E23BDC474683}"/>
              </a:ext>
            </a:extLst>
          </p:cNvPr>
          <p:cNvSpPr>
            <a:spLocks noGrp="1"/>
          </p:cNvSpPr>
          <p:nvPr>
            <p:ph type="title"/>
          </p:nvPr>
        </p:nvSpPr>
        <p:spPr>
          <a:xfrm>
            <a:off x="621792" y="1161288"/>
            <a:ext cx="3602736" cy="4526280"/>
          </a:xfrm>
        </p:spPr>
        <p:txBody>
          <a:bodyPr>
            <a:normAutofit/>
          </a:bodyPr>
          <a:lstStyle/>
          <a:p>
            <a:r>
              <a:rPr lang="en-IN" sz="4000" dirty="0"/>
              <a:t>Tokens and Context Window</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C7344AB0-46BC-A712-D6D5-6CDC1A272FCF}"/>
              </a:ext>
            </a:extLst>
          </p:cNvPr>
          <p:cNvGraphicFramePr>
            <a:graphicFrameLocks noGrp="1"/>
          </p:cNvGraphicFramePr>
          <p:nvPr>
            <p:ph idx="1"/>
            <p:extLst>
              <p:ext uri="{D42A27DB-BD31-4B8C-83A1-F6EECF244321}">
                <p14:modId xmlns:p14="http://schemas.microsoft.com/office/powerpoint/2010/main" val="941812693"/>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740201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A129B25-62E3-AF25-86C7-764DDDED4EA0}"/>
              </a:ext>
            </a:extLst>
          </p:cNvPr>
          <p:cNvSpPr>
            <a:spLocks noGrp="1"/>
          </p:cNvSpPr>
          <p:nvPr>
            <p:ph type="title"/>
          </p:nvPr>
        </p:nvSpPr>
        <p:spPr>
          <a:xfrm>
            <a:off x="621792" y="1161288"/>
            <a:ext cx="3602736" cy="4526280"/>
          </a:xfrm>
        </p:spPr>
        <p:txBody>
          <a:bodyPr>
            <a:normAutofit/>
          </a:bodyPr>
          <a:lstStyle/>
          <a:p>
            <a:r>
              <a:rPr lang="en-IN" sz="4000"/>
              <a:t>Controlling Creativity - Temperature</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EC918BC2-ECBF-A460-11C8-84A6A7754C39}"/>
              </a:ext>
            </a:extLst>
          </p:cNvPr>
          <p:cNvGraphicFramePr>
            <a:graphicFrameLocks noGrp="1"/>
          </p:cNvGraphicFramePr>
          <p:nvPr>
            <p:ph idx="1"/>
            <p:extLst>
              <p:ext uri="{D42A27DB-BD31-4B8C-83A1-F6EECF244321}">
                <p14:modId xmlns:p14="http://schemas.microsoft.com/office/powerpoint/2010/main" val="622946210"/>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681556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C27F4E-EB1C-1311-31C7-13B855DCAF19}"/>
              </a:ext>
            </a:extLst>
          </p:cNvPr>
          <p:cNvSpPr>
            <a:spLocks noGrp="1"/>
          </p:cNvSpPr>
          <p:nvPr>
            <p:ph type="title"/>
          </p:nvPr>
        </p:nvSpPr>
        <p:spPr>
          <a:xfrm>
            <a:off x="838200" y="557188"/>
            <a:ext cx="10515600" cy="1133499"/>
          </a:xfrm>
        </p:spPr>
        <p:txBody>
          <a:bodyPr>
            <a:normAutofit/>
          </a:bodyPr>
          <a:lstStyle/>
          <a:p>
            <a:pPr algn="ctr"/>
            <a:r>
              <a:rPr lang="en-IN" sz="5200"/>
              <a:t>Temperature</a:t>
            </a:r>
          </a:p>
        </p:txBody>
      </p:sp>
      <p:graphicFrame>
        <p:nvGraphicFramePr>
          <p:cNvPr id="13" name="Content Placeholder 2">
            <a:extLst>
              <a:ext uri="{FF2B5EF4-FFF2-40B4-BE49-F238E27FC236}">
                <a16:creationId xmlns:a16="http://schemas.microsoft.com/office/drawing/2014/main" id="{F554F732-4289-E9A0-BEEE-AEBC0DCAA0A6}"/>
              </a:ext>
            </a:extLst>
          </p:cNvPr>
          <p:cNvGraphicFramePr>
            <a:graphicFrameLocks noGrp="1"/>
          </p:cNvGraphicFramePr>
          <p:nvPr>
            <p:ph idx="1"/>
            <p:extLst>
              <p:ext uri="{D42A27DB-BD31-4B8C-83A1-F6EECF244321}">
                <p14:modId xmlns:p14="http://schemas.microsoft.com/office/powerpoint/2010/main" val="2153524093"/>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625336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14" name="Rectangle 4113">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47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6" name="Rectangle 4115">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From Predictable to Playful: Controlling LLM Output with Temperature">
            <a:extLst>
              <a:ext uri="{FF2B5EF4-FFF2-40B4-BE49-F238E27FC236}">
                <a16:creationId xmlns:a16="http://schemas.microsoft.com/office/drawing/2014/main" id="{75A06BDF-8E5F-447F-69DD-D518F106E6E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54" r="-2" b="-2"/>
          <a:stretch>
            <a:fillRect/>
          </a:stretch>
        </p:blipFill>
        <p:spPr bwMode="auto">
          <a:xfrm>
            <a:off x="1141265" y="643467"/>
            <a:ext cx="9909470" cy="5571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11461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90" name="Rectangle 308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2" name="Rectangle 3091">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Demystifying the Temperature Parameter: A Visual Guide to Understanding its  Role in Large Language Models | by Mastering LLM (Large Language Model) |  Medium">
            <a:extLst>
              <a:ext uri="{FF2B5EF4-FFF2-40B4-BE49-F238E27FC236}">
                <a16:creationId xmlns:a16="http://schemas.microsoft.com/office/drawing/2014/main" id="{93A1AA14-9F36-08E5-465C-86CD8D097A4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r="-2" b="53"/>
          <a:stretch>
            <a:fillRect/>
          </a:stretch>
        </p:blipFill>
        <p:spPr bwMode="auto">
          <a:xfrm>
            <a:off x="1141216" y="643467"/>
            <a:ext cx="9909568" cy="5571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76993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fill">
            <a:extLst>
              <a:ext uri="{FF2B5EF4-FFF2-40B4-BE49-F238E27FC236}">
                <a16:creationId xmlns:a16="http://schemas.microsoft.com/office/drawing/2014/main" id="{CB49665F-0298-4449-8D2D-209989CB9E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Color 2">
            <a:extLst>
              <a:ext uri="{FF2B5EF4-FFF2-40B4-BE49-F238E27FC236}">
                <a16:creationId xmlns:a16="http://schemas.microsoft.com/office/drawing/2014/main" id="{A71EEC14-174A-46FA-B046-474750457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id="{EEB6CB95-E653-4C6C-AE51-62FD848E8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89" y="-2"/>
            <a:ext cx="3468234" cy="6858000"/>
            <a:chOff x="651279" y="598259"/>
            <a:chExt cx="10889442" cy="5680742"/>
          </a:xfrm>
        </p:grpSpPr>
        <p:sp>
          <p:nvSpPr>
            <p:cNvPr id="14" name="Color">
              <a:extLst>
                <a:ext uri="{FF2B5EF4-FFF2-40B4-BE49-F238E27FC236}">
                  <a16:creationId xmlns:a16="http://schemas.microsoft.com/office/drawing/2014/main" id="{BDD3CB8E-ABA7-4F37-BB2C-64FFD19813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Color">
              <a:extLst>
                <a:ext uri="{FF2B5EF4-FFF2-40B4-BE49-F238E27FC236}">
                  <a16:creationId xmlns:a16="http://schemas.microsoft.com/office/drawing/2014/main" id="{C2CA788A-B2FD-494C-BED0-83E31F6DFF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7" name="Group 16">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8" name="Freeform: Shape 17">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99D70703-5A71-B85B-18F2-A45213E38382}"/>
              </a:ext>
            </a:extLst>
          </p:cNvPr>
          <p:cNvSpPr>
            <a:spLocks noGrp="1"/>
          </p:cNvSpPr>
          <p:nvPr>
            <p:ph type="title"/>
          </p:nvPr>
        </p:nvSpPr>
        <p:spPr>
          <a:xfrm rot="16200000">
            <a:off x="-1325880" y="1947672"/>
            <a:ext cx="5961888" cy="2788920"/>
          </a:xfrm>
        </p:spPr>
        <p:txBody>
          <a:bodyPr anchor="ctr">
            <a:normAutofit/>
          </a:bodyPr>
          <a:lstStyle/>
          <a:p>
            <a:r>
              <a:rPr lang="en-US" sz="4800">
                <a:solidFill>
                  <a:schemeClr val="bg1"/>
                </a:solidFill>
              </a:rPr>
              <a:t>Refining Selection - Top-K and Top-P</a:t>
            </a:r>
            <a:endParaRPr lang="en-IN" sz="4800">
              <a:solidFill>
                <a:schemeClr val="bg1"/>
              </a:solidFill>
            </a:endParaRPr>
          </a:p>
        </p:txBody>
      </p:sp>
      <p:graphicFrame>
        <p:nvGraphicFramePr>
          <p:cNvPr id="5" name="Content Placeholder 2">
            <a:extLst>
              <a:ext uri="{FF2B5EF4-FFF2-40B4-BE49-F238E27FC236}">
                <a16:creationId xmlns:a16="http://schemas.microsoft.com/office/drawing/2014/main" id="{5C78AED3-C224-5AD1-BA14-38255315B39C}"/>
              </a:ext>
            </a:extLst>
          </p:cNvPr>
          <p:cNvGraphicFramePr>
            <a:graphicFrameLocks noGrp="1"/>
          </p:cNvGraphicFramePr>
          <p:nvPr>
            <p:ph idx="1"/>
            <p:extLst>
              <p:ext uri="{D42A27DB-BD31-4B8C-83A1-F6EECF244321}">
                <p14:modId xmlns:p14="http://schemas.microsoft.com/office/powerpoint/2010/main" val="2481153678"/>
              </p:ext>
            </p:extLst>
          </p:nvPr>
        </p:nvGraphicFramePr>
        <p:xfrm>
          <a:off x="3794296" y="288758"/>
          <a:ext cx="7559504" cy="62852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651783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Understanding decoding strategies: Greedy, Beam Search, Top-k &amp; Top-p | by  Jyoti Dabass, Ph.D. | Python in Plain English">
            <a:extLst>
              <a:ext uri="{FF2B5EF4-FFF2-40B4-BE49-F238E27FC236}">
                <a16:creationId xmlns:a16="http://schemas.microsoft.com/office/drawing/2014/main" id="{53BB8FB4-1A4E-0130-2692-79676FE9C00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43467" y="1275249"/>
            <a:ext cx="10905066" cy="430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36860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161F90A-DAB3-3789-867E-466F903A9C97}"/>
              </a:ext>
            </a:extLst>
          </p:cNvPr>
          <p:cNvPicPr>
            <a:picLocks noChangeAspect="1"/>
          </p:cNvPicPr>
          <p:nvPr/>
        </p:nvPicPr>
        <p:blipFill>
          <a:blip r:embed="rId2">
            <a:duotone>
              <a:schemeClr val="bg2">
                <a:shade val="45000"/>
                <a:satMod val="135000"/>
              </a:schemeClr>
              <a:prstClr val="white"/>
            </a:duotone>
          </a:blip>
          <a:srcRect t="12420" b="3310"/>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2D542A-0DBE-B038-C90A-84EF336B7182}"/>
              </a:ext>
            </a:extLst>
          </p:cNvPr>
          <p:cNvSpPr>
            <a:spLocks noGrp="1"/>
          </p:cNvSpPr>
          <p:nvPr>
            <p:ph type="title"/>
          </p:nvPr>
        </p:nvSpPr>
        <p:spPr>
          <a:xfrm>
            <a:off x="838200" y="365125"/>
            <a:ext cx="10515600" cy="1325563"/>
          </a:xfrm>
        </p:spPr>
        <p:txBody>
          <a:bodyPr>
            <a:normAutofit/>
          </a:bodyPr>
          <a:lstStyle/>
          <a:p>
            <a:r>
              <a:rPr lang="en-US" dirty="0"/>
              <a:t>What is a Foundation Model?</a:t>
            </a:r>
            <a:endParaRPr lang="en-IN" dirty="0"/>
          </a:p>
        </p:txBody>
      </p:sp>
      <p:graphicFrame>
        <p:nvGraphicFramePr>
          <p:cNvPr id="5" name="Content Placeholder 2">
            <a:extLst>
              <a:ext uri="{FF2B5EF4-FFF2-40B4-BE49-F238E27FC236}">
                <a16:creationId xmlns:a16="http://schemas.microsoft.com/office/drawing/2014/main" id="{B9DAD318-1B29-5A1E-F640-241B5E5EDE2C}"/>
              </a:ext>
            </a:extLst>
          </p:cNvPr>
          <p:cNvGraphicFramePr>
            <a:graphicFrameLocks noGrp="1"/>
          </p:cNvGraphicFramePr>
          <p:nvPr>
            <p:ph idx="1"/>
            <p:extLst>
              <p:ext uri="{D42A27DB-BD31-4B8C-83A1-F6EECF244321}">
                <p14:modId xmlns:p14="http://schemas.microsoft.com/office/powerpoint/2010/main" val="303294355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513242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CFE5A34-77D6-1C24-1A16-8EADA7D42EB3}"/>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The System Prompt</a:t>
            </a:r>
            <a:endParaRPr lang="en-IN" sz="4000">
              <a:solidFill>
                <a:srgbClr val="FFFFFF"/>
              </a:solidFill>
            </a:endParaRPr>
          </a:p>
        </p:txBody>
      </p:sp>
      <p:graphicFrame>
        <p:nvGraphicFramePr>
          <p:cNvPr id="21" name="Content Placeholder 2">
            <a:extLst>
              <a:ext uri="{FF2B5EF4-FFF2-40B4-BE49-F238E27FC236}">
                <a16:creationId xmlns:a16="http://schemas.microsoft.com/office/drawing/2014/main" id="{CE7F9F97-B3DF-9352-9731-05F7A451C86E}"/>
              </a:ext>
            </a:extLst>
          </p:cNvPr>
          <p:cNvGraphicFramePr>
            <a:graphicFrameLocks noGrp="1"/>
          </p:cNvGraphicFramePr>
          <p:nvPr>
            <p:ph idx="1"/>
            <p:extLst>
              <p:ext uri="{D42A27DB-BD31-4B8C-83A1-F6EECF244321}">
                <p14:modId xmlns:p14="http://schemas.microsoft.com/office/powerpoint/2010/main" val="2258544074"/>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912881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What is Transformer Architecture and How It Works?">
            <a:extLst>
              <a:ext uri="{FF2B5EF4-FFF2-40B4-BE49-F238E27FC236}">
                <a16:creationId xmlns:a16="http://schemas.microsoft.com/office/drawing/2014/main" id="{54DC4124-0F31-9ED9-F11F-D79E30E4471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57200" y="482727"/>
            <a:ext cx="11277600" cy="58925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16220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531C222-B848-98A0-17D9-B5053781C5BC}"/>
              </a:ext>
            </a:extLst>
          </p:cNvPr>
          <p:cNvSpPr>
            <a:spLocks noGrp="1"/>
          </p:cNvSpPr>
          <p:nvPr>
            <p:ph type="title"/>
          </p:nvPr>
        </p:nvSpPr>
        <p:spPr>
          <a:xfrm>
            <a:off x="1371597" y="348865"/>
            <a:ext cx="10044023" cy="877729"/>
          </a:xfrm>
        </p:spPr>
        <p:txBody>
          <a:bodyPr anchor="ctr">
            <a:normAutofit/>
          </a:bodyPr>
          <a:lstStyle/>
          <a:p>
            <a:r>
              <a:rPr lang="en-US" sz="3400">
                <a:solidFill>
                  <a:srgbClr val="FFFFFF"/>
                </a:solidFill>
              </a:rPr>
              <a:t>Hands-On Lab: Setting Up Your Local AI Environment</a:t>
            </a:r>
            <a:endParaRPr lang="en-IN" sz="3400">
              <a:solidFill>
                <a:srgbClr val="FFFFFF"/>
              </a:solidFill>
            </a:endParaRPr>
          </a:p>
        </p:txBody>
      </p:sp>
      <p:graphicFrame>
        <p:nvGraphicFramePr>
          <p:cNvPr id="5" name="Content Placeholder 2">
            <a:extLst>
              <a:ext uri="{FF2B5EF4-FFF2-40B4-BE49-F238E27FC236}">
                <a16:creationId xmlns:a16="http://schemas.microsoft.com/office/drawing/2014/main" id="{E49F5F68-8644-4875-8F43-4A2C448AC67B}"/>
              </a:ext>
            </a:extLst>
          </p:cNvPr>
          <p:cNvGraphicFramePr>
            <a:graphicFrameLocks noGrp="1"/>
          </p:cNvGraphicFramePr>
          <p:nvPr>
            <p:ph idx="1"/>
            <p:extLst>
              <p:ext uri="{D42A27DB-BD31-4B8C-83A1-F6EECF244321}">
                <p14:modId xmlns:p14="http://schemas.microsoft.com/office/powerpoint/2010/main" val="497142804"/>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181602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4CD780E-474C-B291-C1F1-8DFCBCD4006C}"/>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Run Ollama or LM Studio locally (CPU)</a:t>
            </a:r>
            <a:endParaRPr lang="en-IN" sz="4000">
              <a:solidFill>
                <a:srgbClr val="FFFFFF"/>
              </a:solidFill>
            </a:endParaRPr>
          </a:p>
        </p:txBody>
      </p:sp>
      <p:graphicFrame>
        <p:nvGraphicFramePr>
          <p:cNvPr id="5" name="Content Placeholder 2">
            <a:extLst>
              <a:ext uri="{FF2B5EF4-FFF2-40B4-BE49-F238E27FC236}">
                <a16:creationId xmlns:a16="http://schemas.microsoft.com/office/drawing/2014/main" id="{3A4B0AE1-C0E5-263A-27BD-9BA3AAB18310}"/>
              </a:ext>
            </a:extLst>
          </p:cNvPr>
          <p:cNvGraphicFramePr>
            <a:graphicFrameLocks noGrp="1"/>
          </p:cNvGraphicFramePr>
          <p:nvPr>
            <p:ph idx="1"/>
            <p:extLst>
              <p:ext uri="{D42A27DB-BD31-4B8C-83A1-F6EECF244321}">
                <p14:modId xmlns:p14="http://schemas.microsoft.com/office/powerpoint/2010/main" val="2746236362"/>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642825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AB2EB6ED-093D-AD1F-DFB4-DD7A31A1F285}"/>
              </a:ext>
            </a:extLst>
          </p:cNvPr>
          <p:cNvPicPr>
            <a:picLocks noGrp="1" noChangeAspect="1"/>
          </p:cNvPicPr>
          <p:nvPr>
            <p:ph idx="1"/>
          </p:nvPr>
        </p:nvPicPr>
        <p:blipFill>
          <a:blip r:embed="rId2"/>
          <a:stretch>
            <a:fillRect/>
          </a:stretch>
        </p:blipFill>
        <p:spPr>
          <a:xfrm>
            <a:off x="2185736" y="457200"/>
            <a:ext cx="7820527" cy="5943600"/>
          </a:xfrm>
          <a:prstGeom prst="rect">
            <a:avLst/>
          </a:prstGeom>
        </p:spPr>
      </p:pic>
    </p:spTree>
    <p:extLst>
      <p:ext uri="{BB962C8B-B14F-4D97-AF65-F5344CB8AC3E}">
        <p14:creationId xmlns:p14="http://schemas.microsoft.com/office/powerpoint/2010/main" val="38996015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46CF8E18-6105-DDB1-CD4E-BC96090986E9}"/>
              </a:ext>
            </a:extLst>
          </p:cNvPr>
          <p:cNvPicPr>
            <a:picLocks noGrp="1" noChangeAspect="1"/>
          </p:cNvPicPr>
          <p:nvPr>
            <p:ph idx="1"/>
          </p:nvPr>
        </p:nvPicPr>
        <p:blipFill>
          <a:blip r:embed="rId2"/>
          <a:stretch>
            <a:fillRect/>
          </a:stretch>
        </p:blipFill>
        <p:spPr>
          <a:xfrm>
            <a:off x="2322286" y="457200"/>
            <a:ext cx="7547428" cy="5943600"/>
          </a:xfrm>
          <a:prstGeom prst="rect">
            <a:avLst/>
          </a:prstGeom>
        </p:spPr>
      </p:pic>
    </p:spTree>
    <p:extLst>
      <p:ext uri="{BB962C8B-B14F-4D97-AF65-F5344CB8AC3E}">
        <p14:creationId xmlns:p14="http://schemas.microsoft.com/office/powerpoint/2010/main" val="36606168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B78ABE74-2DB9-750B-D6F8-471BBFC377C4}"/>
              </a:ext>
            </a:extLst>
          </p:cNvPr>
          <p:cNvPicPr>
            <a:picLocks noGrp="1" noChangeAspect="1"/>
          </p:cNvPicPr>
          <p:nvPr>
            <p:ph idx="1"/>
          </p:nvPr>
        </p:nvPicPr>
        <p:blipFill>
          <a:blip r:embed="rId2"/>
          <a:stretch>
            <a:fillRect/>
          </a:stretch>
        </p:blipFill>
        <p:spPr>
          <a:xfrm>
            <a:off x="457200" y="468630"/>
            <a:ext cx="11277600" cy="5920739"/>
          </a:xfrm>
          <a:prstGeom prst="rect">
            <a:avLst/>
          </a:prstGeom>
        </p:spPr>
      </p:pic>
    </p:spTree>
    <p:extLst>
      <p:ext uri="{BB962C8B-B14F-4D97-AF65-F5344CB8AC3E}">
        <p14:creationId xmlns:p14="http://schemas.microsoft.com/office/powerpoint/2010/main" val="1074749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23FDCA51-56D3-90FE-892E-2F541AE5C54F}"/>
              </a:ext>
            </a:extLst>
          </p:cNvPr>
          <p:cNvPicPr>
            <a:picLocks noGrp="1" noChangeAspect="1"/>
          </p:cNvPicPr>
          <p:nvPr>
            <p:ph idx="1"/>
          </p:nvPr>
        </p:nvPicPr>
        <p:blipFill>
          <a:blip r:embed="rId2"/>
          <a:stretch>
            <a:fillRect/>
          </a:stretch>
        </p:blipFill>
        <p:spPr>
          <a:xfrm>
            <a:off x="457200" y="468630"/>
            <a:ext cx="11277600" cy="5920739"/>
          </a:xfrm>
          <a:prstGeom prst="rect">
            <a:avLst/>
          </a:prstGeom>
        </p:spPr>
      </p:pic>
    </p:spTree>
    <p:extLst>
      <p:ext uri="{BB962C8B-B14F-4D97-AF65-F5344CB8AC3E}">
        <p14:creationId xmlns:p14="http://schemas.microsoft.com/office/powerpoint/2010/main" val="40029733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832515D4-2CD3-F8A4-E7CE-D0DE717B4770}"/>
              </a:ext>
            </a:extLst>
          </p:cNvPr>
          <p:cNvPicPr>
            <a:picLocks noGrp="1" noChangeAspect="1"/>
          </p:cNvPicPr>
          <p:nvPr>
            <p:ph idx="1"/>
          </p:nvPr>
        </p:nvPicPr>
        <p:blipFill>
          <a:blip r:embed="rId2"/>
          <a:stretch>
            <a:fillRect/>
          </a:stretch>
        </p:blipFill>
        <p:spPr>
          <a:xfrm>
            <a:off x="643467" y="1997710"/>
            <a:ext cx="10905066" cy="2862578"/>
          </a:xfrm>
          <a:prstGeom prst="rect">
            <a:avLst/>
          </a:prstGeom>
        </p:spPr>
      </p:pic>
    </p:spTree>
    <p:extLst>
      <p:ext uri="{BB962C8B-B14F-4D97-AF65-F5344CB8AC3E}">
        <p14:creationId xmlns:p14="http://schemas.microsoft.com/office/powerpoint/2010/main" val="34952828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A7BA8646-C5F9-3F93-3178-90ACD14981B1}"/>
              </a:ext>
            </a:extLst>
          </p:cNvPr>
          <p:cNvPicPr>
            <a:picLocks noGrp="1" noChangeAspect="1"/>
          </p:cNvPicPr>
          <p:nvPr>
            <p:ph idx="1"/>
          </p:nvPr>
        </p:nvPicPr>
        <p:blipFill>
          <a:blip r:embed="rId2"/>
          <a:stretch>
            <a:fillRect/>
          </a:stretch>
        </p:blipFill>
        <p:spPr>
          <a:xfrm>
            <a:off x="643467" y="2720170"/>
            <a:ext cx="10905066" cy="1417658"/>
          </a:xfrm>
          <a:prstGeom prst="rect">
            <a:avLst/>
          </a:prstGeom>
        </p:spPr>
      </p:pic>
    </p:spTree>
    <p:extLst>
      <p:ext uri="{BB962C8B-B14F-4D97-AF65-F5344CB8AC3E}">
        <p14:creationId xmlns:p14="http://schemas.microsoft.com/office/powerpoint/2010/main" val="32396909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6F3A81B8-0984-013C-20A7-C2F7FBED267E}"/>
              </a:ext>
            </a:extLst>
          </p:cNvPr>
          <p:cNvPicPr>
            <a:picLocks noGrp="1" noChangeAspect="1"/>
          </p:cNvPicPr>
          <p:nvPr>
            <p:ph idx="1"/>
          </p:nvPr>
        </p:nvPicPr>
        <p:blipFill>
          <a:blip r:embed="rId2"/>
          <a:stretch>
            <a:fillRect/>
          </a:stretch>
        </p:blipFill>
        <p:spPr>
          <a:xfrm>
            <a:off x="2163353" y="457200"/>
            <a:ext cx="7865293" cy="5943600"/>
          </a:xfrm>
          <a:prstGeom prst="rect">
            <a:avLst/>
          </a:prstGeom>
        </p:spPr>
      </p:pic>
    </p:spTree>
    <p:extLst>
      <p:ext uri="{BB962C8B-B14F-4D97-AF65-F5344CB8AC3E}">
        <p14:creationId xmlns:p14="http://schemas.microsoft.com/office/powerpoint/2010/main" val="37061573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6F9141E4-4473-3069-71A7-97C85256585C}"/>
              </a:ext>
            </a:extLst>
          </p:cNvPr>
          <p:cNvPicPr>
            <a:picLocks noGrp="1" noChangeAspect="1"/>
          </p:cNvPicPr>
          <p:nvPr>
            <p:ph idx="1"/>
          </p:nvPr>
        </p:nvPicPr>
        <p:blipFill>
          <a:blip r:embed="rId2"/>
          <a:stretch>
            <a:fillRect/>
          </a:stretch>
        </p:blipFill>
        <p:spPr>
          <a:xfrm>
            <a:off x="2159840" y="457200"/>
            <a:ext cx="7872319" cy="5943600"/>
          </a:xfrm>
          <a:prstGeom prst="rect">
            <a:avLst/>
          </a:prstGeom>
        </p:spPr>
      </p:pic>
    </p:spTree>
    <p:extLst>
      <p:ext uri="{BB962C8B-B14F-4D97-AF65-F5344CB8AC3E}">
        <p14:creationId xmlns:p14="http://schemas.microsoft.com/office/powerpoint/2010/main" val="35129900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741E3577-371B-7777-FBC6-D820451A175C}"/>
              </a:ext>
            </a:extLst>
          </p:cNvPr>
          <p:cNvPicPr>
            <a:picLocks noGrp="1" noChangeAspect="1"/>
          </p:cNvPicPr>
          <p:nvPr>
            <p:ph idx="1"/>
          </p:nvPr>
        </p:nvPicPr>
        <p:blipFill>
          <a:blip r:embed="rId2"/>
          <a:stretch>
            <a:fillRect/>
          </a:stretch>
        </p:blipFill>
        <p:spPr>
          <a:xfrm>
            <a:off x="457200" y="468630"/>
            <a:ext cx="11277600" cy="5920739"/>
          </a:xfrm>
          <a:prstGeom prst="rect">
            <a:avLst/>
          </a:prstGeom>
        </p:spPr>
      </p:pic>
    </p:spTree>
    <p:extLst>
      <p:ext uri="{BB962C8B-B14F-4D97-AF65-F5344CB8AC3E}">
        <p14:creationId xmlns:p14="http://schemas.microsoft.com/office/powerpoint/2010/main" val="26951214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A2AD107D-181E-2C33-1A22-36FA54DA776B}"/>
              </a:ext>
            </a:extLst>
          </p:cNvPr>
          <p:cNvPicPr>
            <a:picLocks noGrp="1" noChangeAspect="1"/>
          </p:cNvPicPr>
          <p:nvPr>
            <p:ph idx="1"/>
          </p:nvPr>
        </p:nvPicPr>
        <p:blipFill>
          <a:blip r:embed="rId2"/>
          <a:stretch>
            <a:fillRect/>
          </a:stretch>
        </p:blipFill>
        <p:spPr>
          <a:xfrm>
            <a:off x="457200" y="468630"/>
            <a:ext cx="11277600" cy="5920739"/>
          </a:xfrm>
          <a:prstGeom prst="rect">
            <a:avLst/>
          </a:prstGeom>
        </p:spPr>
      </p:pic>
    </p:spTree>
    <p:extLst>
      <p:ext uri="{BB962C8B-B14F-4D97-AF65-F5344CB8AC3E}">
        <p14:creationId xmlns:p14="http://schemas.microsoft.com/office/powerpoint/2010/main" val="34554882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8DD7DD7F-E306-0628-FB9A-C2A90A7BC741}"/>
              </a:ext>
            </a:extLst>
          </p:cNvPr>
          <p:cNvPicPr>
            <a:picLocks noGrp="1" noChangeAspect="1"/>
          </p:cNvPicPr>
          <p:nvPr>
            <p:ph idx="1"/>
          </p:nvPr>
        </p:nvPicPr>
        <p:blipFill>
          <a:blip r:embed="rId2"/>
          <a:stretch>
            <a:fillRect/>
          </a:stretch>
        </p:blipFill>
        <p:spPr>
          <a:xfrm>
            <a:off x="457200" y="468630"/>
            <a:ext cx="11277600" cy="5920739"/>
          </a:xfrm>
          <a:prstGeom prst="rect">
            <a:avLst/>
          </a:prstGeom>
        </p:spPr>
      </p:pic>
    </p:spTree>
    <p:extLst>
      <p:ext uri="{BB962C8B-B14F-4D97-AF65-F5344CB8AC3E}">
        <p14:creationId xmlns:p14="http://schemas.microsoft.com/office/powerpoint/2010/main" val="23349990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17584CC0-821E-6C1D-A740-E44ACD0C83F0}"/>
              </a:ext>
            </a:extLst>
          </p:cNvPr>
          <p:cNvPicPr>
            <a:picLocks noGrp="1" noChangeAspect="1"/>
          </p:cNvPicPr>
          <p:nvPr>
            <p:ph idx="1"/>
          </p:nvPr>
        </p:nvPicPr>
        <p:blipFill>
          <a:blip r:embed="rId2"/>
          <a:stretch>
            <a:fillRect/>
          </a:stretch>
        </p:blipFill>
        <p:spPr>
          <a:xfrm>
            <a:off x="457200" y="468630"/>
            <a:ext cx="11277600" cy="5920739"/>
          </a:xfrm>
          <a:prstGeom prst="rect">
            <a:avLst/>
          </a:prstGeom>
        </p:spPr>
      </p:pic>
    </p:spTree>
    <p:extLst>
      <p:ext uri="{BB962C8B-B14F-4D97-AF65-F5344CB8AC3E}">
        <p14:creationId xmlns:p14="http://schemas.microsoft.com/office/powerpoint/2010/main" val="32691722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40611BB8-0F37-16F0-14E0-5A73BD546608}"/>
              </a:ext>
            </a:extLst>
          </p:cNvPr>
          <p:cNvPicPr>
            <a:picLocks noGrp="1" noChangeAspect="1"/>
          </p:cNvPicPr>
          <p:nvPr>
            <p:ph idx="1"/>
          </p:nvPr>
        </p:nvPicPr>
        <p:blipFill>
          <a:blip r:embed="rId2"/>
          <a:stretch>
            <a:fillRect/>
          </a:stretch>
        </p:blipFill>
        <p:spPr>
          <a:xfrm>
            <a:off x="457200" y="468630"/>
            <a:ext cx="11277600" cy="5920739"/>
          </a:xfrm>
          <a:prstGeom prst="rect">
            <a:avLst/>
          </a:prstGeom>
        </p:spPr>
      </p:pic>
    </p:spTree>
    <p:extLst>
      <p:ext uri="{BB962C8B-B14F-4D97-AF65-F5344CB8AC3E}">
        <p14:creationId xmlns:p14="http://schemas.microsoft.com/office/powerpoint/2010/main" val="33724242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256086AE-ACD4-AFE0-F713-01C3C8A9930E}"/>
              </a:ext>
            </a:extLst>
          </p:cNvPr>
          <p:cNvPicPr>
            <a:picLocks noGrp="1" noChangeAspect="1"/>
          </p:cNvPicPr>
          <p:nvPr>
            <p:ph idx="1"/>
          </p:nvPr>
        </p:nvPicPr>
        <p:blipFill>
          <a:blip r:embed="rId2"/>
          <a:stretch>
            <a:fillRect/>
          </a:stretch>
        </p:blipFill>
        <p:spPr>
          <a:xfrm>
            <a:off x="457200" y="468630"/>
            <a:ext cx="11277600" cy="5920739"/>
          </a:xfrm>
          <a:prstGeom prst="rect">
            <a:avLst/>
          </a:prstGeom>
        </p:spPr>
      </p:pic>
    </p:spTree>
    <p:extLst>
      <p:ext uri="{BB962C8B-B14F-4D97-AF65-F5344CB8AC3E}">
        <p14:creationId xmlns:p14="http://schemas.microsoft.com/office/powerpoint/2010/main" val="26038992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4823</TotalTime>
  <Words>2146</Words>
  <Application>Microsoft Office PowerPoint</Application>
  <PresentationFormat>Widescreen</PresentationFormat>
  <Paragraphs>286</Paragraphs>
  <Slides>56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56</vt:i4>
      </vt:variant>
    </vt:vector>
  </HeadingPairs>
  <TitlesOfParts>
    <vt:vector size="63" baseType="lpstr">
      <vt:lpstr>Aptos</vt:lpstr>
      <vt:lpstr>Aptos Display</vt:lpstr>
      <vt:lpstr>Aptos Narrow</vt:lpstr>
      <vt:lpstr>Arial</vt:lpstr>
      <vt:lpstr>Calibri</vt:lpstr>
      <vt:lpstr>Google Sans Text</vt:lpstr>
      <vt:lpstr>Office Theme</vt:lpstr>
      <vt:lpstr>Introduction to Generative AI &amp; Architectures</vt:lpstr>
      <vt:lpstr>What makes GenAI different from ML pipelines</vt:lpstr>
      <vt:lpstr>Discriminative AI ( The Critic)</vt:lpstr>
      <vt:lpstr>Generative AI (The Artist)</vt:lpstr>
      <vt:lpstr>Text Generation (The Foundation)</vt:lpstr>
      <vt:lpstr>Image Generation Architectures</vt:lpstr>
      <vt:lpstr>Variational Autoencoders (VAEs)</vt:lpstr>
      <vt:lpstr>Generative Adversarial Networks (GANs)</vt:lpstr>
      <vt:lpstr>Generative Adversarial Networks (GANs)</vt:lpstr>
      <vt:lpstr>Diffusion Models (The Modern Standard)</vt:lpstr>
      <vt:lpstr>Diffusion Models (The Modern Standard)</vt:lpstr>
      <vt:lpstr>Video Generation (Space-Time)</vt:lpstr>
      <vt:lpstr>The Architecture - Spatiotemporal Transformers</vt:lpstr>
      <vt:lpstr>Multimodal Models (Connecting Text &amp; Images)</vt:lpstr>
      <vt:lpstr>The Training Game (Contrastive Learning)</vt:lpstr>
      <vt:lpstr>Multimodal (CLIP)</vt:lpstr>
      <vt:lpstr>PowerPoint Presentation</vt:lpstr>
      <vt:lpstr>PowerPoint Presentation</vt:lpstr>
      <vt:lpstr>What makes GenAI different from ML pipelines</vt:lpstr>
      <vt:lpstr>The GenAI Pipeline</vt:lpstr>
      <vt:lpstr>The GenAI Pipeline</vt:lpstr>
      <vt:lpstr>The GenAI Pipeline</vt:lpstr>
      <vt:lpstr>The GenAI Pipeline</vt:lpstr>
      <vt:lpstr>LLM Training vs. Inference</vt:lpstr>
      <vt:lpstr>LLM Training vs. Inference</vt:lpstr>
      <vt:lpstr>Why the Black-Box Model Matters</vt:lpstr>
      <vt:lpstr>Why the Black-Box Model Matters</vt:lpstr>
      <vt:lpstr>Analogy</vt:lpstr>
      <vt:lpstr>The Currency of LLMs - Tokens &amp; Context Windows</vt:lpstr>
      <vt:lpstr>PowerPoint Presentation</vt:lpstr>
      <vt:lpstr>Tokens and Context Window</vt:lpstr>
      <vt:lpstr>Controlling Creativity - Temperature</vt:lpstr>
      <vt:lpstr>Temperature</vt:lpstr>
      <vt:lpstr>PowerPoint Presentation</vt:lpstr>
      <vt:lpstr>PowerPoint Presentation</vt:lpstr>
      <vt:lpstr>Refining Selection - Top-K and Top-P</vt:lpstr>
      <vt:lpstr>PowerPoint Presentation</vt:lpstr>
      <vt:lpstr>What is a Foundation Model?</vt:lpstr>
      <vt:lpstr>The System Prompt</vt:lpstr>
      <vt:lpstr>PowerPoint Presentation</vt:lpstr>
      <vt:lpstr>Hands-On Lab: Setting Up Your Local AI Environment</vt:lpstr>
      <vt:lpstr>Run Ollama or LM Studio locally (CPU)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Arun David Johnson R</dc:creator>
  <cp:lastModifiedBy>Arun David Johnson R</cp:lastModifiedBy>
  <cp:revision>140</cp:revision>
  <dcterms:created xsi:type="dcterms:W3CDTF">2026-02-17T14:33:32Z</dcterms:created>
  <dcterms:modified xsi:type="dcterms:W3CDTF">2026-02-23T02:34:55Z</dcterms:modified>
</cp:coreProperties>
</file>